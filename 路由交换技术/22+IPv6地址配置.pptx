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25" r:id="rId4"/>
  </p:sldMasterIdLst>
  <p:notesMasterIdLst>
    <p:notesMasterId r:id="rId44"/>
  </p:notesMasterIdLst>
  <p:handoutMasterIdLst>
    <p:handoutMasterId r:id="rId45"/>
  </p:handoutMasterIdLst>
  <p:sldIdLst>
    <p:sldId id="300" r:id="rId5"/>
    <p:sldId id="301" r:id="rId6"/>
    <p:sldId id="302" r:id="rId7"/>
    <p:sldId id="303" r:id="rId8"/>
    <p:sldId id="304" r:id="rId9"/>
    <p:sldId id="305" r:id="rId10"/>
    <p:sldId id="338" r:id="rId11"/>
    <p:sldId id="342" r:id="rId12"/>
    <p:sldId id="309" r:id="rId13"/>
    <p:sldId id="343" r:id="rId14"/>
    <p:sldId id="349" r:id="rId15"/>
    <p:sldId id="345" r:id="rId16"/>
    <p:sldId id="346" r:id="rId17"/>
    <p:sldId id="347" r:id="rId18"/>
    <p:sldId id="315" r:id="rId19"/>
    <p:sldId id="316" r:id="rId20"/>
    <p:sldId id="317" r:id="rId21"/>
    <p:sldId id="318" r:id="rId22"/>
    <p:sldId id="350" r:id="rId23"/>
    <p:sldId id="320" r:id="rId24"/>
    <p:sldId id="321" r:id="rId25"/>
    <p:sldId id="322" r:id="rId26"/>
    <p:sldId id="323" r:id="rId27"/>
    <p:sldId id="325" r:id="rId28"/>
    <p:sldId id="326" r:id="rId29"/>
    <p:sldId id="327" r:id="rId30"/>
    <p:sldId id="328" r:id="rId31"/>
    <p:sldId id="329" r:id="rId32"/>
    <p:sldId id="331" r:id="rId33"/>
    <p:sldId id="348" r:id="rId34"/>
    <p:sldId id="355" r:id="rId35"/>
    <p:sldId id="352" r:id="rId36"/>
    <p:sldId id="353" r:id="rId37"/>
    <p:sldId id="341" r:id="rId38"/>
    <p:sldId id="340" r:id="rId39"/>
    <p:sldId id="354" r:id="rId40"/>
    <p:sldId id="335" r:id="rId41"/>
    <p:sldId id="336" r:id="rId42"/>
    <p:sldId id="337" r:id="rId43"/>
  </p:sldIdLst>
  <p:sldSz cx="12192000" cy="6858000"/>
  <p:notesSz cx="6797675" cy="9926638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817" userDrawn="1">
          <p15:clr>
            <a:srgbClr val="A4A3A4"/>
          </p15:clr>
        </p15:guide>
        <p15:guide id="6" orient="horz" pos="23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ngyizjhw (Klaus)" initials="D(" lastIdx="56" clrIdx="0">
    <p:extLst>
      <p:ext uri="{19B8F6BF-5375-455C-9EA6-DF929625EA0E}">
        <p15:presenceInfo xmlns:p15="http://schemas.microsoft.com/office/powerpoint/2012/main" userId="S-1-5-21-147214757-305610072-1517763936-1597265" providerId="AD"/>
      </p:ext>
    </p:extLst>
  </p:cmAuthor>
  <p:cmAuthor id="2" name="Zhushigeng (Vinson)" initials="Z(" lastIdx="32" clrIdx="1">
    <p:extLst>
      <p:ext uri="{19B8F6BF-5375-455C-9EA6-DF929625EA0E}">
        <p15:presenceInfo xmlns:p15="http://schemas.microsoft.com/office/powerpoint/2012/main" userId="S-1-5-21-147214757-305610072-1517763936-2286553" providerId="AD"/>
      </p:ext>
    </p:extLst>
  </p:cmAuthor>
  <p:cmAuthor id="3" name="hejunjianzjhw" initials="h" lastIdx="8" clrIdx="2">
    <p:extLst>
      <p:ext uri="{19B8F6BF-5375-455C-9EA6-DF929625EA0E}">
        <p15:presenceInfo xmlns:p15="http://schemas.microsoft.com/office/powerpoint/2012/main" userId="S-1-5-21-147214757-305610072-1517763936-56826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061"/>
    <a:srgbClr val="FFD17D"/>
    <a:srgbClr val="00B0F0"/>
    <a:srgbClr val="F4FBFE"/>
    <a:srgbClr val="99DFF9"/>
    <a:srgbClr val="F3FBFE"/>
    <a:srgbClr val="BDE7F6"/>
    <a:srgbClr val="FFF2CC"/>
    <a:srgbClr val="151515"/>
    <a:srgbClr val="C7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80" autoAdjust="0"/>
    <p:restoredTop sz="87387" autoAdjust="0"/>
  </p:normalViewPr>
  <p:slideViewPr>
    <p:cSldViewPr snapToGrid="0" snapToObjects="1">
      <p:cViewPr varScale="1">
        <p:scale>
          <a:sx n="100" d="100"/>
          <a:sy n="100" d="100"/>
        </p:scale>
        <p:origin x="276" y="78"/>
      </p:cViewPr>
      <p:guideLst>
        <p:guide pos="3817"/>
        <p:guide orient="horz" pos="23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3456" y="102"/>
      </p:cViewPr>
      <p:guideLst>
        <p:guide orient="horz"/>
        <p:guide pos="2141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slide" Target="slides/slide22.xml" /><Relationship Id="rId39" Type="http://schemas.openxmlformats.org/officeDocument/2006/relationships/slide" Target="slides/slide35.xml" /><Relationship Id="rId3" Type="http://schemas.openxmlformats.org/officeDocument/2006/relationships/customXml" Target="../customXml/item3.xml" /><Relationship Id="rId21" Type="http://schemas.openxmlformats.org/officeDocument/2006/relationships/slide" Target="slides/slide17.xml" /><Relationship Id="rId34" Type="http://schemas.openxmlformats.org/officeDocument/2006/relationships/slide" Target="slides/slide30.xml" /><Relationship Id="rId42" Type="http://schemas.openxmlformats.org/officeDocument/2006/relationships/slide" Target="slides/slide38.xml" /><Relationship Id="rId47" Type="http://schemas.openxmlformats.org/officeDocument/2006/relationships/presProps" Target="presProps.xml" /><Relationship Id="rId50" Type="http://schemas.openxmlformats.org/officeDocument/2006/relationships/tableStyles" Target="tableStyle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slide" Target="slides/slide21.xml" /><Relationship Id="rId33" Type="http://schemas.openxmlformats.org/officeDocument/2006/relationships/slide" Target="slides/slide29.xml" /><Relationship Id="rId38" Type="http://schemas.openxmlformats.org/officeDocument/2006/relationships/slide" Target="slides/slide34.xml" /><Relationship Id="rId46" Type="http://schemas.openxmlformats.org/officeDocument/2006/relationships/commentAuthors" Target="commentAuthors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slide" Target="slides/slide25.xml" /><Relationship Id="rId41" Type="http://schemas.openxmlformats.org/officeDocument/2006/relationships/slide" Target="slides/slide37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32" Type="http://schemas.openxmlformats.org/officeDocument/2006/relationships/slide" Target="slides/slide28.xml" /><Relationship Id="rId37" Type="http://schemas.openxmlformats.org/officeDocument/2006/relationships/slide" Target="slides/slide33.xml" /><Relationship Id="rId40" Type="http://schemas.openxmlformats.org/officeDocument/2006/relationships/slide" Target="slides/slide36.xml" /><Relationship Id="rId45" Type="http://schemas.openxmlformats.org/officeDocument/2006/relationships/handoutMaster" Target="handoutMasters/handoutMaster1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slide" Target="slides/slide24.xml" /><Relationship Id="rId36" Type="http://schemas.openxmlformats.org/officeDocument/2006/relationships/slide" Target="slides/slide32.xml" /><Relationship Id="rId49" Type="http://schemas.openxmlformats.org/officeDocument/2006/relationships/theme" Target="theme/theme1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31" Type="http://schemas.openxmlformats.org/officeDocument/2006/relationships/slide" Target="slides/slide27.xml" /><Relationship Id="rId44" Type="http://schemas.openxmlformats.org/officeDocument/2006/relationships/notesMaster" Target="notesMasters/notesMaster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slide" Target="slides/slide23.xml" /><Relationship Id="rId30" Type="http://schemas.openxmlformats.org/officeDocument/2006/relationships/slide" Target="slides/slide26.xml" /><Relationship Id="rId35" Type="http://schemas.openxmlformats.org/officeDocument/2006/relationships/slide" Target="slides/slide31.xml" /><Relationship Id="rId43" Type="http://schemas.openxmlformats.org/officeDocument/2006/relationships/slide" Target="slides/slide39.xml" /><Relationship Id="rId48" Type="http://schemas.openxmlformats.org/officeDocument/2006/relationships/viewProps" Target="viewProps.xml" /><Relationship Id="rId8" Type="http://schemas.openxmlformats.org/officeDocument/2006/relationships/slide" Target="slides/slide4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2437" y="779463"/>
            <a:ext cx="5932800" cy="33377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2437" y="4596397"/>
            <a:ext cx="5932800" cy="5108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540000" indent="-180000" algn="l" defTabSz="1219304" rtl="0" eaLnBrk="1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900000" indent="-180000" algn="l" defTabSz="1219304" rtl="0" eaLnBrk="1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60000" indent="-180000" algn="l" defTabSz="1219304" rtl="0" eaLnBrk="1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20000" indent="-180000" algn="l" defTabSz="1219304" rtl="0" eaLnBrk="1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orient="horz" pos="2886" userDrawn="1">
          <p15:clr>
            <a:srgbClr val="F26B43"/>
          </p15:clr>
        </p15:guide>
        <p15:guide id="3" orient="horz" pos="482" userDrawn="1">
          <p15:clr>
            <a:srgbClr val="F26B43"/>
          </p15:clr>
        </p15:guide>
        <p15:guide id="4" orient="horz" pos="2591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180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372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</p:spTree>
    <p:extLst>
      <p:ext uri="{BB962C8B-B14F-4D97-AF65-F5344CB8AC3E}">
        <p14:creationId xmlns:p14="http://schemas.microsoft.com/office/powerpoint/2010/main" val="3397302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546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484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6934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706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744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0649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</a:rPr>
              <a:t>基于</a:t>
            </a:r>
            <a:r>
              <a:rPr lang="en-US" altLang="zh-CN" dirty="0">
                <a:latin typeface="+mn-lt"/>
                <a:ea typeface="+mn-ea"/>
              </a:rPr>
              <a:t>NDP</a:t>
            </a:r>
            <a:r>
              <a:rPr lang="zh-CN" altLang="en-US" dirty="0">
                <a:latin typeface="+mn-lt"/>
                <a:ea typeface="+mn-ea"/>
              </a:rPr>
              <a:t>的</a:t>
            </a:r>
            <a:r>
              <a:rPr lang="en-US" altLang="zh-CN" dirty="0">
                <a:latin typeface="+mn-lt"/>
                <a:ea typeface="+mn-ea"/>
              </a:rPr>
              <a:t>IPv6</a:t>
            </a:r>
            <a:r>
              <a:rPr lang="zh-CN" altLang="en-US" dirty="0">
                <a:latin typeface="+mn-lt"/>
                <a:ea typeface="+mn-ea"/>
              </a:rPr>
              <a:t>地址无状态自动配置具体过程如下（</a:t>
            </a:r>
            <a:r>
              <a:rPr lang="en-US" altLang="zh-CN" dirty="0">
                <a:latin typeface="+mn-lt"/>
                <a:ea typeface="+mn-ea"/>
              </a:rPr>
              <a:t>DAD</a:t>
            </a:r>
            <a:r>
              <a:rPr lang="zh-CN" altLang="en-US" dirty="0">
                <a:latin typeface="+mn-lt"/>
                <a:ea typeface="+mn-ea"/>
              </a:rPr>
              <a:t>略）：</a:t>
            </a:r>
            <a:endParaRPr lang="zh-CN" altLang="zh-CN" dirty="0">
              <a:latin typeface="+mn-lt"/>
              <a:ea typeface="+mn-ea"/>
            </a:endParaRPr>
          </a:p>
          <a:p>
            <a:pPr marL="588600" lvl="1" indent="-228600">
              <a:buSzPct val="100000"/>
              <a:buFont typeface="+mj-lt"/>
              <a:buAutoNum type="arabicPeriod"/>
            </a:pPr>
            <a:r>
              <a:rPr lang="en-US" altLang="zh-CN" dirty="0">
                <a:latin typeface="+mn-lt"/>
                <a:ea typeface="+mn-ea"/>
              </a:rPr>
              <a:t>PC1</a:t>
            </a:r>
            <a:r>
              <a:rPr lang="zh-CN" altLang="zh-CN" dirty="0">
                <a:latin typeface="+mn-lt"/>
                <a:ea typeface="+mn-ea"/>
              </a:rPr>
              <a:t>首先</a:t>
            </a:r>
            <a:r>
              <a:rPr lang="zh-CN" altLang="en-US" dirty="0">
                <a:latin typeface="+mn-lt"/>
                <a:ea typeface="+mn-ea"/>
              </a:rPr>
              <a:t>生成链路本地地址</a:t>
            </a:r>
            <a:r>
              <a:rPr lang="en-US" altLang="zh-CN" dirty="0">
                <a:latin typeface="+mn-lt"/>
                <a:ea typeface="+mn-ea"/>
              </a:rPr>
              <a:t>FE80::1002</a:t>
            </a:r>
            <a:r>
              <a:rPr lang="zh-CN" altLang="en-US" dirty="0">
                <a:latin typeface="+mn-lt"/>
                <a:ea typeface="+mn-ea"/>
              </a:rPr>
              <a:t>，然后</a:t>
            </a:r>
            <a:r>
              <a:rPr lang="zh-CN" altLang="zh-CN" dirty="0">
                <a:latin typeface="+mn-lt"/>
                <a:ea typeface="+mn-ea"/>
              </a:rPr>
              <a:t>向本地链接中所有路由器</a:t>
            </a:r>
            <a:r>
              <a:rPr lang="zh-CN" altLang="en-US" dirty="0">
                <a:latin typeface="+mn-lt"/>
                <a:ea typeface="+mn-ea"/>
              </a:rPr>
              <a:t>发送</a:t>
            </a:r>
            <a:r>
              <a:rPr lang="zh-CN" altLang="zh-CN" dirty="0">
                <a:latin typeface="+mn-lt"/>
                <a:ea typeface="+mn-ea"/>
              </a:rPr>
              <a:t>路由器请求</a:t>
            </a:r>
            <a:r>
              <a:rPr lang="zh-CN" altLang="en-US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RS</a:t>
            </a:r>
            <a:r>
              <a:rPr lang="zh-CN" altLang="en-US" dirty="0">
                <a:latin typeface="+mn-lt"/>
                <a:ea typeface="+mn-ea"/>
              </a:rPr>
              <a:t>）。</a:t>
            </a:r>
            <a:endParaRPr lang="zh-CN" altLang="zh-CN" dirty="0">
              <a:latin typeface="+mn-lt"/>
              <a:ea typeface="+mn-ea"/>
            </a:endParaRPr>
          </a:p>
          <a:p>
            <a:pPr marL="588600" lvl="1" indent="-228600">
              <a:buSzPct val="100000"/>
              <a:buFont typeface="+mj-lt"/>
              <a:buAutoNum type="arabicPeriod"/>
            </a:pPr>
            <a:r>
              <a:rPr lang="en-US" altLang="zh-CN" dirty="0">
                <a:latin typeface="+mn-lt"/>
                <a:ea typeface="+mn-ea"/>
              </a:rPr>
              <a:t>R1</a:t>
            </a:r>
            <a:r>
              <a:rPr lang="zh-CN" altLang="en-US" dirty="0">
                <a:latin typeface="+mn-lt"/>
                <a:ea typeface="+mn-ea"/>
              </a:rPr>
              <a:t>发送</a:t>
            </a:r>
            <a:r>
              <a:rPr lang="en-US" altLang="zh-CN" dirty="0">
                <a:latin typeface="+mn-lt"/>
                <a:ea typeface="+mn-ea"/>
              </a:rPr>
              <a:t>RA</a:t>
            </a:r>
            <a:r>
              <a:rPr lang="zh-CN" altLang="zh-CN" dirty="0">
                <a:latin typeface="+mn-lt"/>
                <a:ea typeface="+mn-ea"/>
              </a:rPr>
              <a:t>携带着用于无状态地址自动配置的前缀信息</a:t>
            </a:r>
            <a:r>
              <a:rPr lang="zh-CN" altLang="en-US" dirty="0">
                <a:latin typeface="+mn-lt"/>
                <a:ea typeface="+mn-ea"/>
              </a:rPr>
              <a:t>，本例中，该前缀为</a:t>
            </a:r>
            <a:r>
              <a:rPr lang="en-US" altLang="zh-CN" dirty="0">
                <a:latin typeface="+mn-lt"/>
                <a:ea typeface="+mn-ea"/>
              </a:rPr>
              <a:t>2001:DB8::/64</a:t>
            </a:r>
            <a:r>
              <a:rPr lang="zh-CN" altLang="zh-CN" dirty="0">
                <a:latin typeface="+mn-lt"/>
                <a:ea typeface="+mn-ea"/>
              </a:rPr>
              <a:t>。</a:t>
            </a:r>
          </a:p>
          <a:p>
            <a:pPr marL="588600" lvl="1" indent="-228600">
              <a:buSzPct val="100000"/>
              <a:buFont typeface="+mj-lt"/>
              <a:buAutoNum type="arabicPeriod"/>
            </a:pPr>
            <a:r>
              <a:rPr lang="en-US" altLang="zh-CN" dirty="0">
                <a:latin typeface="+mn-lt"/>
                <a:ea typeface="+mn-ea"/>
              </a:rPr>
              <a:t>PC1</a:t>
            </a:r>
            <a:r>
              <a:rPr lang="zh-CN" altLang="zh-CN" dirty="0">
                <a:latin typeface="+mn-lt"/>
                <a:ea typeface="+mn-ea"/>
              </a:rPr>
              <a:t>收到</a:t>
            </a:r>
            <a:r>
              <a:rPr lang="en-US" altLang="zh-CN" dirty="0">
                <a:latin typeface="+mn-lt"/>
                <a:ea typeface="+mn-ea"/>
              </a:rPr>
              <a:t>RA</a:t>
            </a:r>
            <a:r>
              <a:rPr lang="zh-CN" altLang="zh-CN" dirty="0">
                <a:latin typeface="+mn-lt"/>
                <a:ea typeface="+mn-ea"/>
              </a:rPr>
              <a:t>报文后，根据</a:t>
            </a:r>
            <a:r>
              <a:rPr lang="en-US" altLang="zh-CN" dirty="0">
                <a:latin typeface="+mn-lt"/>
                <a:ea typeface="+mn-ea"/>
              </a:rPr>
              <a:t>RA</a:t>
            </a:r>
            <a:r>
              <a:rPr lang="zh-CN" altLang="zh-CN" dirty="0">
                <a:latin typeface="+mn-lt"/>
                <a:ea typeface="+mn-ea"/>
              </a:rPr>
              <a:t>报文中携带的前缀信息加上接口</a:t>
            </a:r>
            <a:r>
              <a:rPr lang="en-US" altLang="zh-CN" dirty="0">
                <a:latin typeface="+mn-lt"/>
                <a:ea typeface="+mn-ea"/>
              </a:rPr>
              <a:t>ID</a:t>
            </a:r>
            <a:r>
              <a:rPr lang="zh-CN" altLang="zh-CN" dirty="0">
                <a:latin typeface="+mn-lt"/>
                <a:ea typeface="+mn-ea"/>
              </a:rPr>
              <a:t>生成</a:t>
            </a:r>
            <a:r>
              <a:rPr lang="en-US" altLang="zh-CN" dirty="0">
                <a:latin typeface="+mn-lt"/>
                <a:ea typeface="+mn-ea"/>
              </a:rPr>
              <a:t>IPv6</a:t>
            </a:r>
            <a:r>
              <a:rPr lang="zh-CN" altLang="en-US" dirty="0">
                <a:latin typeface="+mn-lt"/>
                <a:ea typeface="+mn-ea"/>
              </a:rPr>
              <a:t>地址</a:t>
            </a:r>
            <a:r>
              <a:rPr kumimoji="1" lang="en-US" altLang="zh-CN" sz="1100" dirty="0">
                <a:solidFill>
                  <a:srgbClr val="EC7061"/>
                </a:solidFill>
              </a:rPr>
              <a:t>2001:DB8::1002</a:t>
            </a:r>
            <a:r>
              <a:rPr lang="zh-CN" altLang="zh-CN" dirty="0">
                <a:latin typeface="+mn-lt"/>
                <a:ea typeface="+mn-ea"/>
              </a:rPr>
              <a:t>。</a:t>
            </a:r>
            <a:endParaRPr lang="zh-CN" altLang="en-US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4874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9418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3423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45348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6490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9362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8949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有效时间（</a:t>
            </a:r>
            <a:r>
              <a:rPr lang="en-US" altLang="zh-CN" dirty="0"/>
              <a:t>Valid Lifetime</a:t>
            </a:r>
            <a:r>
              <a:rPr lang="zh-CN" altLang="en-US" dirty="0"/>
              <a:t>）：地址</a:t>
            </a:r>
            <a:r>
              <a:rPr lang="en-US" altLang="zh-CN" dirty="0"/>
              <a:t>/</a:t>
            </a:r>
            <a:r>
              <a:rPr lang="zh-CN" altLang="en-US" dirty="0"/>
              <a:t>前缀的生命周期。用于指定地址</a:t>
            </a:r>
            <a:r>
              <a:rPr lang="en-US" altLang="zh-CN" dirty="0"/>
              <a:t>/</a:t>
            </a:r>
            <a:r>
              <a:rPr lang="zh-CN" altLang="en-US" dirty="0"/>
              <a:t>前缀的过期时间，过期后所有使用该地址</a:t>
            </a:r>
            <a:r>
              <a:rPr lang="en-US" altLang="zh-CN" dirty="0"/>
              <a:t>/</a:t>
            </a:r>
            <a:r>
              <a:rPr lang="zh-CN" altLang="en-US" dirty="0"/>
              <a:t>前缀的用户下线。此时间必须配置为不小于</a:t>
            </a:r>
            <a:r>
              <a:rPr lang="en-US" altLang="zh-CN" dirty="0"/>
              <a:t>3</a:t>
            </a:r>
            <a:r>
              <a:rPr lang="zh-CN" altLang="en-US" dirty="0"/>
              <a:t>小时，且不得小于优先级时间。</a:t>
            </a:r>
          </a:p>
          <a:p>
            <a:pPr marL="180000" marR="0" lvl="0" indent="-180000" algn="l" defTabSz="1219304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zh-CN" altLang="en-US" sz="1100" dirty="0"/>
              <a:t>优选</a:t>
            </a:r>
            <a:r>
              <a:rPr lang="zh-CN" altLang="zh-CN" sz="1100" dirty="0"/>
              <a:t>时间</a:t>
            </a:r>
            <a:r>
              <a:rPr lang="zh-CN" altLang="en-US" sz="1100" dirty="0"/>
              <a:t>（</a:t>
            </a:r>
            <a:r>
              <a:rPr lang="en-US" altLang="zh-CN" sz="1100" dirty="0"/>
              <a:t>Preferred Lifetime</a:t>
            </a:r>
            <a:r>
              <a:rPr lang="zh-CN" altLang="en-US" sz="1100" dirty="0"/>
              <a:t>）</a:t>
            </a:r>
            <a:r>
              <a:rPr lang="zh-CN" altLang="zh-CN" sz="1100" dirty="0"/>
              <a:t>：</a:t>
            </a:r>
            <a:r>
              <a:rPr lang="zh-CN" altLang="en-US" sz="1100" dirty="0"/>
              <a:t>用于计算</a:t>
            </a:r>
            <a:r>
              <a:rPr lang="zh-CN" altLang="zh-CN" sz="1100" dirty="0"/>
              <a:t>续租时间</a:t>
            </a:r>
            <a:r>
              <a:rPr lang="zh-CN" altLang="en-US" sz="1100" dirty="0"/>
              <a:t>和重绑定时间。此时间必须配置为不小于</a:t>
            </a:r>
            <a:r>
              <a:rPr lang="en-US" altLang="zh-CN" sz="1100" dirty="0"/>
              <a:t>2</a:t>
            </a:r>
            <a:r>
              <a:rPr lang="zh-CN" altLang="en-US" sz="1100" dirty="0"/>
              <a:t>小时。</a:t>
            </a:r>
            <a:endParaRPr lang="zh-CN" altLang="zh-CN" sz="1100" dirty="0"/>
          </a:p>
        </p:txBody>
      </p:sp>
    </p:spTree>
    <p:extLst>
      <p:ext uri="{BB962C8B-B14F-4D97-AF65-F5344CB8AC3E}">
        <p14:creationId xmlns:p14="http://schemas.microsoft.com/office/powerpoint/2010/main" val="1073343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ctr" latinLnBrk="0" hangingPunct="1"/>
            <a:endParaRPr lang="zh-CN" altLang="en-US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97283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两步交换可以提高</a:t>
            </a:r>
            <a:r>
              <a:rPr lang="en-US" altLang="zh-CN" dirty="0"/>
              <a:t>DHCPv6</a:t>
            </a:r>
            <a:r>
              <a:rPr lang="zh-CN" altLang="en-US" dirty="0"/>
              <a:t>分配过程的效率，但适用在网络中只存在一台</a:t>
            </a:r>
            <a:r>
              <a:rPr lang="en-US" altLang="zh-CN" dirty="0"/>
              <a:t>DHCPv6</a:t>
            </a:r>
            <a:r>
              <a:rPr lang="zh-CN" altLang="en-US" dirty="0"/>
              <a:t>服务器的情况下。在有多个</a:t>
            </a:r>
            <a:r>
              <a:rPr lang="en-US" altLang="zh-CN" dirty="0"/>
              <a:t>DHCPv6</a:t>
            </a:r>
            <a:r>
              <a:rPr lang="zh-CN" altLang="en-US" dirty="0"/>
              <a:t>服务器的网络中，多个</a:t>
            </a:r>
            <a:r>
              <a:rPr lang="en-US" altLang="zh-CN" dirty="0"/>
              <a:t>DHCPv6</a:t>
            </a:r>
            <a:r>
              <a:rPr lang="zh-CN" altLang="en-US" dirty="0"/>
              <a:t>服务器都可以为</a:t>
            </a:r>
            <a:r>
              <a:rPr lang="en-US" altLang="zh-CN" dirty="0"/>
              <a:t>DHCPv6</a:t>
            </a:r>
            <a:r>
              <a:rPr lang="zh-CN" altLang="en-US" dirty="0"/>
              <a:t>客户端分配</a:t>
            </a:r>
            <a:r>
              <a:rPr lang="en-US" altLang="zh-CN"/>
              <a:t>IPv6</a:t>
            </a:r>
            <a:r>
              <a:rPr lang="zh-CN" altLang="en-US"/>
              <a:t>地址</a:t>
            </a:r>
            <a:r>
              <a:rPr lang="en-US" altLang="zh-CN" sz="1100"/>
              <a:t>/</a:t>
            </a:r>
            <a:r>
              <a:rPr lang="zh-CN" altLang="en-US" sz="1100"/>
              <a:t>前缀</a:t>
            </a:r>
            <a:r>
              <a:rPr lang="zh-CN" altLang="en-US"/>
              <a:t>和</a:t>
            </a:r>
            <a:r>
              <a:rPr lang="zh-CN" altLang="en-US" dirty="0"/>
              <a:t>其他配置参数，但是客户端</a:t>
            </a:r>
            <a:r>
              <a:rPr lang="zh-CN" altLang="en-US"/>
              <a:t>实际只能</a:t>
            </a:r>
            <a:r>
              <a:rPr lang="zh-CN" altLang="en-US" dirty="0"/>
              <a:t>使用其中一个服务器为其分配的</a:t>
            </a:r>
            <a:r>
              <a:rPr lang="en-US" altLang="zh-CN"/>
              <a:t>IPv6</a:t>
            </a:r>
            <a:r>
              <a:rPr lang="zh-CN" altLang="en-US"/>
              <a:t>地址</a:t>
            </a:r>
            <a:r>
              <a:rPr lang="en-US" altLang="zh-CN" sz="1100"/>
              <a:t>/</a:t>
            </a:r>
            <a:r>
              <a:rPr lang="zh-CN" altLang="en-US" sz="1100"/>
              <a:t>前缀</a:t>
            </a:r>
            <a:r>
              <a:rPr lang="zh-CN" altLang="en-US"/>
              <a:t>和</a:t>
            </a:r>
            <a:r>
              <a:rPr lang="zh-CN" altLang="en-US" dirty="0"/>
              <a:t>配置</a:t>
            </a:r>
            <a:r>
              <a:rPr lang="zh-CN" altLang="en-US"/>
              <a:t>参数。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91079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9405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endParaRPr lang="zh-CN" alt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858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z="1100" dirty="0"/>
              <a:t>在主机生成链路本地地址并检测无地址冲突后，会首先发起路由器发现过程，即主机发送</a:t>
            </a:r>
            <a:r>
              <a:rPr lang="en-US" altLang="zh-CN" sz="1100" dirty="0"/>
              <a:t>RS</a:t>
            </a:r>
            <a:r>
              <a:rPr lang="zh-CN" altLang="en-US" sz="1100" dirty="0"/>
              <a:t>报文，路由器回应</a:t>
            </a:r>
            <a:r>
              <a:rPr lang="en-US" altLang="zh-CN" sz="1100" dirty="0"/>
              <a:t>RA</a:t>
            </a:r>
            <a:r>
              <a:rPr lang="zh-CN" altLang="en-US" sz="1100" dirty="0"/>
              <a:t>报文。如果</a:t>
            </a:r>
            <a:r>
              <a:rPr lang="en-US" altLang="zh-CN" sz="1100" dirty="0"/>
              <a:t>RA</a:t>
            </a:r>
            <a:r>
              <a:rPr lang="zh-CN" altLang="en-US" sz="1100" dirty="0"/>
              <a:t>报文中</a:t>
            </a:r>
            <a:r>
              <a:rPr lang="en-US" altLang="zh-CN" sz="1100" dirty="0"/>
              <a:t>M-bit</a:t>
            </a:r>
            <a:r>
              <a:rPr lang="zh-CN" altLang="en-US" sz="1100" dirty="0"/>
              <a:t>为</a:t>
            </a:r>
            <a:r>
              <a:rPr lang="en-US" altLang="zh-CN" sz="1100" dirty="0"/>
              <a:t>0</a:t>
            </a:r>
            <a:r>
              <a:rPr lang="zh-CN" altLang="en-US" sz="1100" dirty="0"/>
              <a:t>，</a:t>
            </a:r>
            <a:r>
              <a:rPr lang="en-US" altLang="zh-CN" sz="1100" dirty="0"/>
              <a:t>O-bit</a:t>
            </a:r>
            <a:r>
              <a:rPr lang="zh-CN" altLang="en-US" sz="1100" dirty="0"/>
              <a:t>为</a:t>
            </a:r>
            <a:r>
              <a:rPr lang="en-US" altLang="zh-CN" sz="1100" dirty="0"/>
              <a:t>1</a:t>
            </a:r>
            <a:r>
              <a:rPr lang="zh-CN" altLang="en-US" sz="1100" dirty="0"/>
              <a:t>，则表示主机将通过</a:t>
            </a:r>
            <a:r>
              <a:rPr lang="en-US" altLang="zh-CN" sz="1100" dirty="0"/>
              <a:t>DHCPv6</a:t>
            </a:r>
            <a:r>
              <a:rPr lang="zh-CN" altLang="en-US" sz="1100" dirty="0"/>
              <a:t>无状态自动配置来获取除地址</a:t>
            </a:r>
            <a:r>
              <a:rPr lang="en-US" altLang="zh-CN" sz="1100" dirty="0"/>
              <a:t>/</a:t>
            </a:r>
            <a:r>
              <a:rPr lang="zh-CN" altLang="en-US" sz="1100" dirty="0"/>
              <a:t>前缀外的其他配置参数，如</a:t>
            </a:r>
            <a:r>
              <a:rPr lang="en-US" altLang="zh-CN" sz="1100" dirty="0"/>
              <a:t>DNS</a:t>
            </a:r>
            <a:r>
              <a:rPr lang="zh-CN" altLang="en-US" sz="1100" dirty="0"/>
              <a:t>、</a:t>
            </a:r>
            <a:r>
              <a:rPr lang="en-US" altLang="zh-CN" sz="1100" dirty="0"/>
              <a:t>SIP</a:t>
            </a:r>
            <a:r>
              <a:rPr lang="zh-CN" altLang="en-US" sz="1100" dirty="0"/>
              <a:t>、</a:t>
            </a:r>
            <a:r>
              <a:rPr lang="en-US" altLang="zh-CN" sz="1100" dirty="0"/>
              <a:t>SNTP</a:t>
            </a:r>
            <a:r>
              <a:rPr lang="zh-CN" altLang="en-US" sz="1100" dirty="0"/>
              <a:t>等服务器配置信息等。</a:t>
            </a:r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1660568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en-US" altLang="zh-CN" sz="1100" dirty="0"/>
              <a:t>DHCPv6 PD</a:t>
            </a:r>
            <a:r>
              <a:rPr lang="zh-CN" altLang="en-US" sz="1100" dirty="0"/>
              <a:t>一般用于网络中存在路由器（如本例中的</a:t>
            </a:r>
            <a:r>
              <a:rPr lang="en-US" altLang="zh-CN" sz="1100" dirty="0"/>
              <a:t>DHCPv6</a:t>
            </a:r>
            <a:r>
              <a:rPr lang="zh-CN" altLang="en-US" sz="1100" dirty="0"/>
              <a:t>客户端）需要继续为下连的</a:t>
            </a:r>
            <a:r>
              <a:rPr lang="en-US" altLang="zh-CN" sz="1100" dirty="0"/>
              <a:t>IPv6</a:t>
            </a:r>
            <a:r>
              <a:rPr lang="zh-CN" altLang="en-US" sz="1100" dirty="0"/>
              <a:t>主机分配前缀的场景，实现主机的地址自动配置，从而完成整个</a:t>
            </a:r>
            <a:r>
              <a:rPr lang="en-US" altLang="zh-CN" sz="1100" dirty="0"/>
              <a:t>IPv6</a:t>
            </a:r>
            <a:r>
              <a:rPr lang="zh-CN" altLang="en-US" sz="1100" dirty="0"/>
              <a:t>网络的层次化布局。</a:t>
            </a:r>
            <a:endParaRPr lang="en-US" altLang="zh-CN" sz="1100" dirty="0"/>
          </a:p>
          <a:p>
            <a:pPr marL="180000" marR="0" lvl="0" indent="-180000" algn="l" defTabSz="1219304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zh-CN" altLang="en-US" sz="1100" dirty="0"/>
              <a:t>第</a:t>
            </a:r>
            <a:r>
              <a:rPr lang="en-US" altLang="zh-CN" sz="1100" dirty="0"/>
              <a:t>1</a:t>
            </a:r>
            <a:r>
              <a:rPr lang="zh-CN" altLang="en-US" sz="1100" dirty="0"/>
              <a:t>步中，</a:t>
            </a:r>
            <a:r>
              <a:rPr lang="en-US" altLang="zh-CN" sz="1100" dirty="0"/>
              <a:t>DHCPv6</a:t>
            </a:r>
            <a:r>
              <a:rPr lang="zh-CN" altLang="en-US" sz="1100" dirty="0"/>
              <a:t>客户端请求</a:t>
            </a:r>
            <a:r>
              <a:rPr lang="en-US" altLang="zh-CN" sz="1100" dirty="0"/>
              <a:t>DHCPv6</a:t>
            </a:r>
            <a:r>
              <a:rPr lang="zh-CN" altLang="en-US" sz="1100" dirty="0"/>
              <a:t>服务器为其分配</a:t>
            </a:r>
            <a:r>
              <a:rPr lang="en-US" altLang="zh-CN" sz="1100" dirty="0"/>
              <a:t>IA_NA</a:t>
            </a:r>
            <a:r>
              <a:rPr lang="zh-CN" altLang="en-US" sz="1100" dirty="0"/>
              <a:t>地址和</a:t>
            </a:r>
            <a:r>
              <a:rPr lang="en-US" altLang="zh-CN" sz="1100" dirty="0"/>
              <a:t>IA_PD</a:t>
            </a:r>
            <a:r>
              <a:rPr lang="zh-CN" altLang="en-US" sz="1100" dirty="0"/>
              <a:t>前缀，</a:t>
            </a:r>
            <a:r>
              <a:rPr lang="en-US" altLang="zh-CN" sz="1100" dirty="0"/>
              <a:t>IA_NA</a:t>
            </a:r>
            <a:r>
              <a:rPr lang="zh-CN" altLang="en-US" sz="1100" dirty="0"/>
              <a:t>可以理解为服务器为客户端</a:t>
            </a:r>
            <a:r>
              <a:rPr lang="en-US" altLang="zh-CN" sz="1100" dirty="0"/>
              <a:t>WAN</a:t>
            </a:r>
            <a:r>
              <a:rPr lang="zh-CN" altLang="en-US" sz="1100" dirty="0"/>
              <a:t>口分配的地址，</a:t>
            </a:r>
            <a:r>
              <a:rPr lang="en-US" altLang="zh-CN" sz="1100" dirty="0"/>
              <a:t>IA_PD</a:t>
            </a:r>
            <a:r>
              <a:rPr lang="zh-CN" altLang="en-US" sz="1100" dirty="0"/>
              <a:t>可以理解为服务器为客户端的</a:t>
            </a:r>
            <a:r>
              <a:rPr lang="en-US" altLang="zh-CN" sz="1100" dirty="0"/>
              <a:t>LAN</a:t>
            </a:r>
            <a:r>
              <a:rPr lang="zh-CN" altLang="en-US" sz="1100" dirty="0"/>
              <a:t>侧分配的前缀。</a:t>
            </a:r>
          </a:p>
        </p:txBody>
      </p:sp>
    </p:spTree>
    <p:extLst>
      <p:ext uri="{BB962C8B-B14F-4D97-AF65-F5344CB8AC3E}">
        <p14:creationId xmlns:p14="http://schemas.microsoft.com/office/powerpoint/2010/main" val="34952794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336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zh-CN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9431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82339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12522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75980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20233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0329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4" name="备注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056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4" name="备注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215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6226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563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04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283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zh-CN" dirty="0"/>
              <a:t>D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dirty="0"/>
              <a:t>ABCDE</a:t>
            </a:r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</p:spTree>
    <p:extLst>
      <p:ext uri="{BB962C8B-B14F-4D97-AF65-F5344CB8AC3E}">
        <p14:creationId xmlns:p14="http://schemas.microsoft.com/office/powerpoint/2010/main" val="21891622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62414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84200" y="765175"/>
            <a:ext cx="5930900" cy="3336925"/>
          </a:xfrm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419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63518714"/>
              </p:ext>
            </p:extLst>
          </p:nvPr>
        </p:nvGraphicFramePr>
        <p:xfrm>
          <a:off x="1007140" y="1254490"/>
          <a:ext cx="10460715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1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80704855"/>
              </p:ext>
            </p:extLst>
          </p:nvPr>
        </p:nvGraphicFramePr>
        <p:xfrm>
          <a:off x="1007140" y="2776902"/>
          <a:ext cx="10460714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1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825692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825692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825692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825692"/>
            <a:ext cx="2351079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37386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37386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37386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337858"/>
            <a:ext cx="2351342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t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修订记录</a:t>
            </a:r>
            <a:endParaRPr lang="zh-CN" altLang="en-US" sz="3499" b="1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998" i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本页</a:t>
            </a:r>
            <a:r>
              <a:rPr lang="zh-CN" altLang="en-US" sz="3998" i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3877918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3877918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3877918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841914"/>
            <a:ext cx="2351342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345970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345970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345970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345970"/>
            <a:ext cx="2351342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886030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886030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886030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886030"/>
            <a:ext cx="2351342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35408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35408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35408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354082"/>
            <a:ext cx="2351342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708728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2"/>
          <a:stretch/>
        </p:blipFill>
        <p:spPr bwMode="auto">
          <a:xfrm>
            <a:off x="0" y="42"/>
            <a:ext cx="12187239" cy="685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1030893" y="4957156"/>
            <a:ext cx="10437489" cy="831600"/>
          </a:xfrm>
          <a:ln algn="ctr"/>
        </p:spPr>
        <p:txBody>
          <a:bodyPr lIns="87802" tIns="43901" rIns="87802" bIns="43901"/>
          <a:lstStyle>
            <a:lvl1pPr algn="l" defTabSz="801367" rtl="0" eaLnBrk="0" fontAlgn="auto" hangingPunct="0">
              <a:spcBef>
                <a:spcPct val="0"/>
              </a:spcBef>
              <a:spcAft>
                <a:spcPct val="0"/>
              </a:spcAft>
              <a:defRPr lang="zh-CN" altLang="en-US" sz="4298" b="1" kern="1200" dirty="0">
                <a:solidFill>
                  <a:srgbClr val="0070C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文本占位符 29"/>
          <p:cNvSpPr>
            <a:spLocks noGrp="1"/>
          </p:cNvSpPr>
          <p:nvPr>
            <p:ph type="body" sz="quarter" idx="10"/>
          </p:nvPr>
        </p:nvSpPr>
        <p:spPr>
          <a:xfrm>
            <a:off x="1030892" y="5816120"/>
            <a:ext cx="6909301" cy="493200"/>
          </a:xfrm>
        </p:spPr>
        <p:txBody>
          <a:bodyPr/>
          <a:lstStyle>
            <a:lvl1pPr marL="0" indent="0" algn="l" defTabSz="801367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zh-CN" altLang="en-US" sz="1999" kern="1200" dirty="0" smtClean="0">
                <a:solidFill>
                  <a:srgbClr val="0070C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Rectangle 54">
            <a:extLst>
              <a:ext uri="{FF2B5EF4-FFF2-40B4-BE49-F238E27FC236}">
                <a16:creationId xmlns:a16="http://schemas.microsoft.com/office/drawing/2014/main" id="{2078FA11-5569-4994-AEB7-1AF5CAC76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7058" y="6500581"/>
            <a:ext cx="2572620" cy="2655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70" tIns="40036" rIns="80070" bIns="40036">
            <a:spAutoFit/>
          </a:bodyPr>
          <a:lstStyle/>
          <a:p>
            <a:pPr defTabSz="801347" eaLnBrk="0" fontAlgn="base" hangingPunct="0">
              <a:defRPr/>
            </a:pPr>
            <a:r>
              <a:rPr lang="zh-CN" altLang="en-US" sz="1200" baseline="0" dirty="0">
                <a:latin typeface="+mn-lt"/>
                <a:ea typeface="+mn-ea"/>
                <a:cs typeface="Arial" pitchFamily="34" charset="0"/>
              </a:rPr>
              <a:t>版权所有</a:t>
            </a:r>
            <a:r>
              <a:rPr lang="en-US" altLang="zh-CN" sz="1200" baseline="0">
                <a:latin typeface="+mn-lt"/>
                <a:ea typeface="+mn-ea"/>
                <a:cs typeface="Arial" pitchFamily="34" charset="0"/>
              </a:rPr>
              <a:t>© 2020 </a:t>
            </a:r>
            <a:r>
              <a:rPr lang="zh-CN" altLang="en-US" sz="1200" baseline="0" dirty="0">
                <a:latin typeface="+mn-lt"/>
                <a:ea typeface="+mn-ea"/>
                <a:cs typeface="Arial" pitchFamily="34" charset="0"/>
              </a:rPr>
              <a:t>华为技术有限公司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026" y="251069"/>
            <a:ext cx="1964832" cy="43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#前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565" y="1233488"/>
            <a:ext cx="11274935" cy="4679788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fontAlgn="auto">
              <a:buClrTx/>
              <a:buSzPct val="100000"/>
              <a:buFont typeface="Huawei Sans" panose="020C0503030203020204" pitchFamily="34" charset="0"/>
              <a:buChar char="▫"/>
              <a:defRPr>
                <a:solidFill>
                  <a:schemeClr val="tx1"/>
                </a:solidFill>
                <a:latin typeface="+mn-lt"/>
              </a:defRPr>
            </a:lvl2pPr>
            <a:lvl3pPr fontAlgn="auto">
              <a:defRPr lang="zh-CN" altLang="en-US" dirty="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 fontAlgn="auto">
              <a:defRPr>
                <a:latin typeface="+mn-lt"/>
              </a:defRPr>
            </a:lvl4pPr>
            <a:lvl5pPr marL="1802879" indent="-201519" fontAlgn="auto">
              <a:buClrTx/>
              <a:buFont typeface="Huawei Sans" panose="020C0503030203020204" pitchFamily="34" charset="0"/>
              <a:buChar char="~"/>
              <a:defRPr>
                <a:latin typeface="+mn-lt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18ED692C-39CB-4AC0-81F6-D21CDD086EE4}"/>
              </a:ext>
            </a:extLst>
          </p:cNvPr>
          <p:cNvSpPr txBox="1"/>
          <p:nvPr userDrawn="1"/>
        </p:nvSpPr>
        <p:spPr bwMode="auto">
          <a:xfrm>
            <a:off x="1594877" y="408780"/>
            <a:ext cx="1664752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41" tIns="49967" rIns="99941" bIns="49967" rtlCol="0">
            <a:spAutoFit/>
          </a:bodyPr>
          <a:lstStyle/>
          <a:p>
            <a:pPr algn="l" defTabSz="1001223" eaLnBrk="0" fontAlgn="auto" hangingPunct="0"/>
            <a:r>
              <a:rPr lang="zh-CN" altLang="en-US" sz="3499" b="1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rPr>
              <a:t>前言</a:t>
            </a:r>
          </a:p>
        </p:txBody>
      </p:sp>
      <p:sp>
        <p:nvSpPr>
          <p:cNvPr id="17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18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335229" y="498828"/>
            <a:ext cx="627913" cy="459460"/>
            <a:chOff x="3275013" y="1363663"/>
            <a:chExt cx="5645150" cy="4129087"/>
          </a:xfrm>
          <a:solidFill>
            <a:schemeClr val="bg1"/>
          </a:solidFill>
        </p:grpSpPr>
        <p:sp>
          <p:nvSpPr>
            <p:cNvPr id="20" name="Freeform 6"/>
            <p:cNvSpPr>
              <a:spLocks noEditPoints="1"/>
            </p:cNvSpPr>
            <p:nvPr/>
          </p:nvSpPr>
          <p:spPr bwMode="auto">
            <a:xfrm>
              <a:off x="3275013" y="1363663"/>
              <a:ext cx="5645150" cy="4129087"/>
            </a:xfrm>
            <a:custGeom>
              <a:avLst/>
              <a:gdLst>
                <a:gd name="T0" fmla="*/ 1410 w 1505"/>
                <a:gd name="T1" fmla="*/ 250 h 1101"/>
                <a:gd name="T2" fmla="*/ 780 w 1505"/>
                <a:gd name="T3" fmla="*/ 250 h 1101"/>
                <a:gd name="T4" fmla="*/ 780 w 1505"/>
                <a:gd name="T5" fmla="*/ 81 h 1101"/>
                <a:gd name="T6" fmla="*/ 699 w 1505"/>
                <a:gd name="T7" fmla="*/ 0 h 1101"/>
                <a:gd name="T8" fmla="*/ 81 w 1505"/>
                <a:gd name="T9" fmla="*/ 0 h 1101"/>
                <a:gd name="T10" fmla="*/ 0 w 1505"/>
                <a:gd name="T11" fmla="*/ 81 h 1101"/>
                <a:gd name="T12" fmla="*/ 0 w 1505"/>
                <a:gd name="T13" fmla="*/ 464 h 1101"/>
                <a:gd name="T14" fmla="*/ 81 w 1505"/>
                <a:gd name="T15" fmla="*/ 545 h 1101"/>
                <a:gd name="T16" fmla="*/ 124 w 1505"/>
                <a:gd name="T17" fmla="*/ 545 h 1101"/>
                <a:gd name="T18" fmla="*/ 124 w 1505"/>
                <a:gd name="T19" fmla="*/ 668 h 1101"/>
                <a:gd name="T20" fmla="*/ 137 w 1505"/>
                <a:gd name="T21" fmla="*/ 688 h 1101"/>
                <a:gd name="T22" fmla="*/ 147 w 1505"/>
                <a:gd name="T23" fmla="*/ 690 h 1101"/>
                <a:gd name="T24" fmla="*/ 161 w 1505"/>
                <a:gd name="T25" fmla="*/ 685 h 1101"/>
                <a:gd name="T26" fmla="*/ 316 w 1505"/>
                <a:gd name="T27" fmla="*/ 554 h 1101"/>
                <a:gd name="T28" fmla="*/ 341 w 1505"/>
                <a:gd name="T29" fmla="*/ 545 h 1101"/>
                <a:gd name="T30" fmla="*/ 542 w 1505"/>
                <a:gd name="T31" fmla="*/ 545 h 1101"/>
                <a:gd name="T32" fmla="*/ 542 w 1505"/>
                <a:gd name="T33" fmla="*/ 824 h 1101"/>
                <a:gd name="T34" fmla="*/ 637 w 1505"/>
                <a:gd name="T35" fmla="*/ 919 h 1101"/>
                <a:gd name="T36" fmla="*/ 1084 w 1505"/>
                <a:gd name="T37" fmla="*/ 919 h 1101"/>
                <a:gd name="T38" fmla="*/ 1120 w 1505"/>
                <a:gd name="T39" fmla="*/ 932 h 1101"/>
                <a:gd name="T40" fmla="*/ 1313 w 1505"/>
                <a:gd name="T41" fmla="*/ 1096 h 1101"/>
                <a:gd name="T42" fmla="*/ 1328 w 1505"/>
                <a:gd name="T43" fmla="*/ 1101 h 1101"/>
                <a:gd name="T44" fmla="*/ 1337 w 1505"/>
                <a:gd name="T45" fmla="*/ 1099 h 1101"/>
                <a:gd name="T46" fmla="*/ 1350 w 1505"/>
                <a:gd name="T47" fmla="*/ 1078 h 1101"/>
                <a:gd name="T48" fmla="*/ 1350 w 1505"/>
                <a:gd name="T49" fmla="*/ 919 h 1101"/>
                <a:gd name="T50" fmla="*/ 1410 w 1505"/>
                <a:gd name="T51" fmla="*/ 919 h 1101"/>
                <a:gd name="T52" fmla="*/ 1505 w 1505"/>
                <a:gd name="T53" fmla="*/ 824 h 1101"/>
                <a:gd name="T54" fmla="*/ 1505 w 1505"/>
                <a:gd name="T55" fmla="*/ 345 h 1101"/>
                <a:gd name="T56" fmla="*/ 1410 w 1505"/>
                <a:gd name="T57" fmla="*/ 250 h 1101"/>
                <a:gd name="T58" fmla="*/ 341 w 1505"/>
                <a:gd name="T59" fmla="*/ 500 h 1101"/>
                <a:gd name="T60" fmla="*/ 287 w 1505"/>
                <a:gd name="T61" fmla="*/ 520 h 1101"/>
                <a:gd name="T62" fmla="*/ 169 w 1505"/>
                <a:gd name="T63" fmla="*/ 619 h 1101"/>
                <a:gd name="T64" fmla="*/ 169 w 1505"/>
                <a:gd name="T65" fmla="*/ 535 h 1101"/>
                <a:gd name="T66" fmla="*/ 133 w 1505"/>
                <a:gd name="T67" fmla="*/ 500 h 1101"/>
                <a:gd name="T68" fmla="*/ 81 w 1505"/>
                <a:gd name="T69" fmla="*/ 500 h 1101"/>
                <a:gd name="T70" fmla="*/ 45 w 1505"/>
                <a:gd name="T71" fmla="*/ 464 h 1101"/>
                <a:gd name="T72" fmla="*/ 45 w 1505"/>
                <a:gd name="T73" fmla="*/ 81 h 1101"/>
                <a:gd name="T74" fmla="*/ 81 w 1505"/>
                <a:gd name="T75" fmla="*/ 45 h 1101"/>
                <a:gd name="T76" fmla="*/ 699 w 1505"/>
                <a:gd name="T77" fmla="*/ 45 h 1101"/>
                <a:gd name="T78" fmla="*/ 735 w 1505"/>
                <a:gd name="T79" fmla="*/ 81 h 1101"/>
                <a:gd name="T80" fmla="*/ 735 w 1505"/>
                <a:gd name="T81" fmla="*/ 250 h 1101"/>
                <a:gd name="T82" fmla="*/ 637 w 1505"/>
                <a:gd name="T83" fmla="*/ 250 h 1101"/>
                <a:gd name="T84" fmla="*/ 542 w 1505"/>
                <a:gd name="T85" fmla="*/ 345 h 1101"/>
                <a:gd name="T86" fmla="*/ 542 w 1505"/>
                <a:gd name="T87" fmla="*/ 500 h 1101"/>
                <a:gd name="T88" fmla="*/ 341 w 1505"/>
                <a:gd name="T89" fmla="*/ 500 h 1101"/>
                <a:gd name="T90" fmla="*/ 1460 w 1505"/>
                <a:gd name="T91" fmla="*/ 824 h 1101"/>
                <a:gd name="T92" fmla="*/ 1410 w 1505"/>
                <a:gd name="T93" fmla="*/ 874 h 1101"/>
                <a:gd name="T94" fmla="*/ 1344 w 1505"/>
                <a:gd name="T95" fmla="*/ 874 h 1101"/>
                <a:gd name="T96" fmla="*/ 1305 w 1505"/>
                <a:gd name="T97" fmla="*/ 913 h 1101"/>
                <a:gd name="T98" fmla="*/ 1305 w 1505"/>
                <a:gd name="T99" fmla="*/ 1030 h 1101"/>
                <a:gd name="T100" fmla="*/ 1149 w 1505"/>
                <a:gd name="T101" fmla="*/ 898 h 1101"/>
                <a:gd name="T102" fmla="*/ 1084 w 1505"/>
                <a:gd name="T103" fmla="*/ 874 h 1101"/>
                <a:gd name="T104" fmla="*/ 637 w 1505"/>
                <a:gd name="T105" fmla="*/ 874 h 1101"/>
                <a:gd name="T106" fmla="*/ 587 w 1505"/>
                <a:gd name="T107" fmla="*/ 824 h 1101"/>
                <a:gd name="T108" fmla="*/ 587 w 1505"/>
                <a:gd name="T109" fmla="*/ 345 h 1101"/>
                <a:gd name="T110" fmla="*/ 637 w 1505"/>
                <a:gd name="T111" fmla="*/ 295 h 1101"/>
                <a:gd name="T112" fmla="*/ 1410 w 1505"/>
                <a:gd name="T113" fmla="*/ 295 h 1101"/>
                <a:gd name="T114" fmla="*/ 1460 w 1505"/>
                <a:gd name="T115" fmla="*/ 345 h 1101"/>
                <a:gd name="T116" fmla="*/ 1460 w 1505"/>
                <a:gd name="T117" fmla="*/ 824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05" h="1101">
                  <a:moveTo>
                    <a:pt x="1410" y="250"/>
                  </a:moveTo>
                  <a:cubicBezTo>
                    <a:pt x="780" y="250"/>
                    <a:pt x="780" y="250"/>
                    <a:pt x="780" y="250"/>
                  </a:cubicBezTo>
                  <a:cubicBezTo>
                    <a:pt x="780" y="81"/>
                    <a:pt x="780" y="81"/>
                    <a:pt x="780" y="81"/>
                  </a:cubicBezTo>
                  <a:cubicBezTo>
                    <a:pt x="780" y="37"/>
                    <a:pt x="743" y="0"/>
                    <a:pt x="699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36" y="0"/>
                    <a:pt x="0" y="37"/>
                    <a:pt x="0" y="81"/>
                  </a:cubicBezTo>
                  <a:cubicBezTo>
                    <a:pt x="0" y="464"/>
                    <a:pt x="0" y="464"/>
                    <a:pt x="0" y="464"/>
                  </a:cubicBezTo>
                  <a:cubicBezTo>
                    <a:pt x="0" y="509"/>
                    <a:pt x="36" y="545"/>
                    <a:pt x="81" y="545"/>
                  </a:cubicBezTo>
                  <a:cubicBezTo>
                    <a:pt x="124" y="545"/>
                    <a:pt x="124" y="545"/>
                    <a:pt x="124" y="545"/>
                  </a:cubicBezTo>
                  <a:cubicBezTo>
                    <a:pt x="124" y="668"/>
                    <a:pt x="124" y="668"/>
                    <a:pt x="124" y="668"/>
                  </a:cubicBezTo>
                  <a:cubicBezTo>
                    <a:pt x="124" y="676"/>
                    <a:pt x="129" y="684"/>
                    <a:pt x="137" y="688"/>
                  </a:cubicBezTo>
                  <a:cubicBezTo>
                    <a:pt x="140" y="689"/>
                    <a:pt x="143" y="690"/>
                    <a:pt x="147" y="690"/>
                  </a:cubicBezTo>
                  <a:cubicBezTo>
                    <a:pt x="152" y="690"/>
                    <a:pt x="157" y="688"/>
                    <a:pt x="161" y="685"/>
                  </a:cubicBezTo>
                  <a:cubicBezTo>
                    <a:pt x="316" y="554"/>
                    <a:pt x="316" y="554"/>
                    <a:pt x="316" y="554"/>
                  </a:cubicBezTo>
                  <a:cubicBezTo>
                    <a:pt x="323" y="548"/>
                    <a:pt x="332" y="545"/>
                    <a:pt x="341" y="545"/>
                  </a:cubicBezTo>
                  <a:cubicBezTo>
                    <a:pt x="542" y="545"/>
                    <a:pt x="542" y="545"/>
                    <a:pt x="542" y="545"/>
                  </a:cubicBezTo>
                  <a:cubicBezTo>
                    <a:pt x="542" y="824"/>
                    <a:pt x="542" y="824"/>
                    <a:pt x="542" y="824"/>
                  </a:cubicBezTo>
                  <a:cubicBezTo>
                    <a:pt x="542" y="877"/>
                    <a:pt x="585" y="919"/>
                    <a:pt x="637" y="919"/>
                  </a:cubicBezTo>
                  <a:cubicBezTo>
                    <a:pt x="1084" y="919"/>
                    <a:pt x="1084" y="919"/>
                    <a:pt x="1084" y="919"/>
                  </a:cubicBezTo>
                  <a:cubicBezTo>
                    <a:pt x="1097" y="919"/>
                    <a:pt x="1110" y="924"/>
                    <a:pt x="1120" y="932"/>
                  </a:cubicBezTo>
                  <a:cubicBezTo>
                    <a:pt x="1313" y="1096"/>
                    <a:pt x="1313" y="1096"/>
                    <a:pt x="1313" y="1096"/>
                  </a:cubicBezTo>
                  <a:cubicBezTo>
                    <a:pt x="1317" y="1099"/>
                    <a:pt x="1322" y="1101"/>
                    <a:pt x="1328" y="1101"/>
                  </a:cubicBezTo>
                  <a:cubicBezTo>
                    <a:pt x="1331" y="1101"/>
                    <a:pt x="1334" y="1100"/>
                    <a:pt x="1337" y="1099"/>
                  </a:cubicBezTo>
                  <a:cubicBezTo>
                    <a:pt x="1345" y="1095"/>
                    <a:pt x="1350" y="1087"/>
                    <a:pt x="1350" y="1078"/>
                  </a:cubicBezTo>
                  <a:cubicBezTo>
                    <a:pt x="1350" y="919"/>
                    <a:pt x="1350" y="919"/>
                    <a:pt x="1350" y="919"/>
                  </a:cubicBezTo>
                  <a:cubicBezTo>
                    <a:pt x="1410" y="919"/>
                    <a:pt x="1410" y="919"/>
                    <a:pt x="1410" y="919"/>
                  </a:cubicBezTo>
                  <a:cubicBezTo>
                    <a:pt x="1463" y="919"/>
                    <a:pt x="1505" y="877"/>
                    <a:pt x="1505" y="824"/>
                  </a:cubicBezTo>
                  <a:cubicBezTo>
                    <a:pt x="1505" y="345"/>
                    <a:pt x="1505" y="345"/>
                    <a:pt x="1505" y="345"/>
                  </a:cubicBezTo>
                  <a:cubicBezTo>
                    <a:pt x="1505" y="293"/>
                    <a:pt x="1463" y="250"/>
                    <a:pt x="1410" y="250"/>
                  </a:cubicBezTo>
                  <a:close/>
                  <a:moveTo>
                    <a:pt x="341" y="500"/>
                  </a:moveTo>
                  <a:cubicBezTo>
                    <a:pt x="322" y="500"/>
                    <a:pt x="302" y="507"/>
                    <a:pt x="287" y="520"/>
                  </a:cubicBezTo>
                  <a:cubicBezTo>
                    <a:pt x="169" y="619"/>
                    <a:pt x="169" y="619"/>
                    <a:pt x="169" y="619"/>
                  </a:cubicBezTo>
                  <a:cubicBezTo>
                    <a:pt x="169" y="535"/>
                    <a:pt x="169" y="535"/>
                    <a:pt x="169" y="535"/>
                  </a:cubicBezTo>
                  <a:cubicBezTo>
                    <a:pt x="169" y="516"/>
                    <a:pt x="153" y="500"/>
                    <a:pt x="133" y="500"/>
                  </a:cubicBezTo>
                  <a:cubicBezTo>
                    <a:pt x="81" y="500"/>
                    <a:pt x="81" y="500"/>
                    <a:pt x="81" y="500"/>
                  </a:cubicBezTo>
                  <a:cubicBezTo>
                    <a:pt x="61" y="500"/>
                    <a:pt x="45" y="484"/>
                    <a:pt x="45" y="464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5" y="61"/>
                    <a:pt x="61" y="45"/>
                    <a:pt x="81" y="45"/>
                  </a:cubicBezTo>
                  <a:cubicBezTo>
                    <a:pt x="699" y="45"/>
                    <a:pt x="699" y="45"/>
                    <a:pt x="699" y="45"/>
                  </a:cubicBezTo>
                  <a:cubicBezTo>
                    <a:pt x="719" y="45"/>
                    <a:pt x="735" y="61"/>
                    <a:pt x="735" y="81"/>
                  </a:cubicBezTo>
                  <a:cubicBezTo>
                    <a:pt x="735" y="250"/>
                    <a:pt x="735" y="250"/>
                    <a:pt x="735" y="250"/>
                  </a:cubicBezTo>
                  <a:cubicBezTo>
                    <a:pt x="637" y="250"/>
                    <a:pt x="637" y="250"/>
                    <a:pt x="637" y="250"/>
                  </a:cubicBezTo>
                  <a:cubicBezTo>
                    <a:pt x="585" y="250"/>
                    <a:pt x="542" y="293"/>
                    <a:pt x="542" y="345"/>
                  </a:cubicBezTo>
                  <a:cubicBezTo>
                    <a:pt x="542" y="500"/>
                    <a:pt x="542" y="500"/>
                    <a:pt x="542" y="500"/>
                  </a:cubicBezTo>
                  <a:lnTo>
                    <a:pt x="341" y="500"/>
                  </a:lnTo>
                  <a:close/>
                  <a:moveTo>
                    <a:pt x="1460" y="824"/>
                  </a:moveTo>
                  <a:cubicBezTo>
                    <a:pt x="1460" y="852"/>
                    <a:pt x="1438" y="874"/>
                    <a:pt x="1410" y="874"/>
                  </a:cubicBezTo>
                  <a:cubicBezTo>
                    <a:pt x="1344" y="874"/>
                    <a:pt x="1344" y="874"/>
                    <a:pt x="1344" y="874"/>
                  </a:cubicBezTo>
                  <a:cubicBezTo>
                    <a:pt x="1323" y="874"/>
                    <a:pt x="1305" y="892"/>
                    <a:pt x="1305" y="913"/>
                  </a:cubicBezTo>
                  <a:cubicBezTo>
                    <a:pt x="1305" y="1030"/>
                    <a:pt x="1305" y="1030"/>
                    <a:pt x="1305" y="1030"/>
                  </a:cubicBezTo>
                  <a:cubicBezTo>
                    <a:pt x="1149" y="898"/>
                    <a:pt x="1149" y="898"/>
                    <a:pt x="1149" y="898"/>
                  </a:cubicBezTo>
                  <a:cubicBezTo>
                    <a:pt x="1131" y="883"/>
                    <a:pt x="1108" y="874"/>
                    <a:pt x="1084" y="874"/>
                  </a:cubicBezTo>
                  <a:cubicBezTo>
                    <a:pt x="637" y="874"/>
                    <a:pt x="637" y="874"/>
                    <a:pt x="637" y="874"/>
                  </a:cubicBezTo>
                  <a:cubicBezTo>
                    <a:pt x="610" y="874"/>
                    <a:pt x="587" y="852"/>
                    <a:pt x="587" y="824"/>
                  </a:cubicBezTo>
                  <a:cubicBezTo>
                    <a:pt x="587" y="345"/>
                    <a:pt x="587" y="345"/>
                    <a:pt x="587" y="345"/>
                  </a:cubicBezTo>
                  <a:cubicBezTo>
                    <a:pt x="587" y="318"/>
                    <a:pt x="610" y="295"/>
                    <a:pt x="637" y="295"/>
                  </a:cubicBezTo>
                  <a:cubicBezTo>
                    <a:pt x="1410" y="295"/>
                    <a:pt x="1410" y="295"/>
                    <a:pt x="1410" y="295"/>
                  </a:cubicBezTo>
                  <a:cubicBezTo>
                    <a:pt x="1438" y="295"/>
                    <a:pt x="1460" y="318"/>
                    <a:pt x="1460" y="345"/>
                  </a:cubicBezTo>
                  <a:lnTo>
                    <a:pt x="1460" y="8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21" name="Freeform 7"/>
            <p:cNvSpPr>
              <a:spLocks/>
            </p:cNvSpPr>
            <p:nvPr/>
          </p:nvSpPr>
          <p:spPr bwMode="auto">
            <a:xfrm>
              <a:off x="6208713" y="3227388"/>
              <a:ext cx="1833563" cy="173037"/>
            </a:xfrm>
            <a:custGeom>
              <a:avLst/>
              <a:gdLst>
                <a:gd name="T0" fmla="*/ 489 w 489"/>
                <a:gd name="T1" fmla="*/ 23 h 46"/>
                <a:gd name="T2" fmla="*/ 467 w 489"/>
                <a:gd name="T3" fmla="*/ 46 h 46"/>
                <a:gd name="T4" fmla="*/ 23 w 489"/>
                <a:gd name="T5" fmla="*/ 46 h 46"/>
                <a:gd name="T6" fmla="*/ 0 w 489"/>
                <a:gd name="T7" fmla="*/ 23 h 46"/>
                <a:gd name="T8" fmla="*/ 23 w 489"/>
                <a:gd name="T9" fmla="*/ 0 h 46"/>
                <a:gd name="T10" fmla="*/ 467 w 489"/>
                <a:gd name="T11" fmla="*/ 0 h 46"/>
                <a:gd name="T12" fmla="*/ 489 w 489"/>
                <a:gd name="T13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9" h="46">
                  <a:moveTo>
                    <a:pt x="489" y="23"/>
                  </a:moveTo>
                  <a:cubicBezTo>
                    <a:pt x="489" y="35"/>
                    <a:pt x="479" y="46"/>
                    <a:pt x="467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5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79" y="0"/>
                    <a:pt x="489" y="10"/>
                    <a:pt x="489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22" name="Freeform 8"/>
            <p:cNvSpPr>
              <a:spLocks/>
            </p:cNvSpPr>
            <p:nvPr/>
          </p:nvSpPr>
          <p:spPr bwMode="auto">
            <a:xfrm>
              <a:off x="6208713" y="3786188"/>
              <a:ext cx="1833563" cy="168275"/>
            </a:xfrm>
            <a:custGeom>
              <a:avLst/>
              <a:gdLst>
                <a:gd name="T0" fmla="*/ 489 w 489"/>
                <a:gd name="T1" fmla="*/ 22 h 45"/>
                <a:gd name="T2" fmla="*/ 467 w 489"/>
                <a:gd name="T3" fmla="*/ 45 h 45"/>
                <a:gd name="T4" fmla="*/ 23 w 489"/>
                <a:gd name="T5" fmla="*/ 45 h 45"/>
                <a:gd name="T6" fmla="*/ 0 w 489"/>
                <a:gd name="T7" fmla="*/ 22 h 45"/>
                <a:gd name="T8" fmla="*/ 23 w 489"/>
                <a:gd name="T9" fmla="*/ 0 h 45"/>
                <a:gd name="T10" fmla="*/ 467 w 489"/>
                <a:gd name="T11" fmla="*/ 0 h 45"/>
                <a:gd name="T12" fmla="*/ 489 w 489"/>
                <a:gd name="T1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9" h="45">
                  <a:moveTo>
                    <a:pt x="489" y="22"/>
                  </a:moveTo>
                  <a:cubicBezTo>
                    <a:pt x="489" y="35"/>
                    <a:pt x="479" y="45"/>
                    <a:pt x="467" y="45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0" y="45"/>
                    <a:pt x="0" y="35"/>
                    <a:pt x="0" y="22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79" y="0"/>
                    <a:pt x="489" y="10"/>
                    <a:pt x="489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23" name="Freeform 9"/>
            <p:cNvSpPr>
              <a:spLocks/>
            </p:cNvSpPr>
            <p:nvPr/>
          </p:nvSpPr>
          <p:spPr bwMode="auto">
            <a:xfrm>
              <a:off x="3924301" y="1936750"/>
              <a:ext cx="1593850" cy="169862"/>
            </a:xfrm>
            <a:custGeom>
              <a:avLst/>
              <a:gdLst>
                <a:gd name="T0" fmla="*/ 425 w 425"/>
                <a:gd name="T1" fmla="*/ 22 h 45"/>
                <a:gd name="T2" fmla="*/ 403 w 425"/>
                <a:gd name="T3" fmla="*/ 45 h 45"/>
                <a:gd name="T4" fmla="*/ 23 w 425"/>
                <a:gd name="T5" fmla="*/ 45 h 45"/>
                <a:gd name="T6" fmla="*/ 0 w 425"/>
                <a:gd name="T7" fmla="*/ 22 h 45"/>
                <a:gd name="T8" fmla="*/ 23 w 425"/>
                <a:gd name="T9" fmla="*/ 0 h 45"/>
                <a:gd name="T10" fmla="*/ 403 w 425"/>
                <a:gd name="T11" fmla="*/ 0 h 45"/>
                <a:gd name="T12" fmla="*/ 425 w 425"/>
                <a:gd name="T1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5">
                  <a:moveTo>
                    <a:pt x="425" y="22"/>
                  </a:moveTo>
                  <a:cubicBezTo>
                    <a:pt x="425" y="35"/>
                    <a:pt x="415" y="45"/>
                    <a:pt x="403" y="45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1" y="45"/>
                    <a:pt x="0" y="35"/>
                    <a:pt x="0" y="22"/>
                  </a:cubicBezTo>
                  <a:cubicBezTo>
                    <a:pt x="0" y="10"/>
                    <a:pt x="11" y="0"/>
                    <a:pt x="23" y="0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415" y="0"/>
                    <a:pt x="425" y="10"/>
                    <a:pt x="425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24" name="Freeform 10"/>
            <p:cNvSpPr>
              <a:spLocks/>
            </p:cNvSpPr>
            <p:nvPr/>
          </p:nvSpPr>
          <p:spPr bwMode="auto">
            <a:xfrm>
              <a:off x="3924301" y="2371725"/>
              <a:ext cx="1136650" cy="169862"/>
            </a:xfrm>
            <a:custGeom>
              <a:avLst/>
              <a:gdLst>
                <a:gd name="T0" fmla="*/ 303 w 303"/>
                <a:gd name="T1" fmla="*/ 23 h 45"/>
                <a:gd name="T2" fmla="*/ 281 w 303"/>
                <a:gd name="T3" fmla="*/ 45 h 45"/>
                <a:gd name="T4" fmla="*/ 23 w 303"/>
                <a:gd name="T5" fmla="*/ 45 h 45"/>
                <a:gd name="T6" fmla="*/ 0 w 303"/>
                <a:gd name="T7" fmla="*/ 23 h 45"/>
                <a:gd name="T8" fmla="*/ 23 w 303"/>
                <a:gd name="T9" fmla="*/ 0 h 45"/>
                <a:gd name="T10" fmla="*/ 281 w 303"/>
                <a:gd name="T11" fmla="*/ 0 h 45"/>
                <a:gd name="T12" fmla="*/ 303 w 303"/>
                <a:gd name="T13" fmla="*/ 2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3" h="45">
                  <a:moveTo>
                    <a:pt x="303" y="23"/>
                  </a:moveTo>
                  <a:cubicBezTo>
                    <a:pt x="303" y="35"/>
                    <a:pt x="293" y="45"/>
                    <a:pt x="281" y="45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1" y="45"/>
                    <a:pt x="0" y="35"/>
                    <a:pt x="0" y="23"/>
                  </a:cubicBezTo>
                  <a:cubicBezTo>
                    <a:pt x="0" y="10"/>
                    <a:pt x="11" y="0"/>
                    <a:pt x="23" y="0"/>
                  </a:cubicBezTo>
                  <a:cubicBezTo>
                    <a:pt x="281" y="0"/>
                    <a:pt x="281" y="0"/>
                    <a:pt x="281" y="0"/>
                  </a:cubicBezTo>
                  <a:cubicBezTo>
                    <a:pt x="293" y="0"/>
                    <a:pt x="303" y="10"/>
                    <a:pt x="30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</p:grpSp>
      <p:sp>
        <p:nvSpPr>
          <p:cNvPr id="25" name="Freeform 6"/>
          <p:cNvSpPr>
            <a:spLocks/>
          </p:cNvSpPr>
          <p:nvPr userDrawn="1"/>
        </p:nvSpPr>
        <p:spPr bwMode="auto">
          <a:xfrm>
            <a:off x="3211785" y="296368"/>
            <a:ext cx="8975455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" fmla="*/ 7021 w 10000"/>
              <a:gd name="connsiteY0" fmla="*/ 0 h 10000"/>
              <a:gd name="connsiteX1" fmla="*/ 0 w 10000"/>
              <a:gd name="connsiteY1" fmla="*/ 0 h 10000"/>
              <a:gd name="connsiteX2" fmla="*/ 197 w 10000"/>
              <a:gd name="connsiteY2" fmla="*/ 5024 h 10000"/>
              <a:gd name="connsiteX3" fmla="*/ 0 w 10000"/>
              <a:gd name="connsiteY3" fmla="*/ 10000 h 10000"/>
              <a:gd name="connsiteX4" fmla="*/ 10000 w 10000"/>
              <a:gd name="connsiteY4" fmla="*/ 10000 h 10000"/>
              <a:gd name="connsiteX5" fmla="*/ 7736 w 10000"/>
              <a:gd name="connsiteY5" fmla="*/ 5574 h 10000"/>
              <a:gd name="connsiteX6" fmla="*/ 7021 w 10000"/>
              <a:gd name="connsiteY6" fmla="*/ 0 h 10000"/>
              <a:gd name="connsiteX0" fmla="*/ 7021 w 7736"/>
              <a:gd name="connsiteY0" fmla="*/ 0 h 10038"/>
              <a:gd name="connsiteX1" fmla="*/ 0 w 7736"/>
              <a:gd name="connsiteY1" fmla="*/ 0 h 10038"/>
              <a:gd name="connsiteX2" fmla="*/ 197 w 7736"/>
              <a:gd name="connsiteY2" fmla="*/ 5024 h 10038"/>
              <a:gd name="connsiteX3" fmla="*/ 0 w 7736"/>
              <a:gd name="connsiteY3" fmla="*/ 10000 h 10038"/>
              <a:gd name="connsiteX4" fmla="*/ 7017 w 7736"/>
              <a:gd name="connsiteY4" fmla="*/ 10038 h 10038"/>
              <a:gd name="connsiteX5" fmla="*/ 7736 w 7736"/>
              <a:gd name="connsiteY5" fmla="*/ 5574 h 10038"/>
              <a:gd name="connsiteX6" fmla="*/ 7021 w 7736"/>
              <a:gd name="connsiteY6" fmla="*/ 0 h 10038"/>
              <a:gd name="connsiteX0" fmla="*/ 9076 w 9316"/>
              <a:gd name="connsiteY0" fmla="*/ 0 h 10000"/>
              <a:gd name="connsiteX1" fmla="*/ 0 w 9316"/>
              <a:gd name="connsiteY1" fmla="*/ 0 h 10000"/>
              <a:gd name="connsiteX2" fmla="*/ 255 w 9316"/>
              <a:gd name="connsiteY2" fmla="*/ 5005 h 10000"/>
              <a:gd name="connsiteX3" fmla="*/ 0 w 9316"/>
              <a:gd name="connsiteY3" fmla="*/ 9962 h 10000"/>
              <a:gd name="connsiteX4" fmla="*/ 9071 w 9316"/>
              <a:gd name="connsiteY4" fmla="*/ 10000 h 10000"/>
              <a:gd name="connsiteX5" fmla="*/ 9316 w 9316"/>
              <a:gd name="connsiteY5" fmla="*/ 5668 h 10000"/>
              <a:gd name="connsiteX6" fmla="*/ 9076 w 9316"/>
              <a:gd name="connsiteY6" fmla="*/ 0 h 10000"/>
              <a:gd name="connsiteX0" fmla="*/ 9742 w 10000"/>
              <a:gd name="connsiteY0" fmla="*/ 0 h 10000"/>
              <a:gd name="connsiteX1" fmla="*/ 0 w 10000"/>
              <a:gd name="connsiteY1" fmla="*/ 0 h 10000"/>
              <a:gd name="connsiteX2" fmla="*/ 274 w 10000"/>
              <a:gd name="connsiteY2" fmla="*/ 5005 h 10000"/>
              <a:gd name="connsiteX3" fmla="*/ 0 w 10000"/>
              <a:gd name="connsiteY3" fmla="*/ 9962 h 10000"/>
              <a:gd name="connsiteX4" fmla="*/ 9737 w 10000"/>
              <a:gd name="connsiteY4" fmla="*/ 10000 h 10000"/>
              <a:gd name="connsiteX5" fmla="*/ 10000 w 10000"/>
              <a:gd name="connsiteY5" fmla="*/ 5668 h 10000"/>
              <a:gd name="connsiteX6" fmla="*/ 9742 w 10000"/>
              <a:gd name="connsiteY6" fmla="*/ 0 h 10000"/>
              <a:gd name="connsiteX0" fmla="*/ 9742 w 9877"/>
              <a:gd name="connsiteY0" fmla="*/ 0 h 10000"/>
              <a:gd name="connsiteX1" fmla="*/ 0 w 9877"/>
              <a:gd name="connsiteY1" fmla="*/ 0 h 10000"/>
              <a:gd name="connsiteX2" fmla="*/ 274 w 9877"/>
              <a:gd name="connsiteY2" fmla="*/ 5005 h 10000"/>
              <a:gd name="connsiteX3" fmla="*/ 0 w 9877"/>
              <a:gd name="connsiteY3" fmla="*/ 9962 h 10000"/>
              <a:gd name="connsiteX4" fmla="*/ 9737 w 9877"/>
              <a:gd name="connsiteY4" fmla="*/ 10000 h 10000"/>
              <a:gd name="connsiteX5" fmla="*/ 9738 w 9877"/>
              <a:gd name="connsiteY5" fmla="*/ 5783 h 10000"/>
              <a:gd name="connsiteX6" fmla="*/ 9742 w 9877"/>
              <a:gd name="connsiteY6" fmla="*/ 0 h 10000"/>
              <a:gd name="connsiteX0" fmla="*/ 9863 w 9991"/>
              <a:gd name="connsiteY0" fmla="*/ 0 h 10000"/>
              <a:gd name="connsiteX1" fmla="*/ 0 w 9991"/>
              <a:gd name="connsiteY1" fmla="*/ 0 h 10000"/>
              <a:gd name="connsiteX2" fmla="*/ 277 w 9991"/>
              <a:gd name="connsiteY2" fmla="*/ 5005 h 10000"/>
              <a:gd name="connsiteX3" fmla="*/ 0 w 9991"/>
              <a:gd name="connsiteY3" fmla="*/ 9962 h 10000"/>
              <a:gd name="connsiteX4" fmla="*/ 9858 w 9991"/>
              <a:gd name="connsiteY4" fmla="*/ 10000 h 10000"/>
              <a:gd name="connsiteX5" fmla="*/ 9817 w 9991"/>
              <a:gd name="connsiteY5" fmla="*/ 5783 h 10000"/>
              <a:gd name="connsiteX6" fmla="*/ 9863 w 9991"/>
              <a:gd name="connsiteY6" fmla="*/ 0 h 10000"/>
              <a:gd name="connsiteX0" fmla="*/ 9872 w 10014"/>
              <a:gd name="connsiteY0" fmla="*/ 0 h 10000"/>
              <a:gd name="connsiteX1" fmla="*/ 0 w 10014"/>
              <a:gd name="connsiteY1" fmla="*/ 0 h 10000"/>
              <a:gd name="connsiteX2" fmla="*/ 277 w 10014"/>
              <a:gd name="connsiteY2" fmla="*/ 5005 h 10000"/>
              <a:gd name="connsiteX3" fmla="*/ 0 w 10014"/>
              <a:gd name="connsiteY3" fmla="*/ 9962 h 10000"/>
              <a:gd name="connsiteX4" fmla="*/ 9867 w 10014"/>
              <a:gd name="connsiteY4" fmla="*/ 10000 h 10000"/>
              <a:gd name="connsiteX5" fmla="*/ 9890 w 10014"/>
              <a:gd name="connsiteY5" fmla="*/ 5745 h 10000"/>
              <a:gd name="connsiteX6" fmla="*/ 9872 w 10014"/>
              <a:gd name="connsiteY6" fmla="*/ 0 h 10000"/>
              <a:gd name="connsiteX0" fmla="*/ 9872 w 10030"/>
              <a:gd name="connsiteY0" fmla="*/ 0 h 10000"/>
              <a:gd name="connsiteX1" fmla="*/ 0 w 10030"/>
              <a:gd name="connsiteY1" fmla="*/ 0 h 10000"/>
              <a:gd name="connsiteX2" fmla="*/ 277 w 10030"/>
              <a:gd name="connsiteY2" fmla="*/ 5005 h 10000"/>
              <a:gd name="connsiteX3" fmla="*/ 0 w 10030"/>
              <a:gd name="connsiteY3" fmla="*/ 9962 h 10000"/>
              <a:gd name="connsiteX4" fmla="*/ 9867 w 10030"/>
              <a:gd name="connsiteY4" fmla="*/ 10000 h 10000"/>
              <a:gd name="connsiteX5" fmla="*/ 9890 w 10030"/>
              <a:gd name="connsiteY5" fmla="*/ 5745 h 10000"/>
              <a:gd name="connsiteX6" fmla="*/ 9872 w 10030"/>
              <a:gd name="connsiteY6" fmla="*/ 0 h 10000"/>
              <a:gd name="connsiteX0" fmla="*/ 9872 w 9921"/>
              <a:gd name="connsiteY0" fmla="*/ 0 h 10000"/>
              <a:gd name="connsiteX1" fmla="*/ 0 w 9921"/>
              <a:gd name="connsiteY1" fmla="*/ 0 h 10000"/>
              <a:gd name="connsiteX2" fmla="*/ 277 w 9921"/>
              <a:gd name="connsiteY2" fmla="*/ 5005 h 10000"/>
              <a:gd name="connsiteX3" fmla="*/ 0 w 9921"/>
              <a:gd name="connsiteY3" fmla="*/ 9962 h 10000"/>
              <a:gd name="connsiteX4" fmla="*/ 9867 w 9921"/>
              <a:gd name="connsiteY4" fmla="*/ 10000 h 10000"/>
              <a:gd name="connsiteX5" fmla="*/ 9890 w 9921"/>
              <a:gd name="connsiteY5" fmla="*/ 5745 h 10000"/>
              <a:gd name="connsiteX6" fmla="*/ 9872 w 9921"/>
              <a:gd name="connsiteY6" fmla="*/ 0 h 10000"/>
              <a:gd name="connsiteX0" fmla="*/ 9951 w 9974"/>
              <a:gd name="connsiteY0" fmla="*/ 0 h 10000"/>
              <a:gd name="connsiteX1" fmla="*/ 0 w 9974"/>
              <a:gd name="connsiteY1" fmla="*/ 0 h 10000"/>
              <a:gd name="connsiteX2" fmla="*/ 279 w 9974"/>
              <a:gd name="connsiteY2" fmla="*/ 5005 h 10000"/>
              <a:gd name="connsiteX3" fmla="*/ 0 w 9974"/>
              <a:gd name="connsiteY3" fmla="*/ 9962 h 10000"/>
              <a:gd name="connsiteX4" fmla="*/ 9946 w 9974"/>
              <a:gd name="connsiteY4" fmla="*/ 10000 h 10000"/>
              <a:gd name="connsiteX5" fmla="*/ 9969 w 9974"/>
              <a:gd name="connsiteY5" fmla="*/ 5745 h 10000"/>
              <a:gd name="connsiteX6" fmla="*/ 9951 w 9974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9995"/>
              <a:gd name="connsiteY0" fmla="*/ 0 h 10000"/>
              <a:gd name="connsiteX1" fmla="*/ 0 w 9995"/>
              <a:gd name="connsiteY1" fmla="*/ 0 h 10000"/>
              <a:gd name="connsiteX2" fmla="*/ 280 w 9995"/>
              <a:gd name="connsiteY2" fmla="*/ 5005 h 10000"/>
              <a:gd name="connsiteX3" fmla="*/ 0 w 9995"/>
              <a:gd name="connsiteY3" fmla="*/ 9962 h 10000"/>
              <a:gd name="connsiteX4" fmla="*/ 9972 w 9995"/>
              <a:gd name="connsiteY4" fmla="*/ 10000 h 10000"/>
              <a:gd name="connsiteX5" fmla="*/ 9995 w 9995"/>
              <a:gd name="connsiteY5" fmla="*/ 5745 h 10000"/>
              <a:gd name="connsiteX6" fmla="*/ 9977 w 9995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9977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9999 w 10004"/>
              <a:gd name="connsiteY0" fmla="*/ 0 h 10000"/>
              <a:gd name="connsiteX1" fmla="*/ 0 w 10004"/>
              <a:gd name="connsiteY1" fmla="*/ 0 h 10000"/>
              <a:gd name="connsiteX2" fmla="*/ 280 w 10004"/>
              <a:gd name="connsiteY2" fmla="*/ 5005 h 10000"/>
              <a:gd name="connsiteX3" fmla="*/ 0 w 10004"/>
              <a:gd name="connsiteY3" fmla="*/ 9962 h 10000"/>
              <a:gd name="connsiteX4" fmla="*/ 10000 w 10004"/>
              <a:gd name="connsiteY4" fmla="*/ 10000 h 10000"/>
              <a:gd name="connsiteX5" fmla="*/ 10000 w 10004"/>
              <a:gd name="connsiteY5" fmla="*/ 5745 h 10000"/>
              <a:gd name="connsiteX6" fmla="*/ 9999 w 10004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10000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14796 w 14796"/>
              <a:gd name="connsiteY0" fmla="*/ 0 h 10000"/>
              <a:gd name="connsiteX1" fmla="*/ 0 w 14796"/>
              <a:gd name="connsiteY1" fmla="*/ 0 h 10000"/>
              <a:gd name="connsiteX2" fmla="*/ 280 w 14796"/>
              <a:gd name="connsiteY2" fmla="*/ 5005 h 10000"/>
              <a:gd name="connsiteX3" fmla="*/ 0 w 14796"/>
              <a:gd name="connsiteY3" fmla="*/ 9962 h 10000"/>
              <a:gd name="connsiteX4" fmla="*/ 10000 w 14796"/>
              <a:gd name="connsiteY4" fmla="*/ 10000 h 10000"/>
              <a:gd name="connsiteX5" fmla="*/ 10000 w 14796"/>
              <a:gd name="connsiteY5" fmla="*/ 5745 h 10000"/>
              <a:gd name="connsiteX6" fmla="*/ 14796 w 14796"/>
              <a:gd name="connsiteY6" fmla="*/ 0 h 10000"/>
              <a:gd name="connsiteX0" fmla="*/ 14796 w 14796"/>
              <a:gd name="connsiteY0" fmla="*/ 0 h 9968"/>
              <a:gd name="connsiteX1" fmla="*/ 0 w 14796"/>
              <a:gd name="connsiteY1" fmla="*/ 0 h 9968"/>
              <a:gd name="connsiteX2" fmla="*/ 280 w 14796"/>
              <a:gd name="connsiteY2" fmla="*/ 5005 h 9968"/>
              <a:gd name="connsiteX3" fmla="*/ 0 w 14796"/>
              <a:gd name="connsiteY3" fmla="*/ 9962 h 9968"/>
              <a:gd name="connsiteX4" fmla="*/ 14788 w 14796"/>
              <a:gd name="connsiteY4" fmla="*/ 9968 h 9968"/>
              <a:gd name="connsiteX5" fmla="*/ 10000 w 14796"/>
              <a:gd name="connsiteY5" fmla="*/ 5745 h 9968"/>
              <a:gd name="connsiteX6" fmla="*/ 14796 w 14796"/>
              <a:gd name="connsiteY6" fmla="*/ 0 h 9968"/>
              <a:gd name="connsiteX0" fmla="*/ 10000 w 10000"/>
              <a:gd name="connsiteY0" fmla="*/ 0 h 10000"/>
              <a:gd name="connsiteX1" fmla="*/ 0 w 10000"/>
              <a:gd name="connsiteY1" fmla="*/ 0 h 10000"/>
              <a:gd name="connsiteX2" fmla="*/ 189 w 10000"/>
              <a:gd name="connsiteY2" fmla="*/ 5021 h 10000"/>
              <a:gd name="connsiteX3" fmla="*/ 0 w 10000"/>
              <a:gd name="connsiteY3" fmla="*/ 9994 h 10000"/>
              <a:gd name="connsiteX4" fmla="*/ 9995 w 10000"/>
              <a:gd name="connsiteY4" fmla="*/ 10000 h 10000"/>
              <a:gd name="connsiteX5" fmla="*/ 9998 w 10000"/>
              <a:gd name="connsiteY5" fmla="*/ 6152 h 10000"/>
              <a:gd name="connsiteX6" fmla="*/ 10000 w 10000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26" name="Freeform 11"/>
          <p:cNvSpPr>
            <a:spLocks/>
          </p:cNvSpPr>
          <p:nvPr userDrawn="1"/>
        </p:nvSpPr>
        <p:spPr bwMode="auto">
          <a:xfrm>
            <a:off x="3106455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905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#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>
            <a:extLst>
              <a:ext uri="{FF2B5EF4-FFF2-40B4-BE49-F238E27FC236}">
                <a16:creationId xmlns:a16="http://schemas.microsoft.com/office/drawing/2014/main" id="{18ED692C-39CB-4AC0-81F6-D21CDD086EE4}"/>
              </a:ext>
            </a:extLst>
          </p:cNvPr>
          <p:cNvSpPr txBox="1"/>
          <p:nvPr userDrawn="1"/>
        </p:nvSpPr>
        <p:spPr bwMode="auto">
          <a:xfrm>
            <a:off x="1594877" y="408780"/>
            <a:ext cx="1664752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41" tIns="49967" rIns="99941" bIns="49967" rtlCol="0">
            <a:spAutoFit/>
          </a:bodyPr>
          <a:lstStyle/>
          <a:p>
            <a:pPr defTabSz="1001223" eaLnBrk="0" fontAlgn="auto" hangingPunct="0"/>
            <a:r>
              <a:rPr lang="zh-CN" altLang="en-US" sz="3499" b="1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rPr>
              <a:t>目标</a:t>
            </a:r>
            <a:endParaRPr lang="en-US" altLang="zh-CN" sz="3499" b="1" dirty="0">
              <a:solidFill>
                <a:schemeClr val="tx1"/>
              </a:solidFill>
              <a:latin typeface="+mn-lt"/>
              <a:ea typeface="+mn-ea"/>
              <a:cs typeface="Arial" pitchFamily="34" charset="0"/>
            </a:endParaRPr>
          </a:p>
        </p:txBody>
      </p:sp>
      <p:sp>
        <p:nvSpPr>
          <p:cNvPr id="5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6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43199" y="440668"/>
            <a:ext cx="533761" cy="533470"/>
            <a:chOff x="2960687" y="4865687"/>
            <a:chExt cx="1698626" cy="1697038"/>
          </a:xfrm>
          <a:solidFill>
            <a:schemeClr val="bg1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2960687" y="5251450"/>
              <a:ext cx="1311275" cy="1311275"/>
            </a:xfrm>
            <a:custGeom>
              <a:avLst/>
              <a:gdLst>
                <a:gd name="T0" fmla="*/ 1114 w 1293"/>
                <a:gd name="T1" fmla="*/ 294 h 1293"/>
                <a:gd name="T2" fmla="*/ 1233 w 1293"/>
                <a:gd name="T3" fmla="*/ 647 h 1293"/>
                <a:gd name="T4" fmla="*/ 647 w 1293"/>
                <a:gd name="T5" fmla="*/ 1233 h 1293"/>
                <a:gd name="T6" fmla="*/ 60 w 1293"/>
                <a:gd name="T7" fmla="*/ 647 h 1293"/>
                <a:gd name="T8" fmla="*/ 647 w 1293"/>
                <a:gd name="T9" fmla="*/ 60 h 1293"/>
                <a:gd name="T10" fmla="*/ 1001 w 1293"/>
                <a:gd name="T11" fmla="*/ 180 h 1293"/>
                <a:gd name="T12" fmla="*/ 1044 w 1293"/>
                <a:gd name="T13" fmla="*/ 137 h 1293"/>
                <a:gd name="T14" fmla="*/ 647 w 1293"/>
                <a:gd name="T15" fmla="*/ 0 h 1293"/>
                <a:gd name="T16" fmla="*/ 0 w 1293"/>
                <a:gd name="T17" fmla="*/ 647 h 1293"/>
                <a:gd name="T18" fmla="*/ 647 w 1293"/>
                <a:gd name="T19" fmla="*/ 1293 h 1293"/>
                <a:gd name="T20" fmla="*/ 1293 w 1293"/>
                <a:gd name="T21" fmla="*/ 647 h 1293"/>
                <a:gd name="T22" fmla="*/ 1157 w 1293"/>
                <a:gd name="T23" fmla="*/ 251 h 1293"/>
                <a:gd name="T24" fmla="*/ 1114 w 1293"/>
                <a:gd name="T25" fmla="*/ 294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93" h="1293">
                  <a:moveTo>
                    <a:pt x="1114" y="294"/>
                  </a:moveTo>
                  <a:cubicBezTo>
                    <a:pt x="1189" y="392"/>
                    <a:pt x="1233" y="514"/>
                    <a:pt x="1233" y="647"/>
                  </a:cubicBezTo>
                  <a:cubicBezTo>
                    <a:pt x="1233" y="970"/>
                    <a:pt x="970" y="1233"/>
                    <a:pt x="647" y="1233"/>
                  </a:cubicBezTo>
                  <a:cubicBezTo>
                    <a:pt x="323" y="1233"/>
                    <a:pt x="60" y="970"/>
                    <a:pt x="60" y="647"/>
                  </a:cubicBezTo>
                  <a:cubicBezTo>
                    <a:pt x="60" y="323"/>
                    <a:pt x="323" y="60"/>
                    <a:pt x="647" y="60"/>
                  </a:cubicBezTo>
                  <a:cubicBezTo>
                    <a:pt x="780" y="60"/>
                    <a:pt x="903" y="105"/>
                    <a:pt x="1001" y="180"/>
                  </a:cubicBezTo>
                  <a:cubicBezTo>
                    <a:pt x="1044" y="137"/>
                    <a:pt x="1044" y="137"/>
                    <a:pt x="1044" y="137"/>
                  </a:cubicBezTo>
                  <a:cubicBezTo>
                    <a:pt x="934" y="52"/>
                    <a:pt x="796" y="0"/>
                    <a:pt x="647" y="0"/>
                  </a:cubicBezTo>
                  <a:cubicBezTo>
                    <a:pt x="290" y="0"/>
                    <a:pt x="0" y="290"/>
                    <a:pt x="0" y="647"/>
                  </a:cubicBezTo>
                  <a:cubicBezTo>
                    <a:pt x="0" y="1003"/>
                    <a:pt x="290" y="1293"/>
                    <a:pt x="647" y="1293"/>
                  </a:cubicBezTo>
                  <a:cubicBezTo>
                    <a:pt x="1003" y="1293"/>
                    <a:pt x="1293" y="1003"/>
                    <a:pt x="1293" y="647"/>
                  </a:cubicBezTo>
                  <a:cubicBezTo>
                    <a:pt x="1293" y="498"/>
                    <a:pt x="1242" y="360"/>
                    <a:pt x="1157" y="251"/>
                  </a:cubicBezTo>
                  <a:lnTo>
                    <a:pt x="1114" y="2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3168650" y="5459413"/>
              <a:ext cx="895350" cy="895350"/>
            </a:xfrm>
            <a:custGeom>
              <a:avLst/>
              <a:gdLst>
                <a:gd name="T0" fmla="*/ 762 w 883"/>
                <a:gd name="T1" fmla="*/ 235 h 883"/>
                <a:gd name="T2" fmla="*/ 823 w 883"/>
                <a:gd name="T3" fmla="*/ 442 h 883"/>
                <a:gd name="T4" fmla="*/ 442 w 883"/>
                <a:gd name="T5" fmla="*/ 823 h 883"/>
                <a:gd name="T6" fmla="*/ 60 w 883"/>
                <a:gd name="T7" fmla="*/ 442 h 883"/>
                <a:gd name="T8" fmla="*/ 442 w 883"/>
                <a:gd name="T9" fmla="*/ 60 h 883"/>
                <a:gd name="T10" fmla="*/ 649 w 883"/>
                <a:gd name="T11" fmla="*/ 122 h 883"/>
                <a:gd name="T12" fmla="*/ 692 w 883"/>
                <a:gd name="T13" fmla="*/ 78 h 883"/>
                <a:gd name="T14" fmla="*/ 442 w 883"/>
                <a:gd name="T15" fmla="*/ 0 h 883"/>
                <a:gd name="T16" fmla="*/ 0 w 883"/>
                <a:gd name="T17" fmla="*/ 442 h 883"/>
                <a:gd name="T18" fmla="*/ 442 w 883"/>
                <a:gd name="T19" fmla="*/ 883 h 883"/>
                <a:gd name="T20" fmla="*/ 883 w 883"/>
                <a:gd name="T21" fmla="*/ 442 h 883"/>
                <a:gd name="T22" fmla="*/ 806 w 883"/>
                <a:gd name="T23" fmla="*/ 192 h 883"/>
                <a:gd name="T24" fmla="*/ 762 w 883"/>
                <a:gd name="T25" fmla="*/ 235 h 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3" h="883">
                  <a:moveTo>
                    <a:pt x="762" y="235"/>
                  </a:moveTo>
                  <a:cubicBezTo>
                    <a:pt x="801" y="295"/>
                    <a:pt x="823" y="366"/>
                    <a:pt x="823" y="442"/>
                  </a:cubicBezTo>
                  <a:cubicBezTo>
                    <a:pt x="823" y="652"/>
                    <a:pt x="652" y="823"/>
                    <a:pt x="442" y="823"/>
                  </a:cubicBezTo>
                  <a:cubicBezTo>
                    <a:pt x="231" y="823"/>
                    <a:pt x="60" y="652"/>
                    <a:pt x="60" y="442"/>
                  </a:cubicBezTo>
                  <a:cubicBezTo>
                    <a:pt x="60" y="231"/>
                    <a:pt x="231" y="60"/>
                    <a:pt x="442" y="60"/>
                  </a:cubicBezTo>
                  <a:cubicBezTo>
                    <a:pt x="518" y="60"/>
                    <a:pt x="589" y="83"/>
                    <a:pt x="649" y="122"/>
                  </a:cubicBezTo>
                  <a:cubicBezTo>
                    <a:pt x="692" y="78"/>
                    <a:pt x="692" y="78"/>
                    <a:pt x="692" y="78"/>
                  </a:cubicBezTo>
                  <a:cubicBezTo>
                    <a:pt x="621" y="29"/>
                    <a:pt x="535" y="0"/>
                    <a:pt x="442" y="0"/>
                  </a:cubicBezTo>
                  <a:cubicBezTo>
                    <a:pt x="198" y="0"/>
                    <a:pt x="0" y="198"/>
                    <a:pt x="0" y="442"/>
                  </a:cubicBezTo>
                  <a:cubicBezTo>
                    <a:pt x="0" y="685"/>
                    <a:pt x="198" y="883"/>
                    <a:pt x="442" y="883"/>
                  </a:cubicBezTo>
                  <a:cubicBezTo>
                    <a:pt x="685" y="883"/>
                    <a:pt x="883" y="685"/>
                    <a:pt x="883" y="442"/>
                  </a:cubicBezTo>
                  <a:cubicBezTo>
                    <a:pt x="883" y="349"/>
                    <a:pt x="855" y="263"/>
                    <a:pt x="806" y="192"/>
                  </a:cubicBezTo>
                  <a:lnTo>
                    <a:pt x="762" y="2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3384550" y="5675313"/>
              <a:ext cx="463550" cy="463550"/>
            </a:xfrm>
            <a:custGeom>
              <a:avLst/>
              <a:gdLst>
                <a:gd name="T0" fmla="*/ 390 w 457"/>
                <a:gd name="T1" fmla="*/ 181 h 457"/>
                <a:gd name="T2" fmla="*/ 397 w 457"/>
                <a:gd name="T3" fmla="*/ 229 h 457"/>
                <a:gd name="T4" fmla="*/ 229 w 457"/>
                <a:gd name="T5" fmla="*/ 397 h 457"/>
                <a:gd name="T6" fmla="*/ 60 w 457"/>
                <a:gd name="T7" fmla="*/ 229 h 457"/>
                <a:gd name="T8" fmla="*/ 229 w 457"/>
                <a:gd name="T9" fmla="*/ 60 h 457"/>
                <a:gd name="T10" fmla="*/ 277 w 457"/>
                <a:gd name="T11" fmla="*/ 67 h 457"/>
                <a:gd name="T12" fmla="*/ 324 w 457"/>
                <a:gd name="T13" fmla="*/ 21 h 457"/>
                <a:gd name="T14" fmla="*/ 229 w 457"/>
                <a:gd name="T15" fmla="*/ 0 h 457"/>
                <a:gd name="T16" fmla="*/ 0 w 457"/>
                <a:gd name="T17" fmla="*/ 229 h 457"/>
                <a:gd name="T18" fmla="*/ 229 w 457"/>
                <a:gd name="T19" fmla="*/ 457 h 457"/>
                <a:gd name="T20" fmla="*/ 457 w 457"/>
                <a:gd name="T21" fmla="*/ 229 h 457"/>
                <a:gd name="T22" fmla="*/ 437 w 457"/>
                <a:gd name="T23" fmla="*/ 134 h 457"/>
                <a:gd name="T24" fmla="*/ 390 w 457"/>
                <a:gd name="T25" fmla="*/ 181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7" h="457">
                  <a:moveTo>
                    <a:pt x="390" y="181"/>
                  </a:moveTo>
                  <a:cubicBezTo>
                    <a:pt x="395" y="196"/>
                    <a:pt x="397" y="212"/>
                    <a:pt x="397" y="229"/>
                  </a:cubicBezTo>
                  <a:cubicBezTo>
                    <a:pt x="397" y="322"/>
                    <a:pt x="322" y="397"/>
                    <a:pt x="229" y="397"/>
                  </a:cubicBezTo>
                  <a:cubicBezTo>
                    <a:pt x="136" y="397"/>
                    <a:pt x="60" y="322"/>
                    <a:pt x="60" y="229"/>
                  </a:cubicBezTo>
                  <a:cubicBezTo>
                    <a:pt x="60" y="136"/>
                    <a:pt x="136" y="60"/>
                    <a:pt x="229" y="60"/>
                  </a:cubicBezTo>
                  <a:cubicBezTo>
                    <a:pt x="245" y="60"/>
                    <a:pt x="262" y="63"/>
                    <a:pt x="277" y="67"/>
                  </a:cubicBezTo>
                  <a:cubicBezTo>
                    <a:pt x="324" y="21"/>
                    <a:pt x="324" y="21"/>
                    <a:pt x="324" y="21"/>
                  </a:cubicBezTo>
                  <a:cubicBezTo>
                    <a:pt x="295" y="8"/>
                    <a:pt x="263" y="0"/>
                    <a:pt x="229" y="0"/>
                  </a:cubicBezTo>
                  <a:cubicBezTo>
                    <a:pt x="103" y="0"/>
                    <a:pt x="0" y="103"/>
                    <a:pt x="0" y="229"/>
                  </a:cubicBezTo>
                  <a:cubicBezTo>
                    <a:pt x="0" y="355"/>
                    <a:pt x="103" y="457"/>
                    <a:pt x="229" y="457"/>
                  </a:cubicBezTo>
                  <a:cubicBezTo>
                    <a:pt x="355" y="457"/>
                    <a:pt x="457" y="355"/>
                    <a:pt x="457" y="229"/>
                  </a:cubicBezTo>
                  <a:cubicBezTo>
                    <a:pt x="457" y="195"/>
                    <a:pt x="450" y="163"/>
                    <a:pt x="437" y="134"/>
                  </a:cubicBezTo>
                  <a:lnTo>
                    <a:pt x="390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3582988" y="5092700"/>
              <a:ext cx="850900" cy="844550"/>
            </a:xfrm>
            <a:custGeom>
              <a:avLst/>
              <a:gdLst>
                <a:gd name="T0" fmla="*/ 33 w 839"/>
                <a:gd name="T1" fmla="*/ 834 h 834"/>
                <a:gd name="T2" fmla="*/ 11 w 839"/>
                <a:gd name="T3" fmla="*/ 825 h 834"/>
                <a:gd name="T4" fmla="*/ 11 w 839"/>
                <a:gd name="T5" fmla="*/ 782 h 834"/>
                <a:gd name="T6" fmla="*/ 785 w 839"/>
                <a:gd name="T7" fmla="*/ 12 h 834"/>
                <a:gd name="T8" fmla="*/ 827 w 839"/>
                <a:gd name="T9" fmla="*/ 12 h 834"/>
                <a:gd name="T10" fmla="*/ 827 w 839"/>
                <a:gd name="T11" fmla="*/ 54 h 834"/>
                <a:gd name="T12" fmla="*/ 54 w 839"/>
                <a:gd name="T13" fmla="*/ 825 h 834"/>
                <a:gd name="T14" fmla="*/ 33 w 839"/>
                <a:gd name="T15" fmla="*/ 834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9" h="834">
                  <a:moveTo>
                    <a:pt x="33" y="834"/>
                  </a:moveTo>
                  <a:cubicBezTo>
                    <a:pt x="25" y="834"/>
                    <a:pt x="17" y="831"/>
                    <a:pt x="11" y="825"/>
                  </a:cubicBezTo>
                  <a:cubicBezTo>
                    <a:pt x="0" y="813"/>
                    <a:pt x="0" y="794"/>
                    <a:pt x="11" y="782"/>
                  </a:cubicBezTo>
                  <a:cubicBezTo>
                    <a:pt x="785" y="12"/>
                    <a:pt x="785" y="12"/>
                    <a:pt x="785" y="12"/>
                  </a:cubicBezTo>
                  <a:cubicBezTo>
                    <a:pt x="796" y="0"/>
                    <a:pt x="815" y="0"/>
                    <a:pt x="827" y="12"/>
                  </a:cubicBezTo>
                  <a:cubicBezTo>
                    <a:pt x="839" y="24"/>
                    <a:pt x="839" y="43"/>
                    <a:pt x="827" y="54"/>
                  </a:cubicBezTo>
                  <a:cubicBezTo>
                    <a:pt x="54" y="825"/>
                    <a:pt x="54" y="825"/>
                    <a:pt x="54" y="825"/>
                  </a:cubicBezTo>
                  <a:cubicBezTo>
                    <a:pt x="48" y="831"/>
                    <a:pt x="40" y="834"/>
                    <a:pt x="33" y="8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4140200" y="4865687"/>
              <a:ext cx="301625" cy="500063"/>
            </a:xfrm>
            <a:custGeom>
              <a:avLst/>
              <a:gdLst>
                <a:gd name="T0" fmla="*/ 50 w 298"/>
                <a:gd name="T1" fmla="*/ 492 h 492"/>
                <a:gd name="T2" fmla="*/ 40 w 298"/>
                <a:gd name="T3" fmla="*/ 490 h 492"/>
                <a:gd name="T4" fmla="*/ 20 w 298"/>
                <a:gd name="T5" fmla="*/ 464 h 492"/>
                <a:gd name="T6" fmla="*/ 1 w 298"/>
                <a:gd name="T7" fmla="*/ 252 h 492"/>
                <a:gd name="T8" fmla="*/ 10 w 298"/>
                <a:gd name="T9" fmla="*/ 228 h 492"/>
                <a:gd name="T10" fmla="*/ 227 w 298"/>
                <a:gd name="T11" fmla="*/ 11 h 492"/>
                <a:gd name="T12" fmla="*/ 259 w 298"/>
                <a:gd name="T13" fmla="*/ 4 h 492"/>
                <a:gd name="T14" fmla="*/ 278 w 298"/>
                <a:gd name="T15" fmla="*/ 29 h 492"/>
                <a:gd name="T16" fmla="*/ 297 w 298"/>
                <a:gd name="T17" fmla="*/ 242 h 492"/>
                <a:gd name="T18" fmla="*/ 289 w 298"/>
                <a:gd name="T19" fmla="*/ 266 h 492"/>
                <a:gd name="T20" fmla="*/ 71 w 298"/>
                <a:gd name="T21" fmla="*/ 483 h 492"/>
                <a:gd name="T22" fmla="*/ 50 w 298"/>
                <a:gd name="T23" fmla="*/ 492 h 492"/>
                <a:gd name="T24" fmla="*/ 62 w 298"/>
                <a:gd name="T25" fmla="*/ 260 h 492"/>
                <a:gd name="T26" fmla="*/ 74 w 298"/>
                <a:gd name="T27" fmla="*/ 395 h 492"/>
                <a:gd name="T28" fmla="*/ 236 w 298"/>
                <a:gd name="T29" fmla="*/ 233 h 492"/>
                <a:gd name="T30" fmla="*/ 224 w 298"/>
                <a:gd name="T31" fmla="*/ 99 h 492"/>
                <a:gd name="T32" fmla="*/ 62 w 298"/>
                <a:gd name="T33" fmla="*/ 26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8" h="492">
                  <a:moveTo>
                    <a:pt x="50" y="492"/>
                  </a:moveTo>
                  <a:cubicBezTo>
                    <a:pt x="46" y="492"/>
                    <a:pt x="43" y="491"/>
                    <a:pt x="40" y="490"/>
                  </a:cubicBezTo>
                  <a:cubicBezTo>
                    <a:pt x="29" y="486"/>
                    <a:pt x="21" y="476"/>
                    <a:pt x="20" y="464"/>
                  </a:cubicBezTo>
                  <a:cubicBezTo>
                    <a:pt x="1" y="252"/>
                    <a:pt x="1" y="252"/>
                    <a:pt x="1" y="252"/>
                  </a:cubicBezTo>
                  <a:cubicBezTo>
                    <a:pt x="0" y="243"/>
                    <a:pt x="3" y="234"/>
                    <a:pt x="10" y="228"/>
                  </a:cubicBezTo>
                  <a:cubicBezTo>
                    <a:pt x="227" y="11"/>
                    <a:pt x="227" y="11"/>
                    <a:pt x="227" y="11"/>
                  </a:cubicBezTo>
                  <a:cubicBezTo>
                    <a:pt x="235" y="2"/>
                    <a:pt x="248" y="0"/>
                    <a:pt x="259" y="4"/>
                  </a:cubicBezTo>
                  <a:cubicBezTo>
                    <a:pt x="270" y="7"/>
                    <a:pt x="277" y="17"/>
                    <a:pt x="278" y="29"/>
                  </a:cubicBezTo>
                  <a:cubicBezTo>
                    <a:pt x="297" y="242"/>
                    <a:pt x="297" y="242"/>
                    <a:pt x="297" y="242"/>
                  </a:cubicBezTo>
                  <a:cubicBezTo>
                    <a:pt x="298" y="251"/>
                    <a:pt x="295" y="259"/>
                    <a:pt x="289" y="266"/>
                  </a:cubicBezTo>
                  <a:cubicBezTo>
                    <a:pt x="71" y="483"/>
                    <a:pt x="71" y="483"/>
                    <a:pt x="71" y="483"/>
                  </a:cubicBezTo>
                  <a:cubicBezTo>
                    <a:pt x="65" y="489"/>
                    <a:pt x="58" y="492"/>
                    <a:pt x="50" y="492"/>
                  </a:cubicBezTo>
                  <a:close/>
                  <a:moveTo>
                    <a:pt x="62" y="260"/>
                  </a:moveTo>
                  <a:cubicBezTo>
                    <a:pt x="74" y="395"/>
                    <a:pt x="74" y="395"/>
                    <a:pt x="74" y="395"/>
                  </a:cubicBezTo>
                  <a:cubicBezTo>
                    <a:pt x="236" y="233"/>
                    <a:pt x="236" y="233"/>
                    <a:pt x="236" y="233"/>
                  </a:cubicBezTo>
                  <a:cubicBezTo>
                    <a:pt x="224" y="99"/>
                    <a:pt x="224" y="99"/>
                    <a:pt x="224" y="99"/>
                  </a:cubicBezTo>
                  <a:lnTo>
                    <a:pt x="62" y="2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4157663" y="5083175"/>
              <a:ext cx="501650" cy="301625"/>
            </a:xfrm>
            <a:custGeom>
              <a:avLst/>
              <a:gdLst>
                <a:gd name="T0" fmla="*/ 245 w 494"/>
                <a:gd name="T1" fmla="*/ 297 h 297"/>
                <a:gd name="T2" fmla="*/ 242 w 494"/>
                <a:gd name="T3" fmla="*/ 296 h 297"/>
                <a:gd name="T4" fmla="*/ 29 w 494"/>
                <a:gd name="T5" fmla="*/ 278 h 297"/>
                <a:gd name="T6" fmla="*/ 4 w 494"/>
                <a:gd name="T7" fmla="*/ 258 h 297"/>
                <a:gd name="T8" fmla="*/ 11 w 494"/>
                <a:gd name="T9" fmla="*/ 226 h 297"/>
                <a:gd name="T10" fmla="*/ 228 w 494"/>
                <a:gd name="T11" fmla="*/ 9 h 297"/>
                <a:gd name="T12" fmla="*/ 252 w 494"/>
                <a:gd name="T13" fmla="*/ 0 h 297"/>
                <a:gd name="T14" fmla="*/ 464 w 494"/>
                <a:gd name="T15" fmla="*/ 19 h 297"/>
                <a:gd name="T16" fmla="*/ 490 w 494"/>
                <a:gd name="T17" fmla="*/ 39 h 297"/>
                <a:gd name="T18" fmla="*/ 483 w 494"/>
                <a:gd name="T19" fmla="*/ 70 h 297"/>
                <a:gd name="T20" fmla="*/ 266 w 494"/>
                <a:gd name="T21" fmla="*/ 288 h 297"/>
                <a:gd name="T22" fmla="*/ 245 w 494"/>
                <a:gd name="T23" fmla="*/ 297 h 297"/>
                <a:gd name="T24" fmla="*/ 99 w 494"/>
                <a:gd name="T25" fmla="*/ 223 h 297"/>
                <a:gd name="T26" fmla="*/ 233 w 494"/>
                <a:gd name="T27" fmla="*/ 235 h 297"/>
                <a:gd name="T28" fmla="*/ 395 w 494"/>
                <a:gd name="T29" fmla="*/ 73 h 297"/>
                <a:gd name="T30" fmla="*/ 261 w 494"/>
                <a:gd name="T31" fmla="*/ 62 h 297"/>
                <a:gd name="T32" fmla="*/ 99 w 494"/>
                <a:gd name="T33" fmla="*/ 223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4" h="297">
                  <a:moveTo>
                    <a:pt x="245" y="297"/>
                  </a:moveTo>
                  <a:cubicBezTo>
                    <a:pt x="244" y="297"/>
                    <a:pt x="243" y="297"/>
                    <a:pt x="242" y="296"/>
                  </a:cubicBezTo>
                  <a:cubicBezTo>
                    <a:pt x="29" y="278"/>
                    <a:pt x="29" y="278"/>
                    <a:pt x="29" y="278"/>
                  </a:cubicBezTo>
                  <a:cubicBezTo>
                    <a:pt x="18" y="277"/>
                    <a:pt x="8" y="269"/>
                    <a:pt x="4" y="258"/>
                  </a:cubicBezTo>
                  <a:cubicBezTo>
                    <a:pt x="0" y="247"/>
                    <a:pt x="2" y="235"/>
                    <a:pt x="11" y="226"/>
                  </a:cubicBezTo>
                  <a:cubicBezTo>
                    <a:pt x="228" y="9"/>
                    <a:pt x="228" y="9"/>
                    <a:pt x="228" y="9"/>
                  </a:cubicBezTo>
                  <a:cubicBezTo>
                    <a:pt x="234" y="3"/>
                    <a:pt x="243" y="0"/>
                    <a:pt x="252" y="0"/>
                  </a:cubicBezTo>
                  <a:cubicBezTo>
                    <a:pt x="464" y="19"/>
                    <a:pt x="464" y="19"/>
                    <a:pt x="464" y="19"/>
                  </a:cubicBezTo>
                  <a:cubicBezTo>
                    <a:pt x="476" y="20"/>
                    <a:pt x="486" y="28"/>
                    <a:pt x="490" y="39"/>
                  </a:cubicBezTo>
                  <a:cubicBezTo>
                    <a:pt x="494" y="50"/>
                    <a:pt x="491" y="62"/>
                    <a:pt x="483" y="70"/>
                  </a:cubicBezTo>
                  <a:cubicBezTo>
                    <a:pt x="266" y="288"/>
                    <a:pt x="266" y="288"/>
                    <a:pt x="266" y="288"/>
                  </a:cubicBezTo>
                  <a:cubicBezTo>
                    <a:pt x="260" y="293"/>
                    <a:pt x="252" y="297"/>
                    <a:pt x="245" y="297"/>
                  </a:cubicBezTo>
                  <a:close/>
                  <a:moveTo>
                    <a:pt x="99" y="223"/>
                  </a:moveTo>
                  <a:cubicBezTo>
                    <a:pt x="233" y="235"/>
                    <a:pt x="233" y="235"/>
                    <a:pt x="233" y="235"/>
                  </a:cubicBezTo>
                  <a:cubicBezTo>
                    <a:pt x="395" y="73"/>
                    <a:pt x="395" y="73"/>
                    <a:pt x="395" y="73"/>
                  </a:cubicBezTo>
                  <a:cubicBezTo>
                    <a:pt x="261" y="62"/>
                    <a:pt x="261" y="62"/>
                    <a:pt x="261" y="62"/>
                  </a:cubicBezTo>
                  <a:lnTo>
                    <a:pt x="99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</p:grpSp>
      <p:sp>
        <p:nvSpPr>
          <p:cNvPr id="14" name="Freeform 6"/>
          <p:cNvSpPr>
            <a:spLocks/>
          </p:cNvSpPr>
          <p:nvPr userDrawn="1"/>
        </p:nvSpPr>
        <p:spPr bwMode="auto">
          <a:xfrm>
            <a:off x="3211785" y="296368"/>
            <a:ext cx="8975455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" fmla="*/ 7021 w 10000"/>
              <a:gd name="connsiteY0" fmla="*/ 0 h 10000"/>
              <a:gd name="connsiteX1" fmla="*/ 0 w 10000"/>
              <a:gd name="connsiteY1" fmla="*/ 0 h 10000"/>
              <a:gd name="connsiteX2" fmla="*/ 197 w 10000"/>
              <a:gd name="connsiteY2" fmla="*/ 5024 h 10000"/>
              <a:gd name="connsiteX3" fmla="*/ 0 w 10000"/>
              <a:gd name="connsiteY3" fmla="*/ 10000 h 10000"/>
              <a:gd name="connsiteX4" fmla="*/ 10000 w 10000"/>
              <a:gd name="connsiteY4" fmla="*/ 10000 h 10000"/>
              <a:gd name="connsiteX5" fmla="*/ 7736 w 10000"/>
              <a:gd name="connsiteY5" fmla="*/ 5574 h 10000"/>
              <a:gd name="connsiteX6" fmla="*/ 7021 w 10000"/>
              <a:gd name="connsiteY6" fmla="*/ 0 h 10000"/>
              <a:gd name="connsiteX0" fmla="*/ 7021 w 7736"/>
              <a:gd name="connsiteY0" fmla="*/ 0 h 10038"/>
              <a:gd name="connsiteX1" fmla="*/ 0 w 7736"/>
              <a:gd name="connsiteY1" fmla="*/ 0 h 10038"/>
              <a:gd name="connsiteX2" fmla="*/ 197 w 7736"/>
              <a:gd name="connsiteY2" fmla="*/ 5024 h 10038"/>
              <a:gd name="connsiteX3" fmla="*/ 0 w 7736"/>
              <a:gd name="connsiteY3" fmla="*/ 10000 h 10038"/>
              <a:gd name="connsiteX4" fmla="*/ 7017 w 7736"/>
              <a:gd name="connsiteY4" fmla="*/ 10038 h 10038"/>
              <a:gd name="connsiteX5" fmla="*/ 7736 w 7736"/>
              <a:gd name="connsiteY5" fmla="*/ 5574 h 10038"/>
              <a:gd name="connsiteX6" fmla="*/ 7021 w 7736"/>
              <a:gd name="connsiteY6" fmla="*/ 0 h 10038"/>
              <a:gd name="connsiteX0" fmla="*/ 9076 w 9316"/>
              <a:gd name="connsiteY0" fmla="*/ 0 h 10000"/>
              <a:gd name="connsiteX1" fmla="*/ 0 w 9316"/>
              <a:gd name="connsiteY1" fmla="*/ 0 h 10000"/>
              <a:gd name="connsiteX2" fmla="*/ 255 w 9316"/>
              <a:gd name="connsiteY2" fmla="*/ 5005 h 10000"/>
              <a:gd name="connsiteX3" fmla="*/ 0 w 9316"/>
              <a:gd name="connsiteY3" fmla="*/ 9962 h 10000"/>
              <a:gd name="connsiteX4" fmla="*/ 9071 w 9316"/>
              <a:gd name="connsiteY4" fmla="*/ 10000 h 10000"/>
              <a:gd name="connsiteX5" fmla="*/ 9316 w 9316"/>
              <a:gd name="connsiteY5" fmla="*/ 5668 h 10000"/>
              <a:gd name="connsiteX6" fmla="*/ 9076 w 9316"/>
              <a:gd name="connsiteY6" fmla="*/ 0 h 10000"/>
              <a:gd name="connsiteX0" fmla="*/ 9742 w 10000"/>
              <a:gd name="connsiteY0" fmla="*/ 0 h 10000"/>
              <a:gd name="connsiteX1" fmla="*/ 0 w 10000"/>
              <a:gd name="connsiteY1" fmla="*/ 0 h 10000"/>
              <a:gd name="connsiteX2" fmla="*/ 274 w 10000"/>
              <a:gd name="connsiteY2" fmla="*/ 5005 h 10000"/>
              <a:gd name="connsiteX3" fmla="*/ 0 w 10000"/>
              <a:gd name="connsiteY3" fmla="*/ 9962 h 10000"/>
              <a:gd name="connsiteX4" fmla="*/ 9737 w 10000"/>
              <a:gd name="connsiteY4" fmla="*/ 10000 h 10000"/>
              <a:gd name="connsiteX5" fmla="*/ 10000 w 10000"/>
              <a:gd name="connsiteY5" fmla="*/ 5668 h 10000"/>
              <a:gd name="connsiteX6" fmla="*/ 9742 w 10000"/>
              <a:gd name="connsiteY6" fmla="*/ 0 h 10000"/>
              <a:gd name="connsiteX0" fmla="*/ 9742 w 9877"/>
              <a:gd name="connsiteY0" fmla="*/ 0 h 10000"/>
              <a:gd name="connsiteX1" fmla="*/ 0 w 9877"/>
              <a:gd name="connsiteY1" fmla="*/ 0 h 10000"/>
              <a:gd name="connsiteX2" fmla="*/ 274 w 9877"/>
              <a:gd name="connsiteY2" fmla="*/ 5005 h 10000"/>
              <a:gd name="connsiteX3" fmla="*/ 0 w 9877"/>
              <a:gd name="connsiteY3" fmla="*/ 9962 h 10000"/>
              <a:gd name="connsiteX4" fmla="*/ 9737 w 9877"/>
              <a:gd name="connsiteY4" fmla="*/ 10000 h 10000"/>
              <a:gd name="connsiteX5" fmla="*/ 9738 w 9877"/>
              <a:gd name="connsiteY5" fmla="*/ 5783 h 10000"/>
              <a:gd name="connsiteX6" fmla="*/ 9742 w 9877"/>
              <a:gd name="connsiteY6" fmla="*/ 0 h 10000"/>
              <a:gd name="connsiteX0" fmla="*/ 9863 w 9991"/>
              <a:gd name="connsiteY0" fmla="*/ 0 h 10000"/>
              <a:gd name="connsiteX1" fmla="*/ 0 w 9991"/>
              <a:gd name="connsiteY1" fmla="*/ 0 h 10000"/>
              <a:gd name="connsiteX2" fmla="*/ 277 w 9991"/>
              <a:gd name="connsiteY2" fmla="*/ 5005 h 10000"/>
              <a:gd name="connsiteX3" fmla="*/ 0 w 9991"/>
              <a:gd name="connsiteY3" fmla="*/ 9962 h 10000"/>
              <a:gd name="connsiteX4" fmla="*/ 9858 w 9991"/>
              <a:gd name="connsiteY4" fmla="*/ 10000 h 10000"/>
              <a:gd name="connsiteX5" fmla="*/ 9817 w 9991"/>
              <a:gd name="connsiteY5" fmla="*/ 5783 h 10000"/>
              <a:gd name="connsiteX6" fmla="*/ 9863 w 9991"/>
              <a:gd name="connsiteY6" fmla="*/ 0 h 10000"/>
              <a:gd name="connsiteX0" fmla="*/ 9872 w 10014"/>
              <a:gd name="connsiteY0" fmla="*/ 0 h 10000"/>
              <a:gd name="connsiteX1" fmla="*/ 0 w 10014"/>
              <a:gd name="connsiteY1" fmla="*/ 0 h 10000"/>
              <a:gd name="connsiteX2" fmla="*/ 277 w 10014"/>
              <a:gd name="connsiteY2" fmla="*/ 5005 h 10000"/>
              <a:gd name="connsiteX3" fmla="*/ 0 w 10014"/>
              <a:gd name="connsiteY3" fmla="*/ 9962 h 10000"/>
              <a:gd name="connsiteX4" fmla="*/ 9867 w 10014"/>
              <a:gd name="connsiteY4" fmla="*/ 10000 h 10000"/>
              <a:gd name="connsiteX5" fmla="*/ 9890 w 10014"/>
              <a:gd name="connsiteY5" fmla="*/ 5745 h 10000"/>
              <a:gd name="connsiteX6" fmla="*/ 9872 w 10014"/>
              <a:gd name="connsiteY6" fmla="*/ 0 h 10000"/>
              <a:gd name="connsiteX0" fmla="*/ 9872 w 10030"/>
              <a:gd name="connsiteY0" fmla="*/ 0 h 10000"/>
              <a:gd name="connsiteX1" fmla="*/ 0 w 10030"/>
              <a:gd name="connsiteY1" fmla="*/ 0 h 10000"/>
              <a:gd name="connsiteX2" fmla="*/ 277 w 10030"/>
              <a:gd name="connsiteY2" fmla="*/ 5005 h 10000"/>
              <a:gd name="connsiteX3" fmla="*/ 0 w 10030"/>
              <a:gd name="connsiteY3" fmla="*/ 9962 h 10000"/>
              <a:gd name="connsiteX4" fmla="*/ 9867 w 10030"/>
              <a:gd name="connsiteY4" fmla="*/ 10000 h 10000"/>
              <a:gd name="connsiteX5" fmla="*/ 9890 w 10030"/>
              <a:gd name="connsiteY5" fmla="*/ 5745 h 10000"/>
              <a:gd name="connsiteX6" fmla="*/ 9872 w 10030"/>
              <a:gd name="connsiteY6" fmla="*/ 0 h 10000"/>
              <a:gd name="connsiteX0" fmla="*/ 9872 w 9921"/>
              <a:gd name="connsiteY0" fmla="*/ 0 h 10000"/>
              <a:gd name="connsiteX1" fmla="*/ 0 w 9921"/>
              <a:gd name="connsiteY1" fmla="*/ 0 h 10000"/>
              <a:gd name="connsiteX2" fmla="*/ 277 w 9921"/>
              <a:gd name="connsiteY2" fmla="*/ 5005 h 10000"/>
              <a:gd name="connsiteX3" fmla="*/ 0 w 9921"/>
              <a:gd name="connsiteY3" fmla="*/ 9962 h 10000"/>
              <a:gd name="connsiteX4" fmla="*/ 9867 w 9921"/>
              <a:gd name="connsiteY4" fmla="*/ 10000 h 10000"/>
              <a:gd name="connsiteX5" fmla="*/ 9890 w 9921"/>
              <a:gd name="connsiteY5" fmla="*/ 5745 h 10000"/>
              <a:gd name="connsiteX6" fmla="*/ 9872 w 9921"/>
              <a:gd name="connsiteY6" fmla="*/ 0 h 10000"/>
              <a:gd name="connsiteX0" fmla="*/ 9951 w 9974"/>
              <a:gd name="connsiteY0" fmla="*/ 0 h 10000"/>
              <a:gd name="connsiteX1" fmla="*/ 0 w 9974"/>
              <a:gd name="connsiteY1" fmla="*/ 0 h 10000"/>
              <a:gd name="connsiteX2" fmla="*/ 279 w 9974"/>
              <a:gd name="connsiteY2" fmla="*/ 5005 h 10000"/>
              <a:gd name="connsiteX3" fmla="*/ 0 w 9974"/>
              <a:gd name="connsiteY3" fmla="*/ 9962 h 10000"/>
              <a:gd name="connsiteX4" fmla="*/ 9946 w 9974"/>
              <a:gd name="connsiteY4" fmla="*/ 10000 h 10000"/>
              <a:gd name="connsiteX5" fmla="*/ 9969 w 9974"/>
              <a:gd name="connsiteY5" fmla="*/ 5745 h 10000"/>
              <a:gd name="connsiteX6" fmla="*/ 9951 w 9974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9995"/>
              <a:gd name="connsiteY0" fmla="*/ 0 h 10000"/>
              <a:gd name="connsiteX1" fmla="*/ 0 w 9995"/>
              <a:gd name="connsiteY1" fmla="*/ 0 h 10000"/>
              <a:gd name="connsiteX2" fmla="*/ 280 w 9995"/>
              <a:gd name="connsiteY2" fmla="*/ 5005 h 10000"/>
              <a:gd name="connsiteX3" fmla="*/ 0 w 9995"/>
              <a:gd name="connsiteY3" fmla="*/ 9962 h 10000"/>
              <a:gd name="connsiteX4" fmla="*/ 9972 w 9995"/>
              <a:gd name="connsiteY4" fmla="*/ 10000 h 10000"/>
              <a:gd name="connsiteX5" fmla="*/ 9995 w 9995"/>
              <a:gd name="connsiteY5" fmla="*/ 5745 h 10000"/>
              <a:gd name="connsiteX6" fmla="*/ 9977 w 9995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9977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9999 w 10004"/>
              <a:gd name="connsiteY0" fmla="*/ 0 h 10000"/>
              <a:gd name="connsiteX1" fmla="*/ 0 w 10004"/>
              <a:gd name="connsiteY1" fmla="*/ 0 h 10000"/>
              <a:gd name="connsiteX2" fmla="*/ 280 w 10004"/>
              <a:gd name="connsiteY2" fmla="*/ 5005 h 10000"/>
              <a:gd name="connsiteX3" fmla="*/ 0 w 10004"/>
              <a:gd name="connsiteY3" fmla="*/ 9962 h 10000"/>
              <a:gd name="connsiteX4" fmla="*/ 10000 w 10004"/>
              <a:gd name="connsiteY4" fmla="*/ 10000 h 10000"/>
              <a:gd name="connsiteX5" fmla="*/ 10000 w 10004"/>
              <a:gd name="connsiteY5" fmla="*/ 5745 h 10000"/>
              <a:gd name="connsiteX6" fmla="*/ 9999 w 10004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10000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14796 w 14796"/>
              <a:gd name="connsiteY0" fmla="*/ 0 h 10000"/>
              <a:gd name="connsiteX1" fmla="*/ 0 w 14796"/>
              <a:gd name="connsiteY1" fmla="*/ 0 h 10000"/>
              <a:gd name="connsiteX2" fmla="*/ 280 w 14796"/>
              <a:gd name="connsiteY2" fmla="*/ 5005 h 10000"/>
              <a:gd name="connsiteX3" fmla="*/ 0 w 14796"/>
              <a:gd name="connsiteY3" fmla="*/ 9962 h 10000"/>
              <a:gd name="connsiteX4" fmla="*/ 10000 w 14796"/>
              <a:gd name="connsiteY4" fmla="*/ 10000 h 10000"/>
              <a:gd name="connsiteX5" fmla="*/ 10000 w 14796"/>
              <a:gd name="connsiteY5" fmla="*/ 5745 h 10000"/>
              <a:gd name="connsiteX6" fmla="*/ 14796 w 14796"/>
              <a:gd name="connsiteY6" fmla="*/ 0 h 10000"/>
              <a:gd name="connsiteX0" fmla="*/ 14796 w 14796"/>
              <a:gd name="connsiteY0" fmla="*/ 0 h 9968"/>
              <a:gd name="connsiteX1" fmla="*/ 0 w 14796"/>
              <a:gd name="connsiteY1" fmla="*/ 0 h 9968"/>
              <a:gd name="connsiteX2" fmla="*/ 280 w 14796"/>
              <a:gd name="connsiteY2" fmla="*/ 5005 h 9968"/>
              <a:gd name="connsiteX3" fmla="*/ 0 w 14796"/>
              <a:gd name="connsiteY3" fmla="*/ 9962 h 9968"/>
              <a:gd name="connsiteX4" fmla="*/ 14788 w 14796"/>
              <a:gd name="connsiteY4" fmla="*/ 9968 h 9968"/>
              <a:gd name="connsiteX5" fmla="*/ 10000 w 14796"/>
              <a:gd name="connsiteY5" fmla="*/ 5745 h 9968"/>
              <a:gd name="connsiteX6" fmla="*/ 14796 w 14796"/>
              <a:gd name="connsiteY6" fmla="*/ 0 h 9968"/>
              <a:gd name="connsiteX0" fmla="*/ 10000 w 10000"/>
              <a:gd name="connsiteY0" fmla="*/ 0 h 10000"/>
              <a:gd name="connsiteX1" fmla="*/ 0 w 10000"/>
              <a:gd name="connsiteY1" fmla="*/ 0 h 10000"/>
              <a:gd name="connsiteX2" fmla="*/ 189 w 10000"/>
              <a:gd name="connsiteY2" fmla="*/ 5021 h 10000"/>
              <a:gd name="connsiteX3" fmla="*/ 0 w 10000"/>
              <a:gd name="connsiteY3" fmla="*/ 9994 h 10000"/>
              <a:gd name="connsiteX4" fmla="*/ 9995 w 10000"/>
              <a:gd name="connsiteY4" fmla="*/ 10000 h 10000"/>
              <a:gd name="connsiteX5" fmla="*/ 9998 w 10000"/>
              <a:gd name="connsiteY5" fmla="*/ 6152 h 10000"/>
              <a:gd name="connsiteX6" fmla="*/ 10000 w 10000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15" name="Freeform 11"/>
          <p:cNvSpPr>
            <a:spLocks/>
          </p:cNvSpPr>
          <p:nvPr userDrawn="1"/>
        </p:nvSpPr>
        <p:spPr bwMode="auto">
          <a:xfrm>
            <a:off x="3106455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16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565" y="1233488"/>
            <a:ext cx="11274935" cy="4679788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fontAlgn="auto">
              <a:buClrTx/>
              <a:buSzPct val="100000"/>
              <a:buFont typeface="Huawei Sans" panose="020C0503030203020204" pitchFamily="34" charset="0"/>
              <a:buChar char="▫"/>
              <a:defRPr>
                <a:solidFill>
                  <a:schemeClr val="tx1"/>
                </a:solidFill>
                <a:latin typeface="+mn-lt"/>
              </a:defRPr>
            </a:lvl2pPr>
            <a:lvl3pPr fontAlgn="auto">
              <a:defRPr lang="zh-CN" altLang="en-US" dirty="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 fontAlgn="auto">
              <a:defRPr>
                <a:latin typeface="+mn-lt"/>
              </a:defRPr>
            </a:lvl4pPr>
            <a:lvl5pPr marL="1802879" indent="-201519" fontAlgn="auto">
              <a:buClrTx/>
              <a:buFont typeface="Huawei Sans" panose="020C0503030203020204" pitchFamily="34" charset="0"/>
              <a:buChar char="~"/>
              <a:defRPr>
                <a:latin typeface="+mn-lt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376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#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565" y="1233487"/>
            <a:ext cx="11274935" cy="4680000"/>
          </a:xfrm>
        </p:spPr>
        <p:txBody>
          <a:bodyPr/>
          <a:lstStyle>
            <a:lvl1pPr marL="457017" marR="0" indent="-457017" algn="just" defTabSz="801367" rtl="0" eaLnBrk="1" fontAlgn="auto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2pPr fontAlgn="auto">
              <a:buClrTx/>
              <a:buSzPct val="100000"/>
              <a:buFont typeface="Huawei Sans" panose="020C0503030203020204" pitchFamily="34" charset="0"/>
              <a:buChar char="▫"/>
              <a:defRPr>
                <a:latin typeface="+mn-lt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18ED692C-39CB-4AC0-81F6-D21CDD086EE4}"/>
              </a:ext>
            </a:extLst>
          </p:cNvPr>
          <p:cNvSpPr txBox="1"/>
          <p:nvPr userDrawn="1"/>
        </p:nvSpPr>
        <p:spPr bwMode="auto">
          <a:xfrm>
            <a:off x="1594877" y="408780"/>
            <a:ext cx="1664752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41" tIns="49967" rIns="99941" bIns="49967" rtlCol="0">
            <a:spAutoFit/>
          </a:bodyPr>
          <a:lstStyle/>
          <a:p>
            <a:pPr defTabSz="1001223" eaLnBrk="0" fontAlgn="auto" hangingPunct="0"/>
            <a:r>
              <a:rPr lang="zh-CN" altLang="en-US" sz="3499" b="1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rPr>
              <a:t>目录</a:t>
            </a:r>
          </a:p>
        </p:txBody>
      </p:sp>
      <p:sp>
        <p:nvSpPr>
          <p:cNvPr id="5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6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587159" y="515380"/>
            <a:ext cx="358195" cy="426359"/>
            <a:chOff x="3295650" y="230188"/>
            <a:chExt cx="936625" cy="1114426"/>
          </a:xfrm>
          <a:solidFill>
            <a:schemeClr val="bg1"/>
          </a:solidFill>
        </p:grpSpPr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3959225" y="876301"/>
              <a:ext cx="1825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9" name="Rectangle 17"/>
            <p:cNvSpPr>
              <a:spLocks noChangeArrowheads="1"/>
            </p:cNvSpPr>
            <p:nvPr/>
          </p:nvSpPr>
          <p:spPr bwMode="auto">
            <a:xfrm>
              <a:off x="3959225" y="777876"/>
              <a:ext cx="1825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0" name="Rectangle 18"/>
            <p:cNvSpPr>
              <a:spLocks noChangeArrowheads="1"/>
            </p:cNvSpPr>
            <p:nvPr/>
          </p:nvSpPr>
          <p:spPr bwMode="auto">
            <a:xfrm>
              <a:off x="3959225" y="677863"/>
              <a:ext cx="182563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1" name="Rectangle 19"/>
            <p:cNvSpPr>
              <a:spLocks noChangeArrowheads="1"/>
            </p:cNvSpPr>
            <p:nvPr/>
          </p:nvSpPr>
          <p:spPr bwMode="auto">
            <a:xfrm>
              <a:off x="3959225" y="582613"/>
              <a:ext cx="1825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2" name="Rectangle 20"/>
            <p:cNvSpPr>
              <a:spLocks noChangeArrowheads="1"/>
            </p:cNvSpPr>
            <p:nvPr/>
          </p:nvSpPr>
          <p:spPr bwMode="auto">
            <a:xfrm>
              <a:off x="3676650" y="1101726"/>
              <a:ext cx="469900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3" name="Rectangle 21"/>
            <p:cNvSpPr>
              <a:spLocks noChangeArrowheads="1"/>
            </p:cNvSpPr>
            <p:nvPr/>
          </p:nvSpPr>
          <p:spPr bwMode="auto">
            <a:xfrm>
              <a:off x="3676650" y="1198563"/>
              <a:ext cx="469900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4" name="Freeform 22"/>
            <p:cNvSpPr>
              <a:spLocks/>
            </p:cNvSpPr>
            <p:nvPr/>
          </p:nvSpPr>
          <p:spPr bwMode="auto">
            <a:xfrm>
              <a:off x="3590925" y="482601"/>
              <a:ext cx="641350" cy="862013"/>
            </a:xfrm>
            <a:custGeom>
              <a:avLst/>
              <a:gdLst>
                <a:gd name="T0" fmla="*/ 229 w 404"/>
                <a:gd name="T1" fmla="*/ 0 h 543"/>
                <a:gd name="T2" fmla="*/ 229 w 404"/>
                <a:gd name="T3" fmla="*/ 30 h 543"/>
                <a:gd name="T4" fmla="*/ 373 w 404"/>
                <a:gd name="T5" fmla="*/ 30 h 543"/>
                <a:gd name="T6" fmla="*/ 373 w 404"/>
                <a:gd name="T7" fmla="*/ 513 h 543"/>
                <a:gd name="T8" fmla="*/ 33 w 404"/>
                <a:gd name="T9" fmla="*/ 513 h 543"/>
                <a:gd name="T10" fmla="*/ 31 w 404"/>
                <a:gd name="T11" fmla="*/ 387 h 543"/>
                <a:gd name="T12" fmla="*/ 0 w 404"/>
                <a:gd name="T13" fmla="*/ 387 h 543"/>
                <a:gd name="T14" fmla="*/ 0 w 404"/>
                <a:gd name="T15" fmla="*/ 543 h 543"/>
                <a:gd name="T16" fmla="*/ 404 w 404"/>
                <a:gd name="T17" fmla="*/ 543 h 543"/>
                <a:gd name="T18" fmla="*/ 404 w 404"/>
                <a:gd name="T19" fmla="*/ 0 h 543"/>
                <a:gd name="T20" fmla="*/ 229 w 404"/>
                <a:gd name="T21" fmla="*/ 0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4" h="543">
                  <a:moveTo>
                    <a:pt x="229" y="0"/>
                  </a:moveTo>
                  <a:lnTo>
                    <a:pt x="229" y="30"/>
                  </a:lnTo>
                  <a:lnTo>
                    <a:pt x="373" y="30"/>
                  </a:lnTo>
                  <a:lnTo>
                    <a:pt x="373" y="513"/>
                  </a:lnTo>
                  <a:lnTo>
                    <a:pt x="33" y="513"/>
                  </a:lnTo>
                  <a:lnTo>
                    <a:pt x="31" y="387"/>
                  </a:lnTo>
                  <a:lnTo>
                    <a:pt x="0" y="387"/>
                  </a:lnTo>
                  <a:lnTo>
                    <a:pt x="0" y="543"/>
                  </a:lnTo>
                  <a:lnTo>
                    <a:pt x="404" y="543"/>
                  </a:lnTo>
                  <a:lnTo>
                    <a:pt x="404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5" name="Rectangle 23"/>
            <p:cNvSpPr>
              <a:spLocks noChangeArrowheads="1"/>
            </p:cNvSpPr>
            <p:nvPr/>
          </p:nvSpPr>
          <p:spPr bwMode="auto">
            <a:xfrm>
              <a:off x="3959225" y="989013"/>
              <a:ext cx="182563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6" name="Freeform 24"/>
            <p:cNvSpPr>
              <a:spLocks noEditPoints="1"/>
            </p:cNvSpPr>
            <p:nvPr/>
          </p:nvSpPr>
          <p:spPr bwMode="auto">
            <a:xfrm>
              <a:off x="3295650" y="230188"/>
              <a:ext cx="639763" cy="852488"/>
            </a:xfrm>
            <a:custGeom>
              <a:avLst/>
              <a:gdLst>
                <a:gd name="T0" fmla="*/ 403 w 403"/>
                <a:gd name="T1" fmla="*/ 0 h 537"/>
                <a:gd name="T2" fmla="*/ 0 w 403"/>
                <a:gd name="T3" fmla="*/ 0 h 537"/>
                <a:gd name="T4" fmla="*/ 0 w 403"/>
                <a:gd name="T5" fmla="*/ 447 h 537"/>
                <a:gd name="T6" fmla="*/ 92 w 403"/>
                <a:gd name="T7" fmla="*/ 537 h 537"/>
                <a:gd name="T8" fmla="*/ 403 w 403"/>
                <a:gd name="T9" fmla="*/ 537 h 537"/>
                <a:gd name="T10" fmla="*/ 403 w 403"/>
                <a:gd name="T11" fmla="*/ 0 h 537"/>
                <a:gd name="T12" fmla="*/ 373 w 403"/>
                <a:gd name="T13" fmla="*/ 508 h 537"/>
                <a:gd name="T14" fmla="*/ 108 w 403"/>
                <a:gd name="T15" fmla="*/ 508 h 537"/>
                <a:gd name="T16" fmla="*/ 108 w 403"/>
                <a:gd name="T17" fmla="*/ 433 h 537"/>
                <a:gd name="T18" fmla="*/ 30 w 403"/>
                <a:gd name="T19" fmla="*/ 433 h 537"/>
                <a:gd name="T20" fmla="*/ 30 w 403"/>
                <a:gd name="T21" fmla="*/ 31 h 537"/>
                <a:gd name="T22" fmla="*/ 373 w 403"/>
                <a:gd name="T23" fmla="*/ 31 h 537"/>
                <a:gd name="T24" fmla="*/ 373 w 403"/>
                <a:gd name="T25" fmla="*/ 508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3" h="537">
                  <a:moveTo>
                    <a:pt x="403" y="0"/>
                  </a:moveTo>
                  <a:lnTo>
                    <a:pt x="0" y="0"/>
                  </a:lnTo>
                  <a:lnTo>
                    <a:pt x="0" y="447"/>
                  </a:lnTo>
                  <a:lnTo>
                    <a:pt x="92" y="537"/>
                  </a:lnTo>
                  <a:lnTo>
                    <a:pt x="403" y="537"/>
                  </a:lnTo>
                  <a:lnTo>
                    <a:pt x="403" y="0"/>
                  </a:lnTo>
                  <a:close/>
                  <a:moveTo>
                    <a:pt x="373" y="508"/>
                  </a:moveTo>
                  <a:lnTo>
                    <a:pt x="108" y="508"/>
                  </a:lnTo>
                  <a:lnTo>
                    <a:pt x="108" y="433"/>
                  </a:lnTo>
                  <a:lnTo>
                    <a:pt x="30" y="433"/>
                  </a:lnTo>
                  <a:lnTo>
                    <a:pt x="30" y="31"/>
                  </a:lnTo>
                  <a:lnTo>
                    <a:pt x="373" y="31"/>
                  </a:lnTo>
                  <a:lnTo>
                    <a:pt x="373" y="5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7" name="Rectangle 25"/>
            <p:cNvSpPr>
              <a:spLocks noChangeArrowheads="1"/>
            </p:cNvSpPr>
            <p:nvPr/>
          </p:nvSpPr>
          <p:spPr bwMode="auto">
            <a:xfrm>
              <a:off x="3441700" y="376238"/>
              <a:ext cx="176213" cy="3238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8" name="Rectangle 26"/>
            <p:cNvSpPr>
              <a:spLocks noChangeArrowheads="1"/>
            </p:cNvSpPr>
            <p:nvPr/>
          </p:nvSpPr>
          <p:spPr bwMode="auto">
            <a:xfrm>
              <a:off x="3411538" y="755651"/>
              <a:ext cx="438150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9" name="Rectangle 27"/>
            <p:cNvSpPr>
              <a:spLocks noChangeArrowheads="1"/>
            </p:cNvSpPr>
            <p:nvPr/>
          </p:nvSpPr>
          <p:spPr bwMode="auto">
            <a:xfrm>
              <a:off x="3670300" y="565151"/>
              <a:ext cx="179388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3670300" y="658813"/>
              <a:ext cx="179388" cy="41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21" name="Rectangle 29"/>
            <p:cNvSpPr>
              <a:spLocks noChangeArrowheads="1"/>
            </p:cNvSpPr>
            <p:nvPr/>
          </p:nvSpPr>
          <p:spPr bwMode="auto">
            <a:xfrm>
              <a:off x="3670300" y="471488"/>
              <a:ext cx="179388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22" name="Rectangle 30"/>
            <p:cNvSpPr>
              <a:spLocks noChangeArrowheads="1"/>
            </p:cNvSpPr>
            <p:nvPr/>
          </p:nvSpPr>
          <p:spPr bwMode="auto">
            <a:xfrm>
              <a:off x="3670300" y="376238"/>
              <a:ext cx="179388" cy="41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23" name="Rectangle 31"/>
            <p:cNvSpPr>
              <a:spLocks noChangeArrowheads="1"/>
            </p:cNvSpPr>
            <p:nvPr/>
          </p:nvSpPr>
          <p:spPr bwMode="auto">
            <a:xfrm>
              <a:off x="3411538" y="842963"/>
              <a:ext cx="438150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</p:grpSp>
      <p:sp>
        <p:nvSpPr>
          <p:cNvPr id="24" name="Freeform 6"/>
          <p:cNvSpPr>
            <a:spLocks/>
          </p:cNvSpPr>
          <p:nvPr userDrawn="1"/>
        </p:nvSpPr>
        <p:spPr bwMode="auto">
          <a:xfrm>
            <a:off x="3211785" y="296368"/>
            <a:ext cx="8975455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" fmla="*/ 7021 w 10000"/>
              <a:gd name="connsiteY0" fmla="*/ 0 h 10000"/>
              <a:gd name="connsiteX1" fmla="*/ 0 w 10000"/>
              <a:gd name="connsiteY1" fmla="*/ 0 h 10000"/>
              <a:gd name="connsiteX2" fmla="*/ 197 w 10000"/>
              <a:gd name="connsiteY2" fmla="*/ 5024 h 10000"/>
              <a:gd name="connsiteX3" fmla="*/ 0 w 10000"/>
              <a:gd name="connsiteY3" fmla="*/ 10000 h 10000"/>
              <a:gd name="connsiteX4" fmla="*/ 10000 w 10000"/>
              <a:gd name="connsiteY4" fmla="*/ 10000 h 10000"/>
              <a:gd name="connsiteX5" fmla="*/ 7736 w 10000"/>
              <a:gd name="connsiteY5" fmla="*/ 5574 h 10000"/>
              <a:gd name="connsiteX6" fmla="*/ 7021 w 10000"/>
              <a:gd name="connsiteY6" fmla="*/ 0 h 10000"/>
              <a:gd name="connsiteX0" fmla="*/ 7021 w 7736"/>
              <a:gd name="connsiteY0" fmla="*/ 0 h 10038"/>
              <a:gd name="connsiteX1" fmla="*/ 0 w 7736"/>
              <a:gd name="connsiteY1" fmla="*/ 0 h 10038"/>
              <a:gd name="connsiteX2" fmla="*/ 197 w 7736"/>
              <a:gd name="connsiteY2" fmla="*/ 5024 h 10038"/>
              <a:gd name="connsiteX3" fmla="*/ 0 w 7736"/>
              <a:gd name="connsiteY3" fmla="*/ 10000 h 10038"/>
              <a:gd name="connsiteX4" fmla="*/ 7017 w 7736"/>
              <a:gd name="connsiteY4" fmla="*/ 10038 h 10038"/>
              <a:gd name="connsiteX5" fmla="*/ 7736 w 7736"/>
              <a:gd name="connsiteY5" fmla="*/ 5574 h 10038"/>
              <a:gd name="connsiteX6" fmla="*/ 7021 w 7736"/>
              <a:gd name="connsiteY6" fmla="*/ 0 h 10038"/>
              <a:gd name="connsiteX0" fmla="*/ 9076 w 9316"/>
              <a:gd name="connsiteY0" fmla="*/ 0 h 10000"/>
              <a:gd name="connsiteX1" fmla="*/ 0 w 9316"/>
              <a:gd name="connsiteY1" fmla="*/ 0 h 10000"/>
              <a:gd name="connsiteX2" fmla="*/ 255 w 9316"/>
              <a:gd name="connsiteY2" fmla="*/ 5005 h 10000"/>
              <a:gd name="connsiteX3" fmla="*/ 0 w 9316"/>
              <a:gd name="connsiteY3" fmla="*/ 9962 h 10000"/>
              <a:gd name="connsiteX4" fmla="*/ 9071 w 9316"/>
              <a:gd name="connsiteY4" fmla="*/ 10000 h 10000"/>
              <a:gd name="connsiteX5" fmla="*/ 9316 w 9316"/>
              <a:gd name="connsiteY5" fmla="*/ 5668 h 10000"/>
              <a:gd name="connsiteX6" fmla="*/ 9076 w 9316"/>
              <a:gd name="connsiteY6" fmla="*/ 0 h 10000"/>
              <a:gd name="connsiteX0" fmla="*/ 9742 w 10000"/>
              <a:gd name="connsiteY0" fmla="*/ 0 h 10000"/>
              <a:gd name="connsiteX1" fmla="*/ 0 w 10000"/>
              <a:gd name="connsiteY1" fmla="*/ 0 h 10000"/>
              <a:gd name="connsiteX2" fmla="*/ 274 w 10000"/>
              <a:gd name="connsiteY2" fmla="*/ 5005 h 10000"/>
              <a:gd name="connsiteX3" fmla="*/ 0 w 10000"/>
              <a:gd name="connsiteY3" fmla="*/ 9962 h 10000"/>
              <a:gd name="connsiteX4" fmla="*/ 9737 w 10000"/>
              <a:gd name="connsiteY4" fmla="*/ 10000 h 10000"/>
              <a:gd name="connsiteX5" fmla="*/ 10000 w 10000"/>
              <a:gd name="connsiteY5" fmla="*/ 5668 h 10000"/>
              <a:gd name="connsiteX6" fmla="*/ 9742 w 10000"/>
              <a:gd name="connsiteY6" fmla="*/ 0 h 10000"/>
              <a:gd name="connsiteX0" fmla="*/ 9742 w 9877"/>
              <a:gd name="connsiteY0" fmla="*/ 0 h 10000"/>
              <a:gd name="connsiteX1" fmla="*/ 0 w 9877"/>
              <a:gd name="connsiteY1" fmla="*/ 0 h 10000"/>
              <a:gd name="connsiteX2" fmla="*/ 274 w 9877"/>
              <a:gd name="connsiteY2" fmla="*/ 5005 h 10000"/>
              <a:gd name="connsiteX3" fmla="*/ 0 w 9877"/>
              <a:gd name="connsiteY3" fmla="*/ 9962 h 10000"/>
              <a:gd name="connsiteX4" fmla="*/ 9737 w 9877"/>
              <a:gd name="connsiteY4" fmla="*/ 10000 h 10000"/>
              <a:gd name="connsiteX5" fmla="*/ 9738 w 9877"/>
              <a:gd name="connsiteY5" fmla="*/ 5783 h 10000"/>
              <a:gd name="connsiteX6" fmla="*/ 9742 w 9877"/>
              <a:gd name="connsiteY6" fmla="*/ 0 h 10000"/>
              <a:gd name="connsiteX0" fmla="*/ 9863 w 9991"/>
              <a:gd name="connsiteY0" fmla="*/ 0 h 10000"/>
              <a:gd name="connsiteX1" fmla="*/ 0 w 9991"/>
              <a:gd name="connsiteY1" fmla="*/ 0 h 10000"/>
              <a:gd name="connsiteX2" fmla="*/ 277 w 9991"/>
              <a:gd name="connsiteY2" fmla="*/ 5005 h 10000"/>
              <a:gd name="connsiteX3" fmla="*/ 0 w 9991"/>
              <a:gd name="connsiteY3" fmla="*/ 9962 h 10000"/>
              <a:gd name="connsiteX4" fmla="*/ 9858 w 9991"/>
              <a:gd name="connsiteY4" fmla="*/ 10000 h 10000"/>
              <a:gd name="connsiteX5" fmla="*/ 9817 w 9991"/>
              <a:gd name="connsiteY5" fmla="*/ 5783 h 10000"/>
              <a:gd name="connsiteX6" fmla="*/ 9863 w 9991"/>
              <a:gd name="connsiteY6" fmla="*/ 0 h 10000"/>
              <a:gd name="connsiteX0" fmla="*/ 9872 w 10014"/>
              <a:gd name="connsiteY0" fmla="*/ 0 h 10000"/>
              <a:gd name="connsiteX1" fmla="*/ 0 w 10014"/>
              <a:gd name="connsiteY1" fmla="*/ 0 h 10000"/>
              <a:gd name="connsiteX2" fmla="*/ 277 w 10014"/>
              <a:gd name="connsiteY2" fmla="*/ 5005 h 10000"/>
              <a:gd name="connsiteX3" fmla="*/ 0 w 10014"/>
              <a:gd name="connsiteY3" fmla="*/ 9962 h 10000"/>
              <a:gd name="connsiteX4" fmla="*/ 9867 w 10014"/>
              <a:gd name="connsiteY4" fmla="*/ 10000 h 10000"/>
              <a:gd name="connsiteX5" fmla="*/ 9890 w 10014"/>
              <a:gd name="connsiteY5" fmla="*/ 5745 h 10000"/>
              <a:gd name="connsiteX6" fmla="*/ 9872 w 10014"/>
              <a:gd name="connsiteY6" fmla="*/ 0 h 10000"/>
              <a:gd name="connsiteX0" fmla="*/ 9872 w 10030"/>
              <a:gd name="connsiteY0" fmla="*/ 0 h 10000"/>
              <a:gd name="connsiteX1" fmla="*/ 0 w 10030"/>
              <a:gd name="connsiteY1" fmla="*/ 0 h 10000"/>
              <a:gd name="connsiteX2" fmla="*/ 277 w 10030"/>
              <a:gd name="connsiteY2" fmla="*/ 5005 h 10000"/>
              <a:gd name="connsiteX3" fmla="*/ 0 w 10030"/>
              <a:gd name="connsiteY3" fmla="*/ 9962 h 10000"/>
              <a:gd name="connsiteX4" fmla="*/ 9867 w 10030"/>
              <a:gd name="connsiteY4" fmla="*/ 10000 h 10000"/>
              <a:gd name="connsiteX5" fmla="*/ 9890 w 10030"/>
              <a:gd name="connsiteY5" fmla="*/ 5745 h 10000"/>
              <a:gd name="connsiteX6" fmla="*/ 9872 w 10030"/>
              <a:gd name="connsiteY6" fmla="*/ 0 h 10000"/>
              <a:gd name="connsiteX0" fmla="*/ 9872 w 9921"/>
              <a:gd name="connsiteY0" fmla="*/ 0 h 10000"/>
              <a:gd name="connsiteX1" fmla="*/ 0 w 9921"/>
              <a:gd name="connsiteY1" fmla="*/ 0 h 10000"/>
              <a:gd name="connsiteX2" fmla="*/ 277 w 9921"/>
              <a:gd name="connsiteY2" fmla="*/ 5005 h 10000"/>
              <a:gd name="connsiteX3" fmla="*/ 0 w 9921"/>
              <a:gd name="connsiteY3" fmla="*/ 9962 h 10000"/>
              <a:gd name="connsiteX4" fmla="*/ 9867 w 9921"/>
              <a:gd name="connsiteY4" fmla="*/ 10000 h 10000"/>
              <a:gd name="connsiteX5" fmla="*/ 9890 w 9921"/>
              <a:gd name="connsiteY5" fmla="*/ 5745 h 10000"/>
              <a:gd name="connsiteX6" fmla="*/ 9872 w 9921"/>
              <a:gd name="connsiteY6" fmla="*/ 0 h 10000"/>
              <a:gd name="connsiteX0" fmla="*/ 9951 w 9974"/>
              <a:gd name="connsiteY0" fmla="*/ 0 h 10000"/>
              <a:gd name="connsiteX1" fmla="*/ 0 w 9974"/>
              <a:gd name="connsiteY1" fmla="*/ 0 h 10000"/>
              <a:gd name="connsiteX2" fmla="*/ 279 w 9974"/>
              <a:gd name="connsiteY2" fmla="*/ 5005 h 10000"/>
              <a:gd name="connsiteX3" fmla="*/ 0 w 9974"/>
              <a:gd name="connsiteY3" fmla="*/ 9962 h 10000"/>
              <a:gd name="connsiteX4" fmla="*/ 9946 w 9974"/>
              <a:gd name="connsiteY4" fmla="*/ 10000 h 10000"/>
              <a:gd name="connsiteX5" fmla="*/ 9969 w 9974"/>
              <a:gd name="connsiteY5" fmla="*/ 5745 h 10000"/>
              <a:gd name="connsiteX6" fmla="*/ 9951 w 9974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9995"/>
              <a:gd name="connsiteY0" fmla="*/ 0 h 10000"/>
              <a:gd name="connsiteX1" fmla="*/ 0 w 9995"/>
              <a:gd name="connsiteY1" fmla="*/ 0 h 10000"/>
              <a:gd name="connsiteX2" fmla="*/ 280 w 9995"/>
              <a:gd name="connsiteY2" fmla="*/ 5005 h 10000"/>
              <a:gd name="connsiteX3" fmla="*/ 0 w 9995"/>
              <a:gd name="connsiteY3" fmla="*/ 9962 h 10000"/>
              <a:gd name="connsiteX4" fmla="*/ 9972 w 9995"/>
              <a:gd name="connsiteY4" fmla="*/ 10000 h 10000"/>
              <a:gd name="connsiteX5" fmla="*/ 9995 w 9995"/>
              <a:gd name="connsiteY5" fmla="*/ 5745 h 10000"/>
              <a:gd name="connsiteX6" fmla="*/ 9977 w 9995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9977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9999 w 10004"/>
              <a:gd name="connsiteY0" fmla="*/ 0 h 10000"/>
              <a:gd name="connsiteX1" fmla="*/ 0 w 10004"/>
              <a:gd name="connsiteY1" fmla="*/ 0 h 10000"/>
              <a:gd name="connsiteX2" fmla="*/ 280 w 10004"/>
              <a:gd name="connsiteY2" fmla="*/ 5005 h 10000"/>
              <a:gd name="connsiteX3" fmla="*/ 0 w 10004"/>
              <a:gd name="connsiteY3" fmla="*/ 9962 h 10000"/>
              <a:gd name="connsiteX4" fmla="*/ 10000 w 10004"/>
              <a:gd name="connsiteY4" fmla="*/ 10000 h 10000"/>
              <a:gd name="connsiteX5" fmla="*/ 10000 w 10004"/>
              <a:gd name="connsiteY5" fmla="*/ 5745 h 10000"/>
              <a:gd name="connsiteX6" fmla="*/ 9999 w 10004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10000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14796 w 14796"/>
              <a:gd name="connsiteY0" fmla="*/ 0 h 10000"/>
              <a:gd name="connsiteX1" fmla="*/ 0 w 14796"/>
              <a:gd name="connsiteY1" fmla="*/ 0 h 10000"/>
              <a:gd name="connsiteX2" fmla="*/ 280 w 14796"/>
              <a:gd name="connsiteY2" fmla="*/ 5005 h 10000"/>
              <a:gd name="connsiteX3" fmla="*/ 0 w 14796"/>
              <a:gd name="connsiteY3" fmla="*/ 9962 h 10000"/>
              <a:gd name="connsiteX4" fmla="*/ 10000 w 14796"/>
              <a:gd name="connsiteY4" fmla="*/ 10000 h 10000"/>
              <a:gd name="connsiteX5" fmla="*/ 10000 w 14796"/>
              <a:gd name="connsiteY5" fmla="*/ 5745 h 10000"/>
              <a:gd name="connsiteX6" fmla="*/ 14796 w 14796"/>
              <a:gd name="connsiteY6" fmla="*/ 0 h 10000"/>
              <a:gd name="connsiteX0" fmla="*/ 14796 w 14796"/>
              <a:gd name="connsiteY0" fmla="*/ 0 h 9968"/>
              <a:gd name="connsiteX1" fmla="*/ 0 w 14796"/>
              <a:gd name="connsiteY1" fmla="*/ 0 h 9968"/>
              <a:gd name="connsiteX2" fmla="*/ 280 w 14796"/>
              <a:gd name="connsiteY2" fmla="*/ 5005 h 9968"/>
              <a:gd name="connsiteX3" fmla="*/ 0 w 14796"/>
              <a:gd name="connsiteY3" fmla="*/ 9962 h 9968"/>
              <a:gd name="connsiteX4" fmla="*/ 14788 w 14796"/>
              <a:gd name="connsiteY4" fmla="*/ 9968 h 9968"/>
              <a:gd name="connsiteX5" fmla="*/ 10000 w 14796"/>
              <a:gd name="connsiteY5" fmla="*/ 5745 h 9968"/>
              <a:gd name="connsiteX6" fmla="*/ 14796 w 14796"/>
              <a:gd name="connsiteY6" fmla="*/ 0 h 9968"/>
              <a:gd name="connsiteX0" fmla="*/ 10000 w 10000"/>
              <a:gd name="connsiteY0" fmla="*/ 0 h 10000"/>
              <a:gd name="connsiteX1" fmla="*/ 0 w 10000"/>
              <a:gd name="connsiteY1" fmla="*/ 0 h 10000"/>
              <a:gd name="connsiteX2" fmla="*/ 189 w 10000"/>
              <a:gd name="connsiteY2" fmla="*/ 5021 h 10000"/>
              <a:gd name="connsiteX3" fmla="*/ 0 w 10000"/>
              <a:gd name="connsiteY3" fmla="*/ 9994 h 10000"/>
              <a:gd name="connsiteX4" fmla="*/ 9995 w 10000"/>
              <a:gd name="connsiteY4" fmla="*/ 10000 h 10000"/>
              <a:gd name="connsiteX5" fmla="*/ 9998 w 10000"/>
              <a:gd name="connsiteY5" fmla="*/ 6152 h 10000"/>
              <a:gd name="connsiteX6" fmla="*/ 10000 w 10000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25" name="Freeform 11"/>
          <p:cNvSpPr>
            <a:spLocks/>
          </p:cNvSpPr>
          <p:nvPr userDrawn="1"/>
        </p:nvSpPr>
        <p:spPr bwMode="auto">
          <a:xfrm>
            <a:off x="3106455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063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#本节概述和学习目标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6"/>
          <p:cNvSpPr>
            <a:spLocks noGrp="1"/>
          </p:cNvSpPr>
          <p:nvPr>
            <p:ph sz="quarter" idx="10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algn="just" fontAlgn="auto">
              <a:buClrTx/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algn="just" fontAlgn="auto">
              <a:buClrTx/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algn="just" fontAlgn="auto">
              <a:buClrTx/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algn="just" fontAlgn="auto">
              <a:buClrTx/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algn="just" fontAlgn="auto">
              <a:buClrTx/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18ED692C-39CB-4AC0-81F6-D21CDD086EE4}"/>
              </a:ext>
            </a:extLst>
          </p:cNvPr>
          <p:cNvSpPr txBox="1"/>
          <p:nvPr userDrawn="1"/>
        </p:nvSpPr>
        <p:spPr bwMode="auto">
          <a:xfrm>
            <a:off x="1594877" y="408780"/>
            <a:ext cx="9825899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41" tIns="49967" rIns="99941" bIns="49967" rtlCol="0">
            <a:spAutoFit/>
          </a:bodyPr>
          <a:lstStyle/>
          <a:p>
            <a:pPr defTabSz="1001223" eaLnBrk="0" fontAlgn="auto" hangingPunct="0"/>
            <a:r>
              <a:rPr lang="zh-CN" altLang="en-US" sz="3499" b="1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rPr>
              <a:t>本节概述和学习目标</a:t>
            </a:r>
          </a:p>
        </p:txBody>
      </p:sp>
      <p:sp>
        <p:nvSpPr>
          <p:cNvPr id="5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6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587158" y="505779"/>
            <a:ext cx="374562" cy="445558"/>
            <a:chOff x="-1647825" y="2492375"/>
            <a:chExt cx="1947863" cy="2316163"/>
          </a:xfrm>
          <a:solidFill>
            <a:schemeClr val="bg1"/>
          </a:solidFill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-1647825" y="2492375"/>
              <a:ext cx="1947863" cy="2316163"/>
            </a:xfrm>
            <a:custGeom>
              <a:avLst/>
              <a:gdLst>
                <a:gd name="T0" fmla="*/ 301 w 2739"/>
                <a:gd name="T1" fmla="*/ 181 h 3258"/>
                <a:gd name="T2" fmla="*/ 182 w 2739"/>
                <a:gd name="T3" fmla="*/ 301 h 3258"/>
                <a:gd name="T4" fmla="*/ 182 w 2739"/>
                <a:gd name="T5" fmla="*/ 2955 h 3258"/>
                <a:gd name="T6" fmla="*/ 262 w 2739"/>
                <a:gd name="T7" fmla="*/ 3068 h 3258"/>
                <a:gd name="T8" fmla="*/ 863 w 2739"/>
                <a:gd name="T9" fmla="*/ 2756 h 3258"/>
                <a:gd name="T10" fmla="*/ 1377 w 2739"/>
                <a:gd name="T11" fmla="*/ 3046 h 3258"/>
                <a:gd name="T12" fmla="*/ 1950 w 2739"/>
                <a:gd name="T13" fmla="*/ 2756 h 3258"/>
                <a:gd name="T14" fmla="*/ 2482 w 2739"/>
                <a:gd name="T15" fmla="*/ 3066 h 3258"/>
                <a:gd name="T16" fmla="*/ 2557 w 2739"/>
                <a:gd name="T17" fmla="*/ 2955 h 3258"/>
                <a:gd name="T18" fmla="*/ 2557 w 2739"/>
                <a:gd name="T19" fmla="*/ 301 h 3258"/>
                <a:gd name="T20" fmla="*/ 2438 w 2739"/>
                <a:gd name="T21" fmla="*/ 181 h 3258"/>
                <a:gd name="T22" fmla="*/ 301 w 2739"/>
                <a:gd name="T23" fmla="*/ 181 h 3258"/>
                <a:gd name="T24" fmla="*/ 2449 w 2739"/>
                <a:gd name="T25" fmla="*/ 3258 h 3258"/>
                <a:gd name="T26" fmla="*/ 1944 w 2739"/>
                <a:gd name="T27" fmla="*/ 2963 h 3258"/>
                <a:gd name="T28" fmla="*/ 1372 w 2739"/>
                <a:gd name="T29" fmla="*/ 3252 h 3258"/>
                <a:gd name="T30" fmla="*/ 860 w 2739"/>
                <a:gd name="T31" fmla="*/ 2963 h 3258"/>
                <a:gd name="T32" fmla="*/ 291 w 2739"/>
                <a:gd name="T33" fmla="*/ 3257 h 3258"/>
                <a:gd name="T34" fmla="*/ 264 w 2739"/>
                <a:gd name="T35" fmla="*/ 3254 h 3258"/>
                <a:gd name="T36" fmla="*/ 0 w 2739"/>
                <a:gd name="T37" fmla="*/ 2955 h 3258"/>
                <a:gd name="T38" fmla="*/ 0 w 2739"/>
                <a:gd name="T39" fmla="*/ 301 h 3258"/>
                <a:gd name="T40" fmla="*/ 301 w 2739"/>
                <a:gd name="T41" fmla="*/ 0 h 3258"/>
                <a:gd name="T42" fmla="*/ 2438 w 2739"/>
                <a:gd name="T43" fmla="*/ 0 h 3258"/>
                <a:gd name="T44" fmla="*/ 2739 w 2739"/>
                <a:gd name="T45" fmla="*/ 301 h 3258"/>
                <a:gd name="T46" fmla="*/ 2739 w 2739"/>
                <a:gd name="T47" fmla="*/ 2955 h 3258"/>
                <a:gd name="T48" fmla="*/ 2480 w 2739"/>
                <a:gd name="T49" fmla="*/ 3253 h 3258"/>
                <a:gd name="T50" fmla="*/ 2449 w 2739"/>
                <a:gd name="T51" fmla="*/ 3258 h 3258"/>
                <a:gd name="T52" fmla="*/ 2449 w 2739"/>
                <a:gd name="T53" fmla="*/ 3258 h 3258"/>
                <a:gd name="T54" fmla="*/ 2449 w 2739"/>
                <a:gd name="T55" fmla="*/ 3258 h 3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39" h="3258">
                  <a:moveTo>
                    <a:pt x="301" y="181"/>
                  </a:moveTo>
                  <a:cubicBezTo>
                    <a:pt x="235" y="182"/>
                    <a:pt x="182" y="235"/>
                    <a:pt x="182" y="301"/>
                  </a:cubicBezTo>
                  <a:cubicBezTo>
                    <a:pt x="182" y="2955"/>
                    <a:pt x="182" y="2955"/>
                    <a:pt x="182" y="2955"/>
                  </a:cubicBezTo>
                  <a:cubicBezTo>
                    <a:pt x="182" y="3007"/>
                    <a:pt x="215" y="3052"/>
                    <a:pt x="262" y="3068"/>
                  </a:cubicBezTo>
                  <a:cubicBezTo>
                    <a:pt x="863" y="2756"/>
                    <a:pt x="863" y="2756"/>
                    <a:pt x="863" y="2756"/>
                  </a:cubicBezTo>
                  <a:cubicBezTo>
                    <a:pt x="1377" y="3046"/>
                    <a:pt x="1377" y="3046"/>
                    <a:pt x="1377" y="3046"/>
                  </a:cubicBezTo>
                  <a:cubicBezTo>
                    <a:pt x="1950" y="2756"/>
                    <a:pt x="1950" y="2756"/>
                    <a:pt x="1950" y="2756"/>
                  </a:cubicBezTo>
                  <a:cubicBezTo>
                    <a:pt x="2482" y="3066"/>
                    <a:pt x="2482" y="3066"/>
                    <a:pt x="2482" y="3066"/>
                  </a:cubicBezTo>
                  <a:cubicBezTo>
                    <a:pt x="2527" y="3048"/>
                    <a:pt x="2557" y="3004"/>
                    <a:pt x="2557" y="2955"/>
                  </a:cubicBezTo>
                  <a:cubicBezTo>
                    <a:pt x="2557" y="301"/>
                    <a:pt x="2557" y="301"/>
                    <a:pt x="2557" y="301"/>
                  </a:cubicBezTo>
                  <a:cubicBezTo>
                    <a:pt x="2557" y="235"/>
                    <a:pt x="2504" y="182"/>
                    <a:pt x="2438" y="181"/>
                  </a:cubicBezTo>
                  <a:lnTo>
                    <a:pt x="301" y="181"/>
                  </a:lnTo>
                  <a:close/>
                  <a:moveTo>
                    <a:pt x="2449" y="3258"/>
                  </a:moveTo>
                  <a:cubicBezTo>
                    <a:pt x="1944" y="2963"/>
                    <a:pt x="1944" y="2963"/>
                    <a:pt x="1944" y="2963"/>
                  </a:cubicBezTo>
                  <a:cubicBezTo>
                    <a:pt x="1372" y="3252"/>
                    <a:pt x="1372" y="3252"/>
                    <a:pt x="1372" y="3252"/>
                  </a:cubicBezTo>
                  <a:cubicBezTo>
                    <a:pt x="860" y="2963"/>
                    <a:pt x="860" y="2963"/>
                    <a:pt x="860" y="2963"/>
                  </a:cubicBezTo>
                  <a:cubicBezTo>
                    <a:pt x="291" y="3257"/>
                    <a:pt x="291" y="3257"/>
                    <a:pt x="291" y="3257"/>
                  </a:cubicBezTo>
                  <a:cubicBezTo>
                    <a:pt x="264" y="3254"/>
                    <a:pt x="264" y="3254"/>
                    <a:pt x="264" y="3254"/>
                  </a:cubicBezTo>
                  <a:cubicBezTo>
                    <a:pt x="113" y="3235"/>
                    <a:pt x="0" y="3107"/>
                    <a:pt x="0" y="2955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135"/>
                    <a:pt x="135" y="0"/>
                    <a:pt x="301" y="0"/>
                  </a:cubicBezTo>
                  <a:cubicBezTo>
                    <a:pt x="2438" y="0"/>
                    <a:pt x="2438" y="0"/>
                    <a:pt x="2438" y="0"/>
                  </a:cubicBezTo>
                  <a:cubicBezTo>
                    <a:pt x="2604" y="0"/>
                    <a:pt x="2739" y="135"/>
                    <a:pt x="2739" y="301"/>
                  </a:cubicBezTo>
                  <a:cubicBezTo>
                    <a:pt x="2739" y="2955"/>
                    <a:pt x="2739" y="2955"/>
                    <a:pt x="2739" y="2955"/>
                  </a:cubicBezTo>
                  <a:cubicBezTo>
                    <a:pt x="2739" y="3105"/>
                    <a:pt x="2628" y="3233"/>
                    <a:pt x="2480" y="3253"/>
                  </a:cubicBezTo>
                  <a:lnTo>
                    <a:pt x="2449" y="3258"/>
                  </a:lnTo>
                  <a:close/>
                  <a:moveTo>
                    <a:pt x="2449" y="3258"/>
                  </a:moveTo>
                  <a:cubicBezTo>
                    <a:pt x="2449" y="3258"/>
                    <a:pt x="2449" y="3258"/>
                    <a:pt x="2449" y="325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-1155700" y="2941638"/>
              <a:ext cx="963613" cy="893763"/>
            </a:xfrm>
            <a:custGeom>
              <a:avLst/>
              <a:gdLst>
                <a:gd name="T0" fmla="*/ 1267 w 1353"/>
                <a:gd name="T1" fmla="*/ 182 h 1256"/>
                <a:gd name="T2" fmla="*/ 87 w 1353"/>
                <a:gd name="T3" fmla="*/ 182 h 1256"/>
                <a:gd name="T4" fmla="*/ 0 w 1353"/>
                <a:gd name="T5" fmla="*/ 91 h 1256"/>
                <a:gd name="T6" fmla="*/ 87 w 1353"/>
                <a:gd name="T7" fmla="*/ 0 h 1256"/>
                <a:gd name="T8" fmla="*/ 1267 w 1353"/>
                <a:gd name="T9" fmla="*/ 0 h 1256"/>
                <a:gd name="T10" fmla="*/ 1353 w 1353"/>
                <a:gd name="T11" fmla="*/ 91 h 1256"/>
                <a:gd name="T12" fmla="*/ 1267 w 1353"/>
                <a:gd name="T13" fmla="*/ 182 h 1256"/>
                <a:gd name="T14" fmla="*/ 1267 w 1353"/>
                <a:gd name="T15" fmla="*/ 719 h 1256"/>
                <a:gd name="T16" fmla="*/ 87 w 1353"/>
                <a:gd name="T17" fmla="*/ 719 h 1256"/>
                <a:gd name="T18" fmla="*/ 0 w 1353"/>
                <a:gd name="T19" fmla="*/ 628 h 1256"/>
                <a:gd name="T20" fmla="*/ 87 w 1353"/>
                <a:gd name="T21" fmla="*/ 537 h 1256"/>
                <a:gd name="T22" fmla="*/ 1267 w 1353"/>
                <a:gd name="T23" fmla="*/ 537 h 1256"/>
                <a:gd name="T24" fmla="*/ 1353 w 1353"/>
                <a:gd name="T25" fmla="*/ 628 h 1256"/>
                <a:gd name="T26" fmla="*/ 1267 w 1353"/>
                <a:gd name="T27" fmla="*/ 719 h 1256"/>
                <a:gd name="T28" fmla="*/ 1267 w 1353"/>
                <a:gd name="T29" fmla="*/ 1256 h 1256"/>
                <a:gd name="T30" fmla="*/ 87 w 1353"/>
                <a:gd name="T31" fmla="*/ 1256 h 1256"/>
                <a:gd name="T32" fmla="*/ 1 w 1353"/>
                <a:gd name="T33" fmla="*/ 1165 h 1256"/>
                <a:gd name="T34" fmla="*/ 87 w 1353"/>
                <a:gd name="T35" fmla="*/ 1075 h 1256"/>
                <a:gd name="T36" fmla="*/ 1267 w 1353"/>
                <a:gd name="T37" fmla="*/ 1075 h 1256"/>
                <a:gd name="T38" fmla="*/ 1352 w 1353"/>
                <a:gd name="T39" fmla="*/ 1165 h 1256"/>
                <a:gd name="T40" fmla="*/ 1267 w 1353"/>
                <a:gd name="T41" fmla="*/ 1256 h 1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53" h="1256">
                  <a:moveTo>
                    <a:pt x="1267" y="182"/>
                  </a:moveTo>
                  <a:cubicBezTo>
                    <a:pt x="87" y="182"/>
                    <a:pt x="87" y="182"/>
                    <a:pt x="87" y="182"/>
                  </a:cubicBezTo>
                  <a:cubicBezTo>
                    <a:pt x="38" y="180"/>
                    <a:pt x="0" y="140"/>
                    <a:pt x="0" y="91"/>
                  </a:cubicBezTo>
                  <a:cubicBezTo>
                    <a:pt x="0" y="42"/>
                    <a:pt x="38" y="2"/>
                    <a:pt x="87" y="0"/>
                  </a:cubicBezTo>
                  <a:cubicBezTo>
                    <a:pt x="1267" y="0"/>
                    <a:pt x="1267" y="0"/>
                    <a:pt x="1267" y="0"/>
                  </a:cubicBezTo>
                  <a:cubicBezTo>
                    <a:pt x="1315" y="2"/>
                    <a:pt x="1353" y="42"/>
                    <a:pt x="1353" y="91"/>
                  </a:cubicBezTo>
                  <a:cubicBezTo>
                    <a:pt x="1353" y="140"/>
                    <a:pt x="1315" y="180"/>
                    <a:pt x="1267" y="182"/>
                  </a:cubicBezTo>
                  <a:moveTo>
                    <a:pt x="1267" y="719"/>
                  </a:moveTo>
                  <a:cubicBezTo>
                    <a:pt x="87" y="719"/>
                    <a:pt x="87" y="719"/>
                    <a:pt x="87" y="719"/>
                  </a:cubicBezTo>
                  <a:cubicBezTo>
                    <a:pt x="38" y="717"/>
                    <a:pt x="0" y="677"/>
                    <a:pt x="0" y="628"/>
                  </a:cubicBezTo>
                  <a:cubicBezTo>
                    <a:pt x="0" y="580"/>
                    <a:pt x="38" y="540"/>
                    <a:pt x="87" y="537"/>
                  </a:cubicBezTo>
                  <a:cubicBezTo>
                    <a:pt x="1267" y="537"/>
                    <a:pt x="1267" y="537"/>
                    <a:pt x="1267" y="537"/>
                  </a:cubicBezTo>
                  <a:cubicBezTo>
                    <a:pt x="1315" y="540"/>
                    <a:pt x="1353" y="580"/>
                    <a:pt x="1353" y="628"/>
                  </a:cubicBezTo>
                  <a:cubicBezTo>
                    <a:pt x="1353" y="677"/>
                    <a:pt x="1315" y="717"/>
                    <a:pt x="1267" y="719"/>
                  </a:cubicBezTo>
                  <a:moveTo>
                    <a:pt x="1267" y="1256"/>
                  </a:moveTo>
                  <a:cubicBezTo>
                    <a:pt x="87" y="1256"/>
                    <a:pt x="87" y="1256"/>
                    <a:pt x="87" y="1256"/>
                  </a:cubicBezTo>
                  <a:cubicBezTo>
                    <a:pt x="39" y="1253"/>
                    <a:pt x="1" y="1213"/>
                    <a:pt x="1" y="1165"/>
                  </a:cubicBezTo>
                  <a:cubicBezTo>
                    <a:pt x="1" y="1117"/>
                    <a:pt x="39" y="1077"/>
                    <a:pt x="87" y="1075"/>
                  </a:cubicBezTo>
                  <a:cubicBezTo>
                    <a:pt x="1267" y="1075"/>
                    <a:pt x="1267" y="1075"/>
                    <a:pt x="1267" y="1075"/>
                  </a:cubicBezTo>
                  <a:cubicBezTo>
                    <a:pt x="1314" y="1077"/>
                    <a:pt x="1352" y="1117"/>
                    <a:pt x="1352" y="1165"/>
                  </a:cubicBezTo>
                  <a:cubicBezTo>
                    <a:pt x="1352" y="1213"/>
                    <a:pt x="1314" y="1253"/>
                    <a:pt x="1267" y="125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244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594177" y="410400"/>
            <a:ext cx="9827761" cy="640800"/>
          </a:xfrm>
        </p:spPr>
        <p:txBody>
          <a:bodyPr lIns="100800" tIns="50400" rIns="100800" bIns="50400" anchor="ctr" anchorCtr="0"/>
          <a:lstStyle>
            <a:lvl1pPr fontAlgn="auto">
              <a:defRPr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5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587158" y="505779"/>
            <a:ext cx="374562" cy="445558"/>
            <a:chOff x="-1647825" y="2492375"/>
            <a:chExt cx="1947863" cy="2316163"/>
          </a:xfrm>
          <a:solidFill>
            <a:schemeClr val="bg1"/>
          </a:solidFill>
        </p:grpSpPr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-1647825" y="2492375"/>
              <a:ext cx="1947863" cy="2316163"/>
            </a:xfrm>
            <a:custGeom>
              <a:avLst/>
              <a:gdLst>
                <a:gd name="T0" fmla="*/ 301 w 2739"/>
                <a:gd name="T1" fmla="*/ 181 h 3258"/>
                <a:gd name="T2" fmla="*/ 182 w 2739"/>
                <a:gd name="T3" fmla="*/ 301 h 3258"/>
                <a:gd name="T4" fmla="*/ 182 w 2739"/>
                <a:gd name="T5" fmla="*/ 2955 h 3258"/>
                <a:gd name="T6" fmla="*/ 262 w 2739"/>
                <a:gd name="T7" fmla="*/ 3068 h 3258"/>
                <a:gd name="T8" fmla="*/ 863 w 2739"/>
                <a:gd name="T9" fmla="*/ 2756 h 3258"/>
                <a:gd name="T10" fmla="*/ 1377 w 2739"/>
                <a:gd name="T11" fmla="*/ 3046 h 3258"/>
                <a:gd name="T12" fmla="*/ 1950 w 2739"/>
                <a:gd name="T13" fmla="*/ 2756 h 3258"/>
                <a:gd name="T14" fmla="*/ 2482 w 2739"/>
                <a:gd name="T15" fmla="*/ 3066 h 3258"/>
                <a:gd name="T16" fmla="*/ 2557 w 2739"/>
                <a:gd name="T17" fmla="*/ 2955 h 3258"/>
                <a:gd name="T18" fmla="*/ 2557 w 2739"/>
                <a:gd name="T19" fmla="*/ 301 h 3258"/>
                <a:gd name="T20" fmla="*/ 2438 w 2739"/>
                <a:gd name="T21" fmla="*/ 181 h 3258"/>
                <a:gd name="T22" fmla="*/ 301 w 2739"/>
                <a:gd name="T23" fmla="*/ 181 h 3258"/>
                <a:gd name="T24" fmla="*/ 2449 w 2739"/>
                <a:gd name="T25" fmla="*/ 3258 h 3258"/>
                <a:gd name="T26" fmla="*/ 1944 w 2739"/>
                <a:gd name="T27" fmla="*/ 2963 h 3258"/>
                <a:gd name="T28" fmla="*/ 1372 w 2739"/>
                <a:gd name="T29" fmla="*/ 3252 h 3258"/>
                <a:gd name="T30" fmla="*/ 860 w 2739"/>
                <a:gd name="T31" fmla="*/ 2963 h 3258"/>
                <a:gd name="T32" fmla="*/ 291 w 2739"/>
                <a:gd name="T33" fmla="*/ 3257 h 3258"/>
                <a:gd name="T34" fmla="*/ 264 w 2739"/>
                <a:gd name="T35" fmla="*/ 3254 h 3258"/>
                <a:gd name="T36" fmla="*/ 0 w 2739"/>
                <a:gd name="T37" fmla="*/ 2955 h 3258"/>
                <a:gd name="T38" fmla="*/ 0 w 2739"/>
                <a:gd name="T39" fmla="*/ 301 h 3258"/>
                <a:gd name="T40" fmla="*/ 301 w 2739"/>
                <a:gd name="T41" fmla="*/ 0 h 3258"/>
                <a:gd name="T42" fmla="*/ 2438 w 2739"/>
                <a:gd name="T43" fmla="*/ 0 h 3258"/>
                <a:gd name="T44" fmla="*/ 2739 w 2739"/>
                <a:gd name="T45" fmla="*/ 301 h 3258"/>
                <a:gd name="T46" fmla="*/ 2739 w 2739"/>
                <a:gd name="T47" fmla="*/ 2955 h 3258"/>
                <a:gd name="T48" fmla="*/ 2480 w 2739"/>
                <a:gd name="T49" fmla="*/ 3253 h 3258"/>
                <a:gd name="T50" fmla="*/ 2449 w 2739"/>
                <a:gd name="T51" fmla="*/ 3258 h 3258"/>
                <a:gd name="T52" fmla="*/ 2449 w 2739"/>
                <a:gd name="T53" fmla="*/ 3258 h 3258"/>
                <a:gd name="T54" fmla="*/ 2449 w 2739"/>
                <a:gd name="T55" fmla="*/ 3258 h 3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39" h="3258">
                  <a:moveTo>
                    <a:pt x="301" y="181"/>
                  </a:moveTo>
                  <a:cubicBezTo>
                    <a:pt x="235" y="182"/>
                    <a:pt x="182" y="235"/>
                    <a:pt x="182" y="301"/>
                  </a:cubicBezTo>
                  <a:cubicBezTo>
                    <a:pt x="182" y="2955"/>
                    <a:pt x="182" y="2955"/>
                    <a:pt x="182" y="2955"/>
                  </a:cubicBezTo>
                  <a:cubicBezTo>
                    <a:pt x="182" y="3007"/>
                    <a:pt x="215" y="3052"/>
                    <a:pt x="262" y="3068"/>
                  </a:cubicBezTo>
                  <a:cubicBezTo>
                    <a:pt x="863" y="2756"/>
                    <a:pt x="863" y="2756"/>
                    <a:pt x="863" y="2756"/>
                  </a:cubicBezTo>
                  <a:cubicBezTo>
                    <a:pt x="1377" y="3046"/>
                    <a:pt x="1377" y="3046"/>
                    <a:pt x="1377" y="3046"/>
                  </a:cubicBezTo>
                  <a:cubicBezTo>
                    <a:pt x="1950" y="2756"/>
                    <a:pt x="1950" y="2756"/>
                    <a:pt x="1950" y="2756"/>
                  </a:cubicBezTo>
                  <a:cubicBezTo>
                    <a:pt x="2482" y="3066"/>
                    <a:pt x="2482" y="3066"/>
                    <a:pt x="2482" y="3066"/>
                  </a:cubicBezTo>
                  <a:cubicBezTo>
                    <a:pt x="2527" y="3048"/>
                    <a:pt x="2557" y="3004"/>
                    <a:pt x="2557" y="2955"/>
                  </a:cubicBezTo>
                  <a:cubicBezTo>
                    <a:pt x="2557" y="301"/>
                    <a:pt x="2557" y="301"/>
                    <a:pt x="2557" y="301"/>
                  </a:cubicBezTo>
                  <a:cubicBezTo>
                    <a:pt x="2557" y="235"/>
                    <a:pt x="2504" y="182"/>
                    <a:pt x="2438" y="181"/>
                  </a:cubicBezTo>
                  <a:lnTo>
                    <a:pt x="301" y="181"/>
                  </a:lnTo>
                  <a:close/>
                  <a:moveTo>
                    <a:pt x="2449" y="3258"/>
                  </a:moveTo>
                  <a:cubicBezTo>
                    <a:pt x="1944" y="2963"/>
                    <a:pt x="1944" y="2963"/>
                    <a:pt x="1944" y="2963"/>
                  </a:cubicBezTo>
                  <a:cubicBezTo>
                    <a:pt x="1372" y="3252"/>
                    <a:pt x="1372" y="3252"/>
                    <a:pt x="1372" y="3252"/>
                  </a:cubicBezTo>
                  <a:cubicBezTo>
                    <a:pt x="860" y="2963"/>
                    <a:pt x="860" y="2963"/>
                    <a:pt x="860" y="2963"/>
                  </a:cubicBezTo>
                  <a:cubicBezTo>
                    <a:pt x="291" y="3257"/>
                    <a:pt x="291" y="3257"/>
                    <a:pt x="291" y="3257"/>
                  </a:cubicBezTo>
                  <a:cubicBezTo>
                    <a:pt x="264" y="3254"/>
                    <a:pt x="264" y="3254"/>
                    <a:pt x="264" y="3254"/>
                  </a:cubicBezTo>
                  <a:cubicBezTo>
                    <a:pt x="113" y="3235"/>
                    <a:pt x="0" y="3107"/>
                    <a:pt x="0" y="2955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135"/>
                    <a:pt x="135" y="0"/>
                    <a:pt x="301" y="0"/>
                  </a:cubicBezTo>
                  <a:cubicBezTo>
                    <a:pt x="2438" y="0"/>
                    <a:pt x="2438" y="0"/>
                    <a:pt x="2438" y="0"/>
                  </a:cubicBezTo>
                  <a:cubicBezTo>
                    <a:pt x="2604" y="0"/>
                    <a:pt x="2739" y="135"/>
                    <a:pt x="2739" y="301"/>
                  </a:cubicBezTo>
                  <a:cubicBezTo>
                    <a:pt x="2739" y="2955"/>
                    <a:pt x="2739" y="2955"/>
                    <a:pt x="2739" y="2955"/>
                  </a:cubicBezTo>
                  <a:cubicBezTo>
                    <a:pt x="2739" y="3105"/>
                    <a:pt x="2628" y="3233"/>
                    <a:pt x="2480" y="3253"/>
                  </a:cubicBezTo>
                  <a:lnTo>
                    <a:pt x="2449" y="3258"/>
                  </a:lnTo>
                  <a:close/>
                  <a:moveTo>
                    <a:pt x="2449" y="3258"/>
                  </a:moveTo>
                  <a:cubicBezTo>
                    <a:pt x="2449" y="3258"/>
                    <a:pt x="2449" y="3258"/>
                    <a:pt x="2449" y="325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-1155700" y="2941638"/>
              <a:ext cx="963613" cy="893763"/>
            </a:xfrm>
            <a:custGeom>
              <a:avLst/>
              <a:gdLst>
                <a:gd name="T0" fmla="*/ 1267 w 1353"/>
                <a:gd name="T1" fmla="*/ 182 h 1256"/>
                <a:gd name="T2" fmla="*/ 87 w 1353"/>
                <a:gd name="T3" fmla="*/ 182 h 1256"/>
                <a:gd name="T4" fmla="*/ 0 w 1353"/>
                <a:gd name="T5" fmla="*/ 91 h 1256"/>
                <a:gd name="T6" fmla="*/ 87 w 1353"/>
                <a:gd name="T7" fmla="*/ 0 h 1256"/>
                <a:gd name="T8" fmla="*/ 1267 w 1353"/>
                <a:gd name="T9" fmla="*/ 0 h 1256"/>
                <a:gd name="T10" fmla="*/ 1353 w 1353"/>
                <a:gd name="T11" fmla="*/ 91 h 1256"/>
                <a:gd name="T12" fmla="*/ 1267 w 1353"/>
                <a:gd name="T13" fmla="*/ 182 h 1256"/>
                <a:gd name="T14" fmla="*/ 1267 w 1353"/>
                <a:gd name="T15" fmla="*/ 719 h 1256"/>
                <a:gd name="T16" fmla="*/ 87 w 1353"/>
                <a:gd name="T17" fmla="*/ 719 h 1256"/>
                <a:gd name="T18" fmla="*/ 0 w 1353"/>
                <a:gd name="T19" fmla="*/ 628 h 1256"/>
                <a:gd name="T20" fmla="*/ 87 w 1353"/>
                <a:gd name="T21" fmla="*/ 537 h 1256"/>
                <a:gd name="T22" fmla="*/ 1267 w 1353"/>
                <a:gd name="T23" fmla="*/ 537 h 1256"/>
                <a:gd name="T24" fmla="*/ 1353 w 1353"/>
                <a:gd name="T25" fmla="*/ 628 h 1256"/>
                <a:gd name="T26" fmla="*/ 1267 w 1353"/>
                <a:gd name="T27" fmla="*/ 719 h 1256"/>
                <a:gd name="T28" fmla="*/ 1267 w 1353"/>
                <a:gd name="T29" fmla="*/ 1256 h 1256"/>
                <a:gd name="T30" fmla="*/ 87 w 1353"/>
                <a:gd name="T31" fmla="*/ 1256 h 1256"/>
                <a:gd name="T32" fmla="*/ 1 w 1353"/>
                <a:gd name="T33" fmla="*/ 1165 h 1256"/>
                <a:gd name="T34" fmla="*/ 87 w 1353"/>
                <a:gd name="T35" fmla="*/ 1075 h 1256"/>
                <a:gd name="T36" fmla="*/ 1267 w 1353"/>
                <a:gd name="T37" fmla="*/ 1075 h 1256"/>
                <a:gd name="T38" fmla="*/ 1352 w 1353"/>
                <a:gd name="T39" fmla="*/ 1165 h 1256"/>
                <a:gd name="T40" fmla="*/ 1267 w 1353"/>
                <a:gd name="T41" fmla="*/ 1256 h 1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53" h="1256">
                  <a:moveTo>
                    <a:pt x="1267" y="182"/>
                  </a:moveTo>
                  <a:cubicBezTo>
                    <a:pt x="87" y="182"/>
                    <a:pt x="87" y="182"/>
                    <a:pt x="87" y="182"/>
                  </a:cubicBezTo>
                  <a:cubicBezTo>
                    <a:pt x="38" y="180"/>
                    <a:pt x="0" y="140"/>
                    <a:pt x="0" y="91"/>
                  </a:cubicBezTo>
                  <a:cubicBezTo>
                    <a:pt x="0" y="42"/>
                    <a:pt x="38" y="2"/>
                    <a:pt x="87" y="0"/>
                  </a:cubicBezTo>
                  <a:cubicBezTo>
                    <a:pt x="1267" y="0"/>
                    <a:pt x="1267" y="0"/>
                    <a:pt x="1267" y="0"/>
                  </a:cubicBezTo>
                  <a:cubicBezTo>
                    <a:pt x="1315" y="2"/>
                    <a:pt x="1353" y="42"/>
                    <a:pt x="1353" y="91"/>
                  </a:cubicBezTo>
                  <a:cubicBezTo>
                    <a:pt x="1353" y="140"/>
                    <a:pt x="1315" y="180"/>
                    <a:pt x="1267" y="182"/>
                  </a:cubicBezTo>
                  <a:moveTo>
                    <a:pt x="1267" y="719"/>
                  </a:moveTo>
                  <a:cubicBezTo>
                    <a:pt x="87" y="719"/>
                    <a:pt x="87" y="719"/>
                    <a:pt x="87" y="719"/>
                  </a:cubicBezTo>
                  <a:cubicBezTo>
                    <a:pt x="38" y="717"/>
                    <a:pt x="0" y="677"/>
                    <a:pt x="0" y="628"/>
                  </a:cubicBezTo>
                  <a:cubicBezTo>
                    <a:pt x="0" y="580"/>
                    <a:pt x="38" y="540"/>
                    <a:pt x="87" y="537"/>
                  </a:cubicBezTo>
                  <a:cubicBezTo>
                    <a:pt x="1267" y="537"/>
                    <a:pt x="1267" y="537"/>
                    <a:pt x="1267" y="537"/>
                  </a:cubicBezTo>
                  <a:cubicBezTo>
                    <a:pt x="1315" y="540"/>
                    <a:pt x="1353" y="580"/>
                    <a:pt x="1353" y="628"/>
                  </a:cubicBezTo>
                  <a:cubicBezTo>
                    <a:pt x="1353" y="677"/>
                    <a:pt x="1315" y="717"/>
                    <a:pt x="1267" y="719"/>
                  </a:cubicBezTo>
                  <a:moveTo>
                    <a:pt x="1267" y="1256"/>
                  </a:moveTo>
                  <a:cubicBezTo>
                    <a:pt x="87" y="1256"/>
                    <a:pt x="87" y="1256"/>
                    <a:pt x="87" y="1256"/>
                  </a:cubicBezTo>
                  <a:cubicBezTo>
                    <a:pt x="39" y="1253"/>
                    <a:pt x="1" y="1213"/>
                    <a:pt x="1" y="1165"/>
                  </a:cubicBezTo>
                  <a:cubicBezTo>
                    <a:pt x="1" y="1117"/>
                    <a:pt x="39" y="1077"/>
                    <a:pt x="87" y="1075"/>
                  </a:cubicBezTo>
                  <a:cubicBezTo>
                    <a:pt x="1267" y="1075"/>
                    <a:pt x="1267" y="1075"/>
                    <a:pt x="1267" y="1075"/>
                  </a:cubicBezTo>
                  <a:cubicBezTo>
                    <a:pt x="1314" y="1077"/>
                    <a:pt x="1352" y="1117"/>
                    <a:pt x="1352" y="1165"/>
                  </a:cubicBezTo>
                  <a:cubicBezTo>
                    <a:pt x="1352" y="1213"/>
                    <a:pt x="1314" y="1253"/>
                    <a:pt x="1267" y="125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</p:grp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7" y="1233488"/>
            <a:ext cx="11276183" cy="4680000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3073553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#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4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5" name="Freeform 12"/>
          <p:cNvSpPr>
            <a:spLocks noEditPoints="1"/>
          </p:cNvSpPr>
          <p:nvPr userDrawn="1"/>
        </p:nvSpPr>
        <p:spPr bwMode="auto">
          <a:xfrm>
            <a:off x="479189" y="474076"/>
            <a:ext cx="507964" cy="508967"/>
          </a:xfrm>
          <a:custGeom>
            <a:avLst/>
            <a:gdLst>
              <a:gd name="T0" fmla="*/ 1433 w 2867"/>
              <a:gd name="T1" fmla="*/ 0 h 2867"/>
              <a:gd name="T2" fmla="*/ 0 w 2867"/>
              <a:gd name="T3" fmla="*/ 1433 h 2867"/>
              <a:gd name="T4" fmla="*/ 1433 w 2867"/>
              <a:gd name="T5" fmla="*/ 2867 h 2867"/>
              <a:gd name="T6" fmla="*/ 2867 w 2867"/>
              <a:gd name="T7" fmla="*/ 1433 h 2867"/>
              <a:gd name="T8" fmla="*/ 1433 w 2867"/>
              <a:gd name="T9" fmla="*/ 0 h 2867"/>
              <a:gd name="T10" fmla="*/ 1433 w 2867"/>
              <a:gd name="T11" fmla="*/ 2662 h 2867"/>
              <a:gd name="T12" fmla="*/ 205 w 2867"/>
              <a:gd name="T13" fmla="*/ 1433 h 2867"/>
              <a:gd name="T14" fmla="*/ 1433 w 2867"/>
              <a:gd name="T15" fmla="*/ 205 h 2867"/>
              <a:gd name="T16" fmla="*/ 2662 w 2867"/>
              <a:gd name="T17" fmla="*/ 1433 h 2867"/>
              <a:gd name="T18" fmla="*/ 1433 w 2867"/>
              <a:gd name="T19" fmla="*/ 2662 h 2867"/>
              <a:gd name="T20" fmla="*/ 2336 w 2867"/>
              <a:gd name="T21" fmla="*/ 2066 h 2867"/>
              <a:gd name="T22" fmla="*/ 523 w 2867"/>
              <a:gd name="T23" fmla="*/ 2066 h 2867"/>
              <a:gd name="T24" fmla="*/ 976 w 2867"/>
              <a:gd name="T25" fmla="*/ 1432 h 2867"/>
              <a:gd name="T26" fmla="*/ 1255 w 2867"/>
              <a:gd name="T27" fmla="*/ 1810 h 2867"/>
              <a:gd name="T28" fmla="*/ 1792 w 2867"/>
              <a:gd name="T29" fmla="*/ 1069 h 2867"/>
              <a:gd name="T30" fmla="*/ 2336 w 2867"/>
              <a:gd name="T31" fmla="*/ 2066 h 2867"/>
              <a:gd name="T32" fmla="*/ 704 w 2867"/>
              <a:gd name="T33" fmla="*/ 978 h 2867"/>
              <a:gd name="T34" fmla="*/ 886 w 2867"/>
              <a:gd name="T35" fmla="*/ 797 h 2867"/>
              <a:gd name="T36" fmla="*/ 1067 w 2867"/>
              <a:gd name="T37" fmla="*/ 978 h 2867"/>
              <a:gd name="T38" fmla="*/ 886 w 2867"/>
              <a:gd name="T39" fmla="*/ 1160 h 2867"/>
              <a:gd name="T40" fmla="*/ 704 w 2867"/>
              <a:gd name="T41" fmla="*/ 978 h 2867"/>
              <a:gd name="T42" fmla="*/ 704 w 2867"/>
              <a:gd name="T43" fmla="*/ 978 h 2867"/>
              <a:gd name="T44" fmla="*/ 704 w 2867"/>
              <a:gd name="T45" fmla="*/ 978 h 2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867" h="2867">
                <a:moveTo>
                  <a:pt x="1433" y="0"/>
                </a:moveTo>
                <a:cubicBezTo>
                  <a:pt x="643" y="0"/>
                  <a:pt x="0" y="643"/>
                  <a:pt x="0" y="1433"/>
                </a:cubicBezTo>
                <a:cubicBezTo>
                  <a:pt x="0" y="2224"/>
                  <a:pt x="643" y="2867"/>
                  <a:pt x="1433" y="2867"/>
                </a:cubicBezTo>
                <a:cubicBezTo>
                  <a:pt x="2224" y="2867"/>
                  <a:pt x="2867" y="2224"/>
                  <a:pt x="2867" y="1433"/>
                </a:cubicBezTo>
                <a:cubicBezTo>
                  <a:pt x="2867" y="643"/>
                  <a:pt x="2224" y="0"/>
                  <a:pt x="1433" y="0"/>
                </a:cubicBezTo>
                <a:close/>
                <a:moveTo>
                  <a:pt x="1433" y="2662"/>
                </a:moveTo>
                <a:cubicBezTo>
                  <a:pt x="756" y="2662"/>
                  <a:pt x="205" y="2111"/>
                  <a:pt x="205" y="1433"/>
                </a:cubicBezTo>
                <a:cubicBezTo>
                  <a:pt x="205" y="756"/>
                  <a:pt x="756" y="205"/>
                  <a:pt x="1433" y="205"/>
                </a:cubicBezTo>
                <a:cubicBezTo>
                  <a:pt x="2111" y="205"/>
                  <a:pt x="2662" y="756"/>
                  <a:pt x="2662" y="1433"/>
                </a:cubicBezTo>
                <a:cubicBezTo>
                  <a:pt x="2662" y="2111"/>
                  <a:pt x="2111" y="2662"/>
                  <a:pt x="1433" y="2662"/>
                </a:cubicBezTo>
                <a:close/>
                <a:moveTo>
                  <a:pt x="2336" y="2066"/>
                </a:moveTo>
                <a:cubicBezTo>
                  <a:pt x="523" y="2066"/>
                  <a:pt x="523" y="2066"/>
                  <a:pt x="523" y="2066"/>
                </a:cubicBezTo>
                <a:cubicBezTo>
                  <a:pt x="976" y="1432"/>
                  <a:pt x="976" y="1432"/>
                  <a:pt x="976" y="1432"/>
                </a:cubicBezTo>
                <a:cubicBezTo>
                  <a:pt x="1255" y="1810"/>
                  <a:pt x="1255" y="1810"/>
                  <a:pt x="1255" y="1810"/>
                </a:cubicBezTo>
                <a:cubicBezTo>
                  <a:pt x="1792" y="1069"/>
                  <a:pt x="1792" y="1069"/>
                  <a:pt x="1792" y="1069"/>
                </a:cubicBezTo>
                <a:lnTo>
                  <a:pt x="2336" y="2066"/>
                </a:lnTo>
                <a:close/>
                <a:moveTo>
                  <a:pt x="704" y="978"/>
                </a:moveTo>
                <a:cubicBezTo>
                  <a:pt x="704" y="878"/>
                  <a:pt x="786" y="797"/>
                  <a:pt x="886" y="797"/>
                </a:cubicBezTo>
                <a:cubicBezTo>
                  <a:pt x="986" y="797"/>
                  <a:pt x="1067" y="878"/>
                  <a:pt x="1067" y="978"/>
                </a:cubicBezTo>
                <a:cubicBezTo>
                  <a:pt x="1067" y="1079"/>
                  <a:pt x="986" y="1160"/>
                  <a:pt x="886" y="1160"/>
                </a:cubicBezTo>
                <a:cubicBezTo>
                  <a:pt x="786" y="1160"/>
                  <a:pt x="704" y="1079"/>
                  <a:pt x="704" y="978"/>
                </a:cubicBezTo>
                <a:close/>
                <a:moveTo>
                  <a:pt x="704" y="978"/>
                </a:moveTo>
                <a:cubicBezTo>
                  <a:pt x="704" y="978"/>
                  <a:pt x="704" y="978"/>
                  <a:pt x="704" y="97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4" tIns="45702" rIns="91404" bIns="45702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594177" y="410400"/>
            <a:ext cx="9827761" cy="640800"/>
          </a:xfrm>
        </p:spPr>
        <p:txBody>
          <a:bodyPr lIns="100800" tIns="50400" rIns="100800" bIns="50400" anchor="ctr" anchorCtr="0"/>
          <a:lstStyle>
            <a:lvl1pPr fontAlgn="auto">
              <a:defRPr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7434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2162528" y="4653136"/>
            <a:ext cx="638734" cy="1729234"/>
            <a:chOff x="12162528" y="4653136"/>
            <a:chExt cx="638734" cy="172923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2AEB80E-D574-4C1A-9EB9-3369A2BB96C5}"/>
                </a:ext>
              </a:extLst>
            </p:cNvPr>
            <p:cNvSpPr/>
            <p:nvPr userDrawn="1"/>
          </p:nvSpPr>
          <p:spPr>
            <a:xfrm>
              <a:off x="12212029" y="4653136"/>
              <a:ext cx="539729" cy="288726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94F5345-F49B-42D0-B35C-CA4FB19A3DA6}"/>
                </a:ext>
              </a:extLst>
            </p:cNvPr>
            <p:cNvSpPr/>
            <p:nvPr userDrawn="1"/>
          </p:nvSpPr>
          <p:spPr>
            <a:xfrm>
              <a:off x="12212029" y="4941964"/>
              <a:ext cx="539729" cy="288000"/>
            </a:xfrm>
            <a:prstGeom prst="rect">
              <a:avLst/>
            </a:prstGeom>
            <a:solidFill>
              <a:srgbClr val="A6D2FF"/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A62EB75-581F-4CD2-92A6-87BDFE3BDBC3}"/>
                </a:ext>
              </a:extLst>
            </p:cNvPr>
            <p:cNvSpPr/>
            <p:nvPr userDrawn="1"/>
          </p:nvSpPr>
          <p:spPr>
            <a:xfrm>
              <a:off x="12212029" y="5230066"/>
              <a:ext cx="539729" cy="288000"/>
            </a:xfrm>
            <a:prstGeom prst="rect">
              <a:avLst/>
            </a:prstGeom>
            <a:solidFill>
              <a:srgbClr val="D8D8D8"/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47DE7E3-EC9F-4331-B252-7BCE51B7F0DA}"/>
                </a:ext>
              </a:extLst>
            </p:cNvPr>
            <p:cNvSpPr/>
            <p:nvPr userDrawn="1"/>
          </p:nvSpPr>
          <p:spPr>
            <a:xfrm>
              <a:off x="12212029" y="5518168"/>
              <a:ext cx="539729" cy="288000"/>
            </a:xfrm>
            <a:prstGeom prst="rect">
              <a:avLst/>
            </a:prstGeom>
            <a:solidFill>
              <a:schemeClr val="accent2">
                <a:lumMod val="100000"/>
              </a:schemeClr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E210CD8-3823-4C2E-B3EA-E42C40CFB29F}"/>
                </a:ext>
              </a:extLst>
            </p:cNvPr>
            <p:cNvSpPr/>
            <p:nvPr userDrawn="1"/>
          </p:nvSpPr>
          <p:spPr>
            <a:xfrm>
              <a:off x="12212029" y="5806270"/>
              <a:ext cx="539729" cy="288000"/>
            </a:xfrm>
            <a:prstGeom prst="rect">
              <a:avLst/>
            </a:prstGeom>
            <a:solidFill>
              <a:srgbClr val="FFFFCC"/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E8A406D-0F03-42D8-9159-77B9DE9EB30E}"/>
                </a:ext>
              </a:extLst>
            </p:cNvPr>
            <p:cNvSpPr/>
            <p:nvPr userDrawn="1"/>
          </p:nvSpPr>
          <p:spPr>
            <a:xfrm>
              <a:off x="12212029" y="6094370"/>
              <a:ext cx="539729" cy="28800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none" rtlCol="0" anchor="ctr">
              <a:noAutofit/>
            </a:bodyPr>
            <a:lstStyle/>
            <a:p>
              <a:pPr marL="342763" indent="-342763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8A3A11A-AB61-497E-B3AE-12E999A6BBBA}"/>
                </a:ext>
              </a:extLst>
            </p:cNvPr>
            <p:cNvSpPr txBox="1"/>
            <p:nvPr userDrawn="1"/>
          </p:nvSpPr>
          <p:spPr bwMode="auto">
            <a:xfrm>
              <a:off x="12162528" y="4683920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fontAlgn="auto"/>
              <a:r>
                <a:rPr lang="zh-CN" altLang="en-US" sz="900" dirty="0">
                  <a:solidFill>
                    <a:schemeClr val="bg1"/>
                  </a:solidFill>
                  <a:latin typeface="+mn-lt"/>
                  <a:ea typeface="+mn-ea"/>
                </a:rPr>
                <a:t>表格表头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F824ACE-31EE-452D-A81D-32E189AFE158}"/>
                </a:ext>
              </a:extLst>
            </p:cNvPr>
            <p:cNvSpPr txBox="1"/>
            <p:nvPr userDrawn="1"/>
          </p:nvSpPr>
          <p:spPr bwMode="auto">
            <a:xfrm>
              <a:off x="12162528" y="4972385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fontAlgn="auto"/>
              <a:r>
                <a:rPr lang="zh-CN" altLang="en-US" sz="900" dirty="0">
                  <a:latin typeface="+mn-lt"/>
                  <a:ea typeface="+mn-ea"/>
                </a:rPr>
                <a:t>表格边框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399143C-FDAD-45F1-BC44-030BD92ABA98}"/>
                </a:ext>
              </a:extLst>
            </p:cNvPr>
            <p:cNvSpPr txBox="1"/>
            <p:nvPr userDrawn="1"/>
          </p:nvSpPr>
          <p:spPr bwMode="auto">
            <a:xfrm>
              <a:off x="12162528" y="5260487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fontAlgn="auto"/>
              <a:r>
                <a:rPr lang="zh-CN" altLang="en-US" sz="900" dirty="0">
                  <a:latin typeface="+mn-lt"/>
                  <a:ea typeface="+mn-ea"/>
                </a:rPr>
                <a:t>导航灰底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08D80BD-0AC4-4D30-BDF8-F241047905A7}"/>
                </a:ext>
              </a:extLst>
            </p:cNvPr>
            <p:cNvSpPr txBox="1"/>
            <p:nvPr userDrawn="1"/>
          </p:nvSpPr>
          <p:spPr bwMode="auto">
            <a:xfrm>
              <a:off x="12220212" y="5548589"/>
              <a:ext cx="52336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fontAlgn="auto"/>
              <a:r>
                <a:rPr lang="zh-CN" altLang="en-US" sz="900" dirty="0">
                  <a:solidFill>
                    <a:schemeClr val="bg1"/>
                  </a:solidFill>
                  <a:latin typeface="+mn-lt"/>
                  <a:ea typeface="+mn-ea"/>
                </a:rPr>
                <a:t>华为红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9CBC549-23CA-4012-B493-FF768D1829F1}"/>
                </a:ext>
              </a:extLst>
            </p:cNvPr>
            <p:cNvSpPr txBox="1"/>
            <p:nvPr userDrawn="1"/>
          </p:nvSpPr>
          <p:spPr bwMode="auto">
            <a:xfrm>
              <a:off x="12162528" y="5836691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fontAlgn="auto"/>
              <a:r>
                <a:rPr lang="zh-CN" altLang="en-US" sz="900" dirty="0">
                  <a:latin typeface="+mn-lt"/>
                  <a:ea typeface="+mn-ea"/>
                </a:rPr>
                <a:t>文字底色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A49D1AE-05B4-4A19-9F6F-8B89D09C41DD}"/>
                </a:ext>
              </a:extLst>
            </p:cNvPr>
            <p:cNvSpPr txBox="1"/>
            <p:nvPr userDrawn="1"/>
          </p:nvSpPr>
          <p:spPr bwMode="auto">
            <a:xfrm>
              <a:off x="12162528" y="6124791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768" tIns="43884" rIns="87768" bIns="43884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fontAlgn="auto"/>
              <a:r>
                <a:rPr lang="zh-CN" altLang="en-US" sz="900" dirty="0">
                  <a:latin typeface="+mn-lt"/>
                  <a:ea typeface="+mn-ea"/>
                </a:rPr>
                <a:t>文字边框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3258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marL="457017" marR="0" indent="-457017" algn="just" defTabSz="801367" rtl="0" eaLnBrk="1" fontAlgn="auto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sz="1999">
                <a:latin typeface="+mn-lt"/>
                <a:ea typeface="+mn-ea"/>
                <a:cs typeface="Arial" panose="020B0604020202020204" pitchFamily="34" charset="0"/>
              </a:defRPr>
            </a:lvl1pPr>
            <a:lvl2pPr marL="401476" indent="0" algn="just">
              <a:buSzPct val="100000"/>
              <a:buFont typeface="+mj-lt"/>
              <a:buNone/>
              <a:defRPr sz="1799"/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18ED692C-39CB-4AC0-81F6-D21CDD086EE4}"/>
              </a:ext>
            </a:extLst>
          </p:cNvPr>
          <p:cNvSpPr txBox="1"/>
          <p:nvPr userDrawn="1"/>
        </p:nvSpPr>
        <p:spPr bwMode="auto">
          <a:xfrm>
            <a:off x="1594877" y="408780"/>
            <a:ext cx="1664752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41" tIns="49967" rIns="99941" bIns="49967" rtlCol="0">
            <a:spAutoFit/>
          </a:bodyPr>
          <a:lstStyle/>
          <a:p>
            <a:pPr defTabSz="1001223" eaLnBrk="0" fontAlgn="auto" hangingPunct="0"/>
            <a:r>
              <a:rPr lang="zh-CN" altLang="en-US" sz="3499" b="1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rPr>
              <a:t>思考题</a:t>
            </a:r>
          </a:p>
        </p:txBody>
      </p:sp>
      <p:sp>
        <p:nvSpPr>
          <p:cNvPr id="5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6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79190" y="424270"/>
            <a:ext cx="495425" cy="592462"/>
            <a:chOff x="5554662" y="2422526"/>
            <a:chExt cx="690564" cy="825500"/>
          </a:xfrm>
          <a:solidFill>
            <a:schemeClr val="bg1"/>
          </a:solidFill>
        </p:grpSpPr>
        <p:sp>
          <p:nvSpPr>
            <p:cNvPr id="8" name="Freeform 30"/>
            <p:cNvSpPr>
              <a:spLocks/>
            </p:cNvSpPr>
            <p:nvPr/>
          </p:nvSpPr>
          <p:spPr bwMode="auto">
            <a:xfrm>
              <a:off x="5554662" y="2487613"/>
              <a:ext cx="258763" cy="760413"/>
            </a:xfrm>
            <a:custGeom>
              <a:avLst/>
              <a:gdLst>
                <a:gd name="T0" fmla="*/ 233 w 245"/>
                <a:gd name="T1" fmla="*/ 722 h 722"/>
                <a:gd name="T2" fmla="*/ 245 w 245"/>
                <a:gd name="T3" fmla="*/ 710 h 722"/>
                <a:gd name="T4" fmla="*/ 245 w 245"/>
                <a:gd name="T5" fmla="*/ 614 h 722"/>
                <a:gd name="T6" fmla="*/ 187 w 245"/>
                <a:gd name="T7" fmla="*/ 559 h 722"/>
                <a:gd name="T8" fmla="*/ 93 w 245"/>
                <a:gd name="T9" fmla="*/ 499 h 722"/>
                <a:gd name="T10" fmla="*/ 93 w 245"/>
                <a:gd name="T11" fmla="*/ 401 h 722"/>
                <a:gd name="T12" fmla="*/ 82 w 245"/>
                <a:gd name="T13" fmla="*/ 398 h 722"/>
                <a:gd name="T14" fmla="*/ 38 w 245"/>
                <a:gd name="T15" fmla="*/ 381 h 722"/>
                <a:gd name="T16" fmla="*/ 102 w 245"/>
                <a:gd name="T17" fmla="*/ 255 h 722"/>
                <a:gd name="T18" fmla="*/ 106 w 245"/>
                <a:gd name="T19" fmla="*/ 250 h 722"/>
                <a:gd name="T20" fmla="*/ 105 w 245"/>
                <a:gd name="T21" fmla="*/ 244 h 722"/>
                <a:gd name="T22" fmla="*/ 218 w 245"/>
                <a:gd name="T23" fmla="*/ 31 h 722"/>
                <a:gd name="T24" fmla="*/ 225 w 245"/>
                <a:gd name="T25" fmla="*/ 15 h 722"/>
                <a:gd name="T26" fmla="*/ 222 w 245"/>
                <a:gd name="T27" fmla="*/ 9 h 722"/>
                <a:gd name="T28" fmla="*/ 207 w 245"/>
                <a:gd name="T29" fmla="*/ 3 h 722"/>
                <a:gd name="T30" fmla="*/ 86 w 245"/>
                <a:gd name="T31" fmla="*/ 148 h 722"/>
                <a:gd name="T32" fmla="*/ 75 w 245"/>
                <a:gd name="T33" fmla="*/ 240 h 722"/>
                <a:gd name="T34" fmla="*/ 8 w 245"/>
                <a:gd name="T35" fmla="*/ 390 h 722"/>
                <a:gd name="T36" fmla="*/ 8 w 245"/>
                <a:gd name="T37" fmla="*/ 391 h 722"/>
                <a:gd name="T38" fmla="*/ 8 w 245"/>
                <a:gd name="T39" fmla="*/ 393 h 722"/>
                <a:gd name="T40" fmla="*/ 63 w 245"/>
                <a:gd name="T41" fmla="*/ 424 h 722"/>
                <a:gd name="T42" fmla="*/ 63 w 245"/>
                <a:gd name="T43" fmla="*/ 500 h 722"/>
                <a:gd name="T44" fmla="*/ 179 w 245"/>
                <a:gd name="T45" fmla="*/ 588 h 722"/>
                <a:gd name="T46" fmla="*/ 215 w 245"/>
                <a:gd name="T47" fmla="*/ 612 h 722"/>
                <a:gd name="T48" fmla="*/ 215 w 245"/>
                <a:gd name="T49" fmla="*/ 614 h 722"/>
                <a:gd name="T50" fmla="*/ 215 w 245"/>
                <a:gd name="T51" fmla="*/ 710 h 722"/>
                <a:gd name="T52" fmla="*/ 227 w 245"/>
                <a:gd name="T53" fmla="*/ 722 h 722"/>
                <a:gd name="T54" fmla="*/ 233 w 245"/>
                <a:gd name="T55" fmla="*/ 722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5" h="722">
                  <a:moveTo>
                    <a:pt x="233" y="722"/>
                  </a:moveTo>
                  <a:cubicBezTo>
                    <a:pt x="240" y="722"/>
                    <a:pt x="245" y="717"/>
                    <a:pt x="245" y="710"/>
                  </a:cubicBezTo>
                  <a:cubicBezTo>
                    <a:pt x="245" y="614"/>
                    <a:pt x="245" y="614"/>
                    <a:pt x="245" y="614"/>
                  </a:cubicBezTo>
                  <a:cubicBezTo>
                    <a:pt x="245" y="605"/>
                    <a:pt x="242" y="574"/>
                    <a:pt x="187" y="559"/>
                  </a:cubicBezTo>
                  <a:cubicBezTo>
                    <a:pt x="128" y="543"/>
                    <a:pt x="94" y="522"/>
                    <a:pt x="93" y="499"/>
                  </a:cubicBezTo>
                  <a:cubicBezTo>
                    <a:pt x="93" y="401"/>
                    <a:pt x="93" y="401"/>
                    <a:pt x="93" y="401"/>
                  </a:cubicBezTo>
                  <a:cubicBezTo>
                    <a:pt x="82" y="398"/>
                    <a:pt x="82" y="398"/>
                    <a:pt x="82" y="398"/>
                  </a:cubicBezTo>
                  <a:cubicBezTo>
                    <a:pt x="64" y="393"/>
                    <a:pt x="45" y="385"/>
                    <a:pt x="38" y="381"/>
                  </a:cubicBezTo>
                  <a:cubicBezTo>
                    <a:pt x="38" y="369"/>
                    <a:pt x="44" y="325"/>
                    <a:pt x="102" y="255"/>
                  </a:cubicBezTo>
                  <a:cubicBezTo>
                    <a:pt x="106" y="250"/>
                    <a:pt x="106" y="250"/>
                    <a:pt x="106" y="250"/>
                  </a:cubicBezTo>
                  <a:cubicBezTo>
                    <a:pt x="105" y="244"/>
                    <a:pt x="105" y="244"/>
                    <a:pt x="105" y="244"/>
                  </a:cubicBezTo>
                  <a:cubicBezTo>
                    <a:pt x="105" y="237"/>
                    <a:pt x="92" y="92"/>
                    <a:pt x="218" y="31"/>
                  </a:cubicBezTo>
                  <a:cubicBezTo>
                    <a:pt x="224" y="28"/>
                    <a:pt x="227" y="21"/>
                    <a:pt x="225" y="15"/>
                  </a:cubicBezTo>
                  <a:cubicBezTo>
                    <a:pt x="222" y="9"/>
                    <a:pt x="222" y="9"/>
                    <a:pt x="222" y="9"/>
                  </a:cubicBezTo>
                  <a:cubicBezTo>
                    <a:pt x="220" y="3"/>
                    <a:pt x="213" y="0"/>
                    <a:pt x="207" y="3"/>
                  </a:cubicBezTo>
                  <a:cubicBezTo>
                    <a:pt x="147" y="31"/>
                    <a:pt x="105" y="81"/>
                    <a:pt x="86" y="148"/>
                  </a:cubicBezTo>
                  <a:cubicBezTo>
                    <a:pt x="74" y="189"/>
                    <a:pt x="74" y="226"/>
                    <a:pt x="75" y="240"/>
                  </a:cubicBezTo>
                  <a:cubicBezTo>
                    <a:pt x="0" y="333"/>
                    <a:pt x="7" y="385"/>
                    <a:pt x="8" y="390"/>
                  </a:cubicBezTo>
                  <a:cubicBezTo>
                    <a:pt x="8" y="391"/>
                    <a:pt x="8" y="391"/>
                    <a:pt x="8" y="391"/>
                  </a:cubicBezTo>
                  <a:cubicBezTo>
                    <a:pt x="8" y="393"/>
                    <a:pt x="8" y="393"/>
                    <a:pt x="8" y="393"/>
                  </a:cubicBezTo>
                  <a:cubicBezTo>
                    <a:pt x="10" y="397"/>
                    <a:pt x="14" y="409"/>
                    <a:pt x="63" y="424"/>
                  </a:cubicBezTo>
                  <a:cubicBezTo>
                    <a:pt x="63" y="500"/>
                    <a:pt x="63" y="500"/>
                    <a:pt x="63" y="500"/>
                  </a:cubicBezTo>
                  <a:cubicBezTo>
                    <a:pt x="65" y="539"/>
                    <a:pt x="104" y="569"/>
                    <a:pt x="179" y="588"/>
                  </a:cubicBezTo>
                  <a:cubicBezTo>
                    <a:pt x="213" y="597"/>
                    <a:pt x="215" y="611"/>
                    <a:pt x="215" y="612"/>
                  </a:cubicBezTo>
                  <a:cubicBezTo>
                    <a:pt x="215" y="614"/>
                    <a:pt x="215" y="614"/>
                    <a:pt x="215" y="614"/>
                  </a:cubicBezTo>
                  <a:cubicBezTo>
                    <a:pt x="215" y="710"/>
                    <a:pt x="215" y="710"/>
                    <a:pt x="215" y="710"/>
                  </a:cubicBezTo>
                  <a:cubicBezTo>
                    <a:pt x="215" y="717"/>
                    <a:pt x="220" y="722"/>
                    <a:pt x="227" y="722"/>
                  </a:cubicBezTo>
                  <a:lnTo>
                    <a:pt x="233" y="7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9" name="Freeform 31"/>
            <p:cNvSpPr>
              <a:spLocks/>
            </p:cNvSpPr>
            <p:nvPr/>
          </p:nvSpPr>
          <p:spPr bwMode="auto">
            <a:xfrm>
              <a:off x="6029325" y="2752726"/>
              <a:ext cx="169863" cy="495300"/>
            </a:xfrm>
            <a:custGeom>
              <a:avLst/>
              <a:gdLst>
                <a:gd name="T0" fmla="*/ 21 w 162"/>
                <a:gd name="T1" fmla="*/ 470 h 470"/>
                <a:gd name="T2" fmla="*/ 33 w 162"/>
                <a:gd name="T3" fmla="*/ 458 h 470"/>
                <a:gd name="T4" fmla="*/ 33 w 162"/>
                <a:gd name="T5" fmla="*/ 361 h 470"/>
                <a:gd name="T6" fmla="*/ 108 w 162"/>
                <a:gd name="T7" fmla="*/ 168 h 470"/>
                <a:gd name="T8" fmla="*/ 162 w 162"/>
                <a:gd name="T9" fmla="*/ 13 h 470"/>
                <a:gd name="T10" fmla="*/ 151 w 162"/>
                <a:gd name="T11" fmla="*/ 1 h 470"/>
                <a:gd name="T12" fmla="*/ 144 w 162"/>
                <a:gd name="T13" fmla="*/ 0 h 470"/>
                <a:gd name="T14" fmla="*/ 131 w 162"/>
                <a:gd name="T15" fmla="*/ 12 h 470"/>
                <a:gd name="T16" fmla="*/ 84 w 162"/>
                <a:gd name="T17" fmla="*/ 149 h 470"/>
                <a:gd name="T18" fmla="*/ 3 w 162"/>
                <a:gd name="T19" fmla="*/ 362 h 470"/>
                <a:gd name="T20" fmla="*/ 3 w 162"/>
                <a:gd name="T21" fmla="*/ 458 h 470"/>
                <a:gd name="T22" fmla="*/ 15 w 162"/>
                <a:gd name="T23" fmla="*/ 470 h 470"/>
                <a:gd name="T24" fmla="*/ 21 w 162"/>
                <a:gd name="T25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2" h="470">
                  <a:moveTo>
                    <a:pt x="21" y="470"/>
                  </a:moveTo>
                  <a:cubicBezTo>
                    <a:pt x="28" y="470"/>
                    <a:pt x="33" y="465"/>
                    <a:pt x="33" y="458"/>
                  </a:cubicBezTo>
                  <a:cubicBezTo>
                    <a:pt x="33" y="361"/>
                    <a:pt x="33" y="361"/>
                    <a:pt x="33" y="361"/>
                  </a:cubicBezTo>
                  <a:cubicBezTo>
                    <a:pt x="33" y="360"/>
                    <a:pt x="29" y="262"/>
                    <a:pt x="108" y="168"/>
                  </a:cubicBezTo>
                  <a:cubicBezTo>
                    <a:pt x="137" y="133"/>
                    <a:pt x="157" y="75"/>
                    <a:pt x="162" y="13"/>
                  </a:cubicBezTo>
                  <a:cubicBezTo>
                    <a:pt x="162" y="7"/>
                    <a:pt x="157" y="1"/>
                    <a:pt x="151" y="1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38" y="0"/>
                    <a:pt x="132" y="5"/>
                    <a:pt x="131" y="12"/>
                  </a:cubicBezTo>
                  <a:cubicBezTo>
                    <a:pt x="127" y="67"/>
                    <a:pt x="110" y="119"/>
                    <a:pt x="84" y="149"/>
                  </a:cubicBezTo>
                  <a:cubicBezTo>
                    <a:pt x="0" y="249"/>
                    <a:pt x="3" y="353"/>
                    <a:pt x="3" y="362"/>
                  </a:cubicBezTo>
                  <a:cubicBezTo>
                    <a:pt x="3" y="458"/>
                    <a:pt x="3" y="458"/>
                    <a:pt x="3" y="458"/>
                  </a:cubicBezTo>
                  <a:cubicBezTo>
                    <a:pt x="3" y="465"/>
                    <a:pt x="8" y="470"/>
                    <a:pt x="15" y="470"/>
                  </a:cubicBezTo>
                  <a:lnTo>
                    <a:pt x="21" y="4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0" name="Freeform 32"/>
            <p:cNvSpPr>
              <a:spLocks/>
            </p:cNvSpPr>
            <p:nvPr/>
          </p:nvSpPr>
          <p:spPr bwMode="auto">
            <a:xfrm>
              <a:off x="5851525" y="2489201"/>
              <a:ext cx="325437" cy="406401"/>
            </a:xfrm>
            <a:custGeom>
              <a:avLst/>
              <a:gdLst>
                <a:gd name="T0" fmla="*/ 155 w 309"/>
                <a:gd name="T1" fmla="*/ 386 h 386"/>
                <a:gd name="T2" fmla="*/ 189 w 309"/>
                <a:gd name="T3" fmla="*/ 363 h 386"/>
                <a:gd name="T4" fmla="*/ 208 w 309"/>
                <a:gd name="T5" fmla="*/ 363 h 386"/>
                <a:gd name="T6" fmla="*/ 232 w 309"/>
                <a:gd name="T7" fmla="*/ 353 h 386"/>
                <a:gd name="T8" fmla="*/ 242 w 309"/>
                <a:gd name="T9" fmla="*/ 329 h 386"/>
                <a:gd name="T10" fmla="*/ 242 w 309"/>
                <a:gd name="T11" fmla="*/ 308 h 386"/>
                <a:gd name="T12" fmla="*/ 212 w 309"/>
                <a:gd name="T13" fmla="*/ 308 h 386"/>
                <a:gd name="T14" fmla="*/ 212 w 309"/>
                <a:gd name="T15" fmla="*/ 329 h 386"/>
                <a:gd name="T16" fmla="*/ 210 w 309"/>
                <a:gd name="T17" fmla="*/ 332 h 386"/>
                <a:gd name="T18" fmla="*/ 208 w 309"/>
                <a:gd name="T19" fmla="*/ 333 h 386"/>
                <a:gd name="T20" fmla="*/ 162 w 309"/>
                <a:gd name="T21" fmla="*/ 333 h 386"/>
                <a:gd name="T22" fmla="*/ 162 w 309"/>
                <a:gd name="T23" fmla="*/ 348 h 386"/>
                <a:gd name="T24" fmla="*/ 155 w 309"/>
                <a:gd name="T25" fmla="*/ 356 h 386"/>
                <a:gd name="T26" fmla="*/ 147 w 309"/>
                <a:gd name="T27" fmla="*/ 348 h 386"/>
                <a:gd name="T28" fmla="*/ 147 w 309"/>
                <a:gd name="T29" fmla="*/ 333 h 386"/>
                <a:gd name="T30" fmla="*/ 101 w 309"/>
                <a:gd name="T31" fmla="*/ 333 h 386"/>
                <a:gd name="T32" fmla="*/ 98 w 309"/>
                <a:gd name="T33" fmla="*/ 329 h 386"/>
                <a:gd name="T34" fmla="*/ 98 w 309"/>
                <a:gd name="T35" fmla="*/ 266 h 386"/>
                <a:gd name="T36" fmla="*/ 90 w 309"/>
                <a:gd name="T37" fmla="*/ 262 h 386"/>
                <a:gd name="T38" fmla="*/ 30 w 309"/>
                <a:gd name="T39" fmla="*/ 155 h 386"/>
                <a:gd name="T40" fmla="*/ 155 w 309"/>
                <a:gd name="T41" fmla="*/ 31 h 386"/>
                <a:gd name="T42" fmla="*/ 279 w 309"/>
                <a:gd name="T43" fmla="*/ 155 h 386"/>
                <a:gd name="T44" fmla="*/ 222 w 309"/>
                <a:gd name="T45" fmla="*/ 260 h 386"/>
                <a:gd name="T46" fmla="*/ 174 w 309"/>
                <a:gd name="T47" fmla="*/ 259 h 386"/>
                <a:gd name="T48" fmla="*/ 170 w 309"/>
                <a:gd name="T49" fmla="*/ 255 h 386"/>
                <a:gd name="T50" fmla="*/ 170 w 309"/>
                <a:gd name="T51" fmla="*/ 188 h 386"/>
                <a:gd name="T52" fmla="*/ 139 w 309"/>
                <a:gd name="T53" fmla="*/ 188 h 386"/>
                <a:gd name="T54" fmla="*/ 139 w 309"/>
                <a:gd name="T55" fmla="*/ 255 h 386"/>
                <a:gd name="T56" fmla="*/ 174 w 309"/>
                <a:gd name="T57" fmla="*/ 290 h 386"/>
                <a:gd name="T58" fmla="*/ 231 w 309"/>
                <a:gd name="T59" fmla="*/ 290 h 386"/>
                <a:gd name="T60" fmla="*/ 235 w 309"/>
                <a:gd name="T61" fmla="*/ 288 h 386"/>
                <a:gd name="T62" fmla="*/ 309 w 309"/>
                <a:gd name="T63" fmla="*/ 155 h 386"/>
                <a:gd name="T64" fmla="*/ 155 w 309"/>
                <a:gd name="T65" fmla="*/ 0 h 386"/>
                <a:gd name="T66" fmla="*/ 0 w 309"/>
                <a:gd name="T67" fmla="*/ 155 h 386"/>
                <a:gd name="T68" fmla="*/ 67 w 309"/>
                <a:gd name="T69" fmla="*/ 283 h 386"/>
                <a:gd name="T70" fmla="*/ 67 w 309"/>
                <a:gd name="T71" fmla="*/ 329 h 386"/>
                <a:gd name="T72" fmla="*/ 101 w 309"/>
                <a:gd name="T73" fmla="*/ 363 h 386"/>
                <a:gd name="T74" fmla="*/ 120 w 309"/>
                <a:gd name="T75" fmla="*/ 363 h 386"/>
                <a:gd name="T76" fmla="*/ 155 w 309"/>
                <a:gd name="T7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9" h="386">
                  <a:moveTo>
                    <a:pt x="155" y="386"/>
                  </a:moveTo>
                  <a:cubicBezTo>
                    <a:pt x="170" y="386"/>
                    <a:pt x="184" y="377"/>
                    <a:pt x="189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17" y="363"/>
                    <a:pt x="226" y="360"/>
                    <a:pt x="232" y="353"/>
                  </a:cubicBezTo>
                  <a:cubicBezTo>
                    <a:pt x="238" y="347"/>
                    <a:pt x="242" y="338"/>
                    <a:pt x="242" y="329"/>
                  </a:cubicBezTo>
                  <a:cubicBezTo>
                    <a:pt x="242" y="308"/>
                    <a:pt x="242" y="308"/>
                    <a:pt x="242" y="308"/>
                  </a:cubicBezTo>
                  <a:cubicBezTo>
                    <a:pt x="212" y="308"/>
                    <a:pt x="212" y="308"/>
                    <a:pt x="212" y="308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30"/>
                    <a:pt x="211" y="331"/>
                    <a:pt x="210" y="332"/>
                  </a:cubicBezTo>
                  <a:cubicBezTo>
                    <a:pt x="210" y="332"/>
                    <a:pt x="209" y="333"/>
                    <a:pt x="208" y="333"/>
                  </a:cubicBezTo>
                  <a:cubicBezTo>
                    <a:pt x="162" y="333"/>
                    <a:pt x="162" y="333"/>
                    <a:pt x="162" y="333"/>
                  </a:cubicBezTo>
                  <a:cubicBezTo>
                    <a:pt x="162" y="348"/>
                    <a:pt x="162" y="348"/>
                    <a:pt x="162" y="348"/>
                  </a:cubicBezTo>
                  <a:cubicBezTo>
                    <a:pt x="162" y="352"/>
                    <a:pt x="159" y="356"/>
                    <a:pt x="155" y="356"/>
                  </a:cubicBezTo>
                  <a:cubicBezTo>
                    <a:pt x="150" y="356"/>
                    <a:pt x="147" y="352"/>
                    <a:pt x="147" y="348"/>
                  </a:cubicBezTo>
                  <a:cubicBezTo>
                    <a:pt x="147" y="333"/>
                    <a:pt x="147" y="333"/>
                    <a:pt x="147" y="333"/>
                  </a:cubicBezTo>
                  <a:cubicBezTo>
                    <a:pt x="101" y="333"/>
                    <a:pt x="101" y="333"/>
                    <a:pt x="101" y="333"/>
                  </a:cubicBezTo>
                  <a:cubicBezTo>
                    <a:pt x="99" y="333"/>
                    <a:pt x="98" y="331"/>
                    <a:pt x="98" y="329"/>
                  </a:cubicBezTo>
                  <a:cubicBezTo>
                    <a:pt x="98" y="266"/>
                    <a:pt x="98" y="266"/>
                    <a:pt x="98" y="266"/>
                  </a:cubicBezTo>
                  <a:cubicBezTo>
                    <a:pt x="90" y="262"/>
                    <a:pt x="90" y="262"/>
                    <a:pt x="90" y="262"/>
                  </a:cubicBezTo>
                  <a:cubicBezTo>
                    <a:pt x="53" y="239"/>
                    <a:pt x="30" y="199"/>
                    <a:pt x="30" y="155"/>
                  </a:cubicBezTo>
                  <a:cubicBezTo>
                    <a:pt x="30" y="87"/>
                    <a:pt x="86" y="31"/>
                    <a:pt x="155" y="31"/>
                  </a:cubicBezTo>
                  <a:cubicBezTo>
                    <a:pt x="223" y="31"/>
                    <a:pt x="279" y="87"/>
                    <a:pt x="279" y="155"/>
                  </a:cubicBezTo>
                  <a:cubicBezTo>
                    <a:pt x="279" y="198"/>
                    <a:pt x="258" y="236"/>
                    <a:pt x="222" y="260"/>
                  </a:cubicBezTo>
                  <a:cubicBezTo>
                    <a:pt x="174" y="259"/>
                    <a:pt x="174" y="259"/>
                    <a:pt x="174" y="259"/>
                  </a:cubicBezTo>
                  <a:cubicBezTo>
                    <a:pt x="172" y="259"/>
                    <a:pt x="170" y="258"/>
                    <a:pt x="170" y="255"/>
                  </a:cubicBezTo>
                  <a:cubicBezTo>
                    <a:pt x="170" y="188"/>
                    <a:pt x="170" y="188"/>
                    <a:pt x="170" y="188"/>
                  </a:cubicBezTo>
                  <a:cubicBezTo>
                    <a:pt x="139" y="188"/>
                    <a:pt x="139" y="188"/>
                    <a:pt x="139" y="188"/>
                  </a:cubicBezTo>
                  <a:cubicBezTo>
                    <a:pt x="139" y="255"/>
                    <a:pt x="139" y="255"/>
                    <a:pt x="139" y="255"/>
                  </a:cubicBezTo>
                  <a:cubicBezTo>
                    <a:pt x="139" y="274"/>
                    <a:pt x="155" y="290"/>
                    <a:pt x="174" y="290"/>
                  </a:cubicBezTo>
                  <a:cubicBezTo>
                    <a:pt x="231" y="290"/>
                    <a:pt x="231" y="290"/>
                    <a:pt x="231" y="290"/>
                  </a:cubicBezTo>
                  <a:cubicBezTo>
                    <a:pt x="235" y="288"/>
                    <a:pt x="235" y="288"/>
                    <a:pt x="235" y="288"/>
                  </a:cubicBezTo>
                  <a:cubicBezTo>
                    <a:pt x="281" y="259"/>
                    <a:pt x="309" y="210"/>
                    <a:pt x="309" y="155"/>
                  </a:cubicBezTo>
                  <a:cubicBezTo>
                    <a:pt x="309" y="70"/>
                    <a:pt x="240" y="0"/>
                    <a:pt x="155" y="0"/>
                  </a:cubicBezTo>
                  <a:cubicBezTo>
                    <a:pt x="69" y="0"/>
                    <a:pt x="0" y="70"/>
                    <a:pt x="0" y="155"/>
                  </a:cubicBezTo>
                  <a:cubicBezTo>
                    <a:pt x="0" y="207"/>
                    <a:pt x="25" y="254"/>
                    <a:pt x="67" y="283"/>
                  </a:cubicBezTo>
                  <a:cubicBezTo>
                    <a:pt x="67" y="329"/>
                    <a:pt x="67" y="329"/>
                    <a:pt x="67" y="329"/>
                  </a:cubicBezTo>
                  <a:cubicBezTo>
                    <a:pt x="67" y="348"/>
                    <a:pt x="83" y="363"/>
                    <a:pt x="101" y="363"/>
                  </a:cubicBezTo>
                  <a:cubicBezTo>
                    <a:pt x="120" y="363"/>
                    <a:pt x="120" y="363"/>
                    <a:pt x="120" y="363"/>
                  </a:cubicBezTo>
                  <a:cubicBezTo>
                    <a:pt x="126" y="377"/>
                    <a:pt x="139" y="386"/>
                    <a:pt x="155" y="3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1" name="Freeform 33"/>
            <p:cNvSpPr>
              <a:spLocks noEditPoints="1"/>
            </p:cNvSpPr>
            <p:nvPr/>
          </p:nvSpPr>
          <p:spPr bwMode="auto">
            <a:xfrm>
              <a:off x="5956300" y="2597151"/>
              <a:ext cx="114300" cy="114300"/>
            </a:xfrm>
            <a:custGeom>
              <a:avLst/>
              <a:gdLst>
                <a:gd name="T0" fmla="*/ 55 w 109"/>
                <a:gd name="T1" fmla="*/ 108 h 108"/>
                <a:gd name="T2" fmla="*/ 109 w 109"/>
                <a:gd name="T3" fmla="*/ 54 h 108"/>
                <a:gd name="T4" fmla="*/ 55 w 109"/>
                <a:gd name="T5" fmla="*/ 0 h 108"/>
                <a:gd name="T6" fmla="*/ 0 w 109"/>
                <a:gd name="T7" fmla="*/ 54 h 108"/>
                <a:gd name="T8" fmla="*/ 55 w 109"/>
                <a:gd name="T9" fmla="*/ 108 h 108"/>
                <a:gd name="T10" fmla="*/ 55 w 109"/>
                <a:gd name="T11" fmla="*/ 30 h 108"/>
                <a:gd name="T12" fmla="*/ 78 w 109"/>
                <a:gd name="T13" fmla="*/ 54 h 108"/>
                <a:gd name="T14" fmla="*/ 55 w 109"/>
                <a:gd name="T15" fmla="*/ 78 h 108"/>
                <a:gd name="T16" fmla="*/ 31 w 109"/>
                <a:gd name="T17" fmla="*/ 54 h 108"/>
                <a:gd name="T18" fmla="*/ 55 w 109"/>
                <a:gd name="T19" fmla="*/ 3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08">
                  <a:moveTo>
                    <a:pt x="55" y="108"/>
                  </a:moveTo>
                  <a:cubicBezTo>
                    <a:pt x="84" y="108"/>
                    <a:pt x="109" y="84"/>
                    <a:pt x="109" y="54"/>
                  </a:cubicBezTo>
                  <a:cubicBezTo>
                    <a:pt x="109" y="24"/>
                    <a:pt x="84" y="0"/>
                    <a:pt x="55" y="0"/>
                  </a:cubicBezTo>
                  <a:cubicBezTo>
                    <a:pt x="25" y="0"/>
                    <a:pt x="0" y="24"/>
                    <a:pt x="0" y="54"/>
                  </a:cubicBezTo>
                  <a:cubicBezTo>
                    <a:pt x="0" y="84"/>
                    <a:pt x="25" y="108"/>
                    <a:pt x="55" y="108"/>
                  </a:cubicBezTo>
                  <a:close/>
                  <a:moveTo>
                    <a:pt x="55" y="30"/>
                  </a:moveTo>
                  <a:cubicBezTo>
                    <a:pt x="68" y="30"/>
                    <a:pt x="78" y="41"/>
                    <a:pt x="78" y="54"/>
                  </a:cubicBezTo>
                  <a:cubicBezTo>
                    <a:pt x="78" y="67"/>
                    <a:pt x="68" y="78"/>
                    <a:pt x="55" y="78"/>
                  </a:cubicBezTo>
                  <a:cubicBezTo>
                    <a:pt x="41" y="78"/>
                    <a:pt x="31" y="67"/>
                    <a:pt x="31" y="54"/>
                  </a:cubicBezTo>
                  <a:cubicBezTo>
                    <a:pt x="31" y="41"/>
                    <a:pt x="41" y="30"/>
                    <a:pt x="55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2" name="Rectangle 34"/>
            <p:cNvSpPr>
              <a:spLocks noChangeArrowheads="1"/>
            </p:cNvSpPr>
            <p:nvPr/>
          </p:nvSpPr>
          <p:spPr bwMode="auto">
            <a:xfrm>
              <a:off x="5997575" y="2422526"/>
              <a:ext cx="333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3" name="Freeform 35"/>
            <p:cNvSpPr>
              <a:spLocks/>
            </p:cNvSpPr>
            <p:nvPr/>
          </p:nvSpPr>
          <p:spPr bwMode="auto">
            <a:xfrm>
              <a:off x="6132513" y="2479676"/>
              <a:ext cx="57150" cy="55563"/>
            </a:xfrm>
            <a:custGeom>
              <a:avLst/>
              <a:gdLst>
                <a:gd name="T0" fmla="*/ 14 w 36"/>
                <a:gd name="T1" fmla="*/ 35 h 35"/>
                <a:gd name="T2" fmla="*/ 36 w 36"/>
                <a:gd name="T3" fmla="*/ 14 h 35"/>
                <a:gd name="T4" fmla="*/ 21 w 36"/>
                <a:gd name="T5" fmla="*/ 0 h 35"/>
                <a:gd name="T6" fmla="*/ 0 w 36"/>
                <a:gd name="T7" fmla="*/ 21 h 35"/>
                <a:gd name="T8" fmla="*/ 14 w 36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5">
                  <a:moveTo>
                    <a:pt x="14" y="35"/>
                  </a:moveTo>
                  <a:lnTo>
                    <a:pt x="36" y="14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14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4" name="Rectangle 36"/>
            <p:cNvSpPr>
              <a:spLocks noChangeArrowheads="1"/>
            </p:cNvSpPr>
            <p:nvPr/>
          </p:nvSpPr>
          <p:spPr bwMode="auto">
            <a:xfrm>
              <a:off x="6196013" y="2638426"/>
              <a:ext cx="49213" cy="31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5" name="Rectangle 37"/>
            <p:cNvSpPr>
              <a:spLocks noChangeArrowheads="1"/>
            </p:cNvSpPr>
            <p:nvPr/>
          </p:nvSpPr>
          <p:spPr bwMode="auto">
            <a:xfrm>
              <a:off x="5783263" y="2638426"/>
              <a:ext cx="47625" cy="31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6" name="Freeform 38"/>
            <p:cNvSpPr>
              <a:spLocks/>
            </p:cNvSpPr>
            <p:nvPr/>
          </p:nvSpPr>
          <p:spPr bwMode="auto">
            <a:xfrm>
              <a:off x="5840413" y="2479676"/>
              <a:ext cx="55563" cy="55563"/>
            </a:xfrm>
            <a:custGeom>
              <a:avLst/>
              <a:gdLst>
                <a:gd name="T0" fmla="*/ 21 w 35"/>
                <a:gd name="T1" fmla="*/ 35 h 35"/>
                <a:gd name="T2" fmla="*/ 35 w 35"/>
                <a:gd name="T3" fmla="*/ 21 h 35"/>
                <a:gd name="T4" fmla="*/ 14 w 35"/>
                <a:gd name="T5" fmla="*/ 0 h 35"/>
                <a:gd name="T6" fmla="*/ 0 w 35"/>
                <a:gd name="T7" fmla="*/ 14 h 35"/>
                <a:gd name="T8" fmla="*/ 21 w 35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5">
                  <a:moveTo>
                    <a:pt x="21" y="35"/>
                  </a:moveTo>
                  <a:lnTo>
                    <a:pt x="35" y="21"/>
                  </a:lnTo>
                  <a:lnTo>
                    <a:pt x="14" y="0"/>
                  </a:lnTo>
                  <a:lnTo>
                    <a:pt x="0" y="14"/>
                  </a:lnTo>
                  <a:lnTo>
                    <a:pt x="21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7" name="Freeform 39"/>
            <p:cNvSpPr>
              <a:spLocks/>
            </p:cNvSpPr>
            <p:nvPr/>
          </p:nvSpPr>
          <p:spPr bwMode="auto">
            <a:xfrm>
              <a:off x="5913438" y="2433638"/>
              <a:ext cx="47625" cy="55563"/>
            </a:xfrm>
            <a:custGeom>
              <a:avLst/>
              <a:gdLst>
                <a:gd name="T0" fmla="*/ 11 w 30"/>
                <a:gd name="T1" fmla="*/ 35 h 35"/>
                <a:gd name="T2" fmla="*/ 30 w 30"/>
                <a:gd name="T3" fmla="*/ 28 h 35"/>
                <a:gd name="T4" fmla="*/ 19 w 30"/>
                <a:gd name="T5" fmla="*/ 0 h 35"/>
                <a:gd name="T6" fmla="*/ 0 w 30"/>
                <a:gd name="T7" fmla="*/ 7 h 35"/>
                <a:gd name="T8" fmla="*/ 11 w 30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5">
                  <a:moveTo>
                    <a:pt x="11" y="35"/>
                  </a:moveTo>
                  <a:lnTo>
                    <a:pt x="30" y="28"/>
                  </a:lnTo>
                  <a:lnTo>
                    <a:pt x="19" y="0"/>
                  </a:lnTo>
                  <a:lnTo>
                    <a:pt x="0" y="7"/>
                  </a:lnTo>
                  <a:lnTo>
                    <a:pt x="11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8" name="Freeform 40"/>
            <p:cNvSpPr>
              <a:spLocks/>
            </p:cNvSpPr>
            <p:nvPr/>
          </p:nvSpPr>
          <p:spPr bwMode="auto">
            <a:xfrm>
              <a:off x="6070600" y="2435226"/>
              <a:ext cx="49213" cy="57150"/>
            </a:xfrm>
            <a:custGeom>
              <a:avLst/>
              <a:gdLst>
                <a:gd name="T0" fmla="*/ 19 w 31"/>
                <a:gd name="T1" fmla="*/ 36 h 36"/>
                <a:gd name="T2" fmla="*/ 31 w 31"/>
                <a:gd name="T3" fmla="*/ 8 h 36"/>
                <a:gd name="T4" fmla="*/ 12 w 31"/>
                <a:gd name="T5" fmla="*/ 0 h 36"/>
                <a:gd name="T6" fmla="*/ 0 w 31"/>
                <a:gd name="T7" fmla="*/ 28 h 36"/>
                <a:gd name="T8" fmla="*/ 19 w 31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6">
                  <a:moveTo>
                    <a:pt x="19" y="36"/>
                  </a:moveTo>
                  <a:lnTo>
                    <a:pt x="31" y="8"/>
                  </a:lnTo>
                  <a:lnTo>
                    <a:pt x="12" y="0"/>
                  </a:lnTo>
                  <a:lnTo>
                    <a:pt x="0" y="28"/>
                  </a:lnTo>
                  <a:lnTo>
                    <a:pt x="19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9" name="Freeform 41"/>
            <p:cNvSpPr>
              <a:spLocks/>
            </p:cNvSpPr>
            <p:nvPr/>
          </p:nvSpPr>
          <p:spPr bwMode="auto">
            <a:xfrm>
              <a:off x="6176963" y="2554288"/>
              <a:ext cx="57150" cy="47625"/>
            </a:xfrm>
            <a:custGeom>
              <a:avLst/>
              <a:gdLst>
                <a:gd name="T0" fmla="*/ 8 w 36"/>
                <a:gd name="T1" fmla="*/ 30 h 30"/>
                <a:gd name="T2" fmla="*/ 36 w 36"/>
                <a:gd name="T3" fmla="*/ 18 h 30"/>
                <a:gd name="T4" fmla="*/ 29 w 36"/>
                <a:gd name="T5" fmla="*/ 0 h 30"/>
                <a:gd name="T6" fmla="*/ 0 w 36"/>
                <a:gd name="T7" fmla="*/ 11 h 30"/>
                <a:gd name="T8" fmla="*/ 8 w 3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0">
                  <a:moveTo>
                    <a:pt x="8" y="30"/>
                  </a:moveTo>
                  <a:lnTo>
                    <a:pt x="36" y="18"/>
                  </a:lnTo>
                  <a:lnTo>
                    <a:pt x="29" y="0"/>
                  </a:lnTo>
                  <a:lnTo>
                    <a:pt x="0" y="11"/>
                  </a:lnTo>
                  <a:lnTo>
                    <a:pt x="8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20" name="Freeform 42"/>
            <p:cNvSpPr>
              <a:spLocks/>
            </p:cNvSpPr>
            <p:nvPr/>
          </p:nvSpPr>
          <p:spPr bwMode="auto">
            <a:xfrm>
              <a:off x="5795963" y="2547938"/>
              <a:ext cx="57150" cy="47625"/>
            </a:xfrm>
            <a:custGeom>
              <a:avLst/>
              <a:gdLst>
                <a:gd name="T0" fmla="*/ 28 w 36"/>
                <a:gd name="T1" fmla="*/ 30 h 30"/>
                <a:gd name="T2" fmla="*/ 36 w 36"/>
                <a:gd name="T3" fmla="*/ 12 h 30"/>
                <a:gd name="T4" fmla="*/ 8 w 36"/>
                <a:gd name="T5" fmla="*/ 0 h 30"/>
                <a:gd name="T6" fmla="*/ 0 w 36"/>
                <a:gd name="T7" fmla="*/ 18 h 30"/>
                <a:gd name="T8" fmla="*/ 28 w 3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0">
                  <a:moveTo>
                    <a:pt x="28" y="30"/>
                  </a:moveTo>
                  <a:lnTo>
                    <a:pt x="36" y="12"/>
                  </a:lnTo>
                  <a:lnTo>
                    <a:pt x="8" y="0"/>
                  </a:lnTo>
                  <a:lnTo>
                    <a:pt x="0" y="18"/>
                  </a:lnTo>
                  <a:lnTo>
                    <a:pt x="28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</p:grpSp>
      <p:sp>
        <p:nvSpPr>
          <p:cNvPr id="21" name="Freeform 6"/>
          <p:cNvSpPr>
            <a:spLocks/>
          </p:cNvSpPr>
          <p:nvPr userDrawn="1"/>
        </p:nvSpPr>
        <p:spPr bwMode="auto">
          <a:xfrm>
            <a:off x="3211785" y="296368"/>
            <a:ext cx="8975455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" fmla="*/ 7021 w 10000"/>
              <a:gd name="connsiteY0" fmla="*/ 0 h 10000"/>
              <a:gd name="connsiteX1" fmla="*/ 0 w 10000"/>
              <a:gd name="connsiteY1" fmla="*/ 0 h 10000"/>
              <a:gd name="connsiteX2" fmla="*/ 197 w 10000"/>
              <a:gd name="connsiteY2" fmla="*/ 5024 h 10000"/>
              <a:gd name="connsiteX3" fmla="*/ 0 w 10000"/>
              <a:gd name="connsiteY3" fmla="*/ 10000 h 10000"/>
              <a:gd name="connsiteX4" fmla="*/ 10000 w 10000"/>
              <a:gd name="connsiteY4" fmla="*/ 10000 h 10000"/>
              <a:gd name="connsiteX5" fmla="*/ 7736 w 10000"/>
              <a:gd name="connsiteY5" fmla="*/ 5574 h 10000"/>
              <a:gd name="connsiteX6" fmla="*/ 7021 w 10000"/>
              <a:gd name="connsiteY6" fmla="*/ 0 h 10000"/>
              <a:gd name="connsiteX0" fmla="*/ 7021 w 7736"/>
              <a:gd name="connsiteY0" fmla="*/ 0 h 10038"/>
              <a:gd name="connsiteX1" fmla="*/ 0 w 7736"/>
              <a:gd name="connsiteY1" fmla="*/ 0 h 10038"/>
              <a:gd name="connsiteX2" fmla="*/ 197 w 7736"/>
              <a:gd name="connsiteY2" fmla="*/ 5024 h 10038"/>
              <a:gd name="connsiteX3" fmla="*/ 0 w 7736"/>
              <a:gd name="connsiteY3" fmla="*/ 10000 h 10038"/>
              <a:gd name="connsiteX4" fmla="*/ 7017 w 7736"/>
              <a:gd name="connsiteY4" fmla="*/ 10038 h 10038"/>
              <a:gd name="connsiteX5" fmla="*/ 7736 w 7736"/>
              <a:gd name="connsiteY5" fmla="*/ 5574 h 10038"/>
              <a:gd name="connsiteX6" fmla="*/ 7021 w 7736"/>
              <a:gd name="connsiteY6" fmla="*/ 0 h 10038"/>
              <a:gd name="connsiteX0" fmla="*/ 9076 w 9316"/>
              <a:gd name="connsiteY0" fmla="*/ 0 h 10000"/>
              <a:gd name="connsiteX1" fmla="*/ 0 w 9316"/>
              <a:gd name="connsiteY1" fmla="*/ 0 h 10000"/>
              <a:gd name="connsiteX2" fmla="*/ 255 w 9316"/>
              <a:gd name="connsiteY2" fmla="*/ 5005 h 10000"/>
              <a:gd name="connsiteX3" fmla="*/ 0 w 9316"/>
              <a:gd name="connsiteY3" fmla="*/ 9962 h 10000"/>
              <a:gd name="connsiteX4" fmla="*/ 9071 w 9316"/>
              <a:gd name="connsiteY4" fmla="*/ 10000 h 10000"/>
              <a:gd name="connsiteX5" fmla="*/ 9316 w 9316"/>
              <a:gd name="connsiteY5" fmla="*/ 5668 h 10000"/>
              <a:gd name="connsiteX6" fmla="*/ 9076 w 9316"/>
              <a:gd name="connsiteY6" fmla="*/ 0 h 10000"/>
              <a:gd name="connsiteX0" fmla="*/ 9742 w 10000"/>
              <a:gd name="connsiteY0" fmla="*/ 0 h 10000"/>
              <a:gd name="connsiteX1" fmla="*/ 0 w 10000"/>
              <a:gd name="connsiteY1" fmla="*/ 0 h 10000"/>
              <a:gd name="connsiteX2" fmla="*/ 274 w 10000"/>
              <a:gd name="connsiteY2" fmla="*/ 5005 h 10000"/>
              <a:gd name="connsiteX3" fmla="*/ 0 w 10000"/>
              <a:gd name="connsiteY3" fmla="*/ 9962 h 10000"/>
              <a:gd name="connsiteX4" fmla="*/ 9737 w 10000"/>
              <a:gd name="connsiteY4" fmla="*/ 10000 h 10000"/>
              <a:gd name="connsiteX5" fmla="*/ 10000 w 10000"/>
              <a:gd name="connsiteY5" fmla="*/ 5668 h 10000"/>
              <a:gd name="connsiteX6" fmla="*/ 9742 w 10000"/>
              <a:gd name="connsiteY6" fmla="*/ 0 h 10000"/>
              <a:gd name="connsiteX0" fmla="*/ 9742 w 9877"/>
              <a:gd name="connsiteY0" fmla="*/ 0 h 10000"/>
              <a:gd name="connsiteX1" fmla="*/ 0 w 9877"/>
              <a:gd name="connsiteY1" fmla="*/ 0 h 10000"/>
              <a:gd name="connsiteX2" fmla="*/ 274 w 9877"/>
              <a:gd name="connsiteY2" fmla="*/ 5005 h 10000"/>
              <a:gd name="connsiteX3" fmla="*/ 0 w 9877"/>
              <a:gd name="connsiteY3" fmla="*/ 9962 h 10000"/>
              <a:gd name="connsiteX4" fmla="*/ 9737 w 9877"/>
              <a:gd name="connsiteY4" fmla="*/ 10000 h 10000"/>
              <a:gd name="connsiteX5" fmla="*/ 9738 w 9877"/>
              <a:gd name="connsiteY5" fmla="*/ 5783 h 10000"/>
              <a:gd name="connsiteX6" fmla="*/ 9742 w 9877"/>
              <a:gd name="connsiteY6" fmla="*/ 0 h 10000"/>
              <a:gd name="connsiteX0" fmla="*/ 9863 w 9991"/>
              <a:gd name="connsiteY0" fmla="*/ 0 h 10000"/>
              <a:gd name="connsiteX1" fmla="*/ 0 w 9991"/>
              <a:gd name="connsiteY1" fmla="*/ 0 h 10000"/>
              <a:gd name="connsiteX2" fmla="*/ 277 w 9991"/>
              <a:gd name="connsiteY2" fmla="*/ 5005 h 10000"/>
              <a:gd name="connsiteX3" fmla="*/ 0 w 9991"/>
              <a:gd name="connsiteY3" fmla="*/ 9962 h 10000"/>
              <a:gd name="connsiteX4" fmla="*/ 9858 w 9991"/>
              <a:gd name="connsiteY4" fmla="*/ 10000 h 10000"/>
              <a:gd name="connsiteX5" fmla="*/ 9817 w 9991"/>
              <a:gd name="connsiteY5" fmla="*/ 5783 h 10000"/>
              <a:gd name="connsiteX6" fmla="*/ 9863 w 9991"/>
              <a:gd name="connsiteY6" fmla="*/ 0 h 10000"/>
              <a:gd name="connsiteX0" fmla="*/ 9872 w 10014"/>
              <a:gd name="connsiteY0" fmla="*/ 0 h 10000"/>
              <a:gd name="connsiteX1" fmla="*/ 0 w 10014"/>
              <a:gd name="connsiteY1" fmla="*/ 0 h 10000"/>
              <a:gd name="connsiteX2" fmla="*/ 277 w 10014"/>
              <a:gd name="connsiteY2" fmla="*/ 5005 h 10000"/>
              <a:gd name="connsiteX3" fmla="*/ 0 w 10014"/>
              <a:gd name="connsiteY3" fmla="*/ 9962 h 10000"/>
              <a:gd name="connsiteX4" fmla="*/ 9867 w 10014"/>
              <a:gd name="connsiteY4" fmla="*/ 10000 h 10000"/>
              <a:gd name="connsiteX5" fmla="*/ 9890 w 10014"/>
              <a:gd name="connsiteY5" fmla="*/ 5745 h 10000"/>
              <a:gd name="connsiteX6" fmla="*/ 9872 w 10014"/>
              <a:gd name="connsiteY6" fmla="*/ 0 h 10000"/>
              <a:gd name="connsiteX0" fmla="*/ 9872 w 10030"/>
              <a:gd name="connsiteY0" fmla="*/ 0 h 10000"/>
              <a:gd name="connsiteX1" fmla="*/ 0 w 10030"/>
              <a:gd name="connsiteY1" fmla="*/ 0 h 10000"/>
              <a:gd name="connsiteX2" fmla="*/ 277 w 10030"/>
              <a:gd name="connsiteY2" fmla="*/ 5005 h 10000"/>
              <a:gd name="connsiteX3" fmla="*/ 0 w 10030"/>
              <a:gd name="connsiteY3" fmla="*/ 9962 h 10000"/>
              <a:gd name="connsiteX4" fmla="*/ 9867 w 10030"/>
              <a:gd name="connsiteY4" fmla="*/ 10000 h 10000"/>
              <a:gd name="connsiteX5" fmla="*/ 9890 w 10030"/>
              <a:gd name="connsiteY5" fmla="*/ 5745 h 10000"/>
              <a:gd name="connsiteX6" fmla="*/ 9872 w 10030"/>
              <a:gd name="connsiteY6" fmla="*/ 0 h 10000"/>
              <a:gd name="connsiteX0" fmla="*/ 9872 w 9921"/>
              <a:gd name="connsiteY0" fmla="*/ 0 h 10000"/>
              <a:gd name="connsiteX1" fmla="*/ 0 w 9921"/>
              <a:gd name="connsiteY1" fmla="*/ 0 h 10000"/>
              <a:gd name="connsiteX2" fmla="*/ 277 w 9921"/>
              <a:gd name="connsiteY2" fmla="*/ 5005 h 10000"/>
              <a:gd name="connsiteX3" fmla="*/ 0 w 9921"/>
              <a:gd name="connsiteY3" fmla="*/ 9962 h 10000"/>
              <a:gd name="connsiteX4" fmla="*/ 9867 w 9921"/>
              <a:gd name="connsiteY4" fmla="*/ 10000 h 10000"/>
              <a:gd name="connsiteX5" fmla="*/ 9890 w 9921"/>
              <a:gd name="connsiteY5" fmla="*/ 5745 h 10000"/>
              <a:gd name="connsiteX6" fmla="*/ 9872 w 9921"/>
              <a:gd name="connsiteY6" fmla="*/ 0 h 10000"/>
              <a:gd name="connsiteX0" fmla="*/ 9951 w 9974"/>
              <a:gd name="connsiteY0" fmla="*/ 0 h 10000"/>
              <a:gd name="connsiteX1" fmla="*/ 0 w 9974"/>
              <a:gd name="connsiteY1" fmla="*/ 0 h 10000"/>
              <a:gd name="connsiteX2" fmla="*/ 279 w 9974"/>
              <a:gd name="connsiteY2" fmla="*/ 5005 h 10000"/>
              <a:gd name="connsiteX3" fmla="*/ 0 w 9974"/>
              <a:gd name="connsiteY3" fmla="*/ 9962 h 10000"/>
              <a:gd name="connsiteX4" fmla="*/ 9946 w 9974"/>
              <a:gd name="connsiteY4" fmla="*/ 10000 h 10000"/>
              <a:gd name="connsiteX5" fmla="*/ 9969 w 9974"/>
              <a:gd name="connsiteY5" fmla="*/ 5745 h 10000"/>
              <a:gd name="connsiteX6" fmla="*/ 9951 w 9974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9995"/>
              <a:gd name="connsiteY0" fmla="*/ 0 h 10000"/>
              <a:gd name="connsiteX1" fmla="*/ 0 w 9995"/>
              <a:gd name="connsiteY1" fmla="*/ 0 h 10000"/>
              <a:gd name="connsiteX2" fmla="*/ 280 w 9995"/>
              <a:gd name="connsiteY2" fmla="*/ 5005 h 10000"/>
              <a:gd name="connsiteX3" fmla="*/ 0 w 9995"/>
              <a:gd name="connsiteY3" fmla="*/ 9962 h 10000"/>
              <a:gd name="connsiteX4" fmla="*/ 9972 w 9995"/>
              <a:gd name="connsiteY4" fmla="*/ 10000 h 10000"/>
              <a:gd name="connsiteX5" fmla="*/ 9995 w 9995"/>
              <a:gd name="connsiteY5" fmla="*/ 5745 h 10000"/>
              <a:gd name="connsiteX6" fmla="*/ 9977 w 9995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9977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9999 w 10004"/>
              <a:gd name="connsiteY0" fmla="*/ 0 h 10000"/>
              <a:gd name="connsiteX1" fmla="*/ 0 w 10004"/>
              <a:gd name="connsiteY1" fmla="*/ 0 h 10000"/>
              <a:gd name="connsiteX2" fmla="*/ 280 w 10004"/>
              <a:gd name="connsiteY2" fmla="*/ 5005 h 10000"/>
              <a:gd name="connsiteX3" fmla="*/ 0 w 10004"/>
              <a:gd name="connsiteY3" fmla="*/ 9962 h 10000"/>
              <a:gd name="connsiteX4" fmla="*/ 10000 w 10004"/>
              <a:gd name="connsiteY4" fmla="*/ 10000 h 10000"/>
              <a:gd name="connsiteX5" fmla="*/ 10000 w 10004"/>
              <a:gd name="connsiteY5" fmla="*/ 5745 h 10000"/>
              <a:gd name="connsiteX6" fmla="*/ 9999 w 10004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10000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14796 w 14796"/>
              <a:gd name="connsiteY0" fmla="*/ 0 h 10000"/>
              <a:gd name="connsiteX1" fmla="*/ 0 w 14796"/>
              <a:gd name="connsiteY1" fmla="*/ 0 h 10000"/>
              <a:gd name="connsiteX2" fmla="*/ 280 w 14796"/>
              <a:gd name="connsiteY2" fmla="*/ 5005 h 10000"/>
              <a:gd name="connsiteX3" fmla="*/ 0 w 14796"/>
              <a:gd name="connsiteY3" fmla="*/ 9962 h 10000"/>
              <a:gd name="connsiteX4" fmla="*/ 10000 w 14796"/>
              <a:gd name="connsiteY4" fmla="*/ 10000 h 10000"/>
              <a:gd name="connsiteX5" fmla="*/ 10000 w 14796"/>
              <a:gd name="connsiteY5" fmla="*/ 5745 h 10000"/>
              <a:gd name="connsiteX6" fmla="*/ 14796 w 14796"/>
              <a:gd name="connsiteY6" fmla="*/ 0 h 10000"/>
              <a:gd name="connsiteX0" fmla="*/ 14796 w 14796"/>
              <a:gd name="connsiteY0" fmla="*/ 0 h 9968"/>
              <a:gd name="connsiteX1" fmla="*/ 0 w 14796"/>
              <a:gd name="connsiteY1" fmla="*/ 0 h 9968"/>
              <a:gd name="connsiteX2" fmla="*/ 280 w 14796"/>
              <a:gd name="connsiteY2" fmla="*/ 5005 h 9968"/>
              <a:gd name="connsiteX3" fmla="*/ 0 w 14796"/>
              <a:gd name="connsiteY3" fmla="*/ 9962 h 9968"/>
              <a:gd name="connsiteX4" fmla="*/ 14788 w 14796"/>
              <a:gd name="connsiteY4" fmla="*/ 9968 h 9968"/>
              <a:gd name="connsiteX5" fmla="*/ 10000 w 14796"/>
              <a:gd name="connsiteY5" fmla="*/ 5745 h 9968"/>
              <a:gd name="connsiteX6" fmla="*/ 14796 w 14796"/>
              <a:gd name="connsiteY6" fmla="*/ 0 h 9968"/>
              <a:gd name="connsiteX0" fmla="*/ 10000 w 10000"/>
              <a:gd name="connsiteY0" fmla="*/ 0 h 10000"/>
              <a:gd name="connsiteX1" fmla="*/ 0 w 10000"/>
              <a:gd name="connsiteY1" fmla="*/ 0 h 10000"/>
              <a:gd name="connsiteX2" fmla="*/ 189 w 10000"/>
              <a:gd name="connsiteY2" fmla="*/ 5021 h 10000"/>
              <a:gd name="connsiteX3" fmla="*/ 0 w 10000"/>
              <a:gd name="connsiteY3" fmla="*/ 9994 h 10000"/>
              <a:gd name="connsiteX4" fmla="*/ 9995 w 10000"/>
              <a:gd name="connsiteY4" fmla="*/ 10000 h 10000"/>
              <a:gd name="connsiteX5" fmla="*/ 9998 w 10000"/>
              <a:gd name="connsiteY5" fmla="*/ 6152 h 10000"/>
              <a:gd name="connsiteX6" fmla="*/ 10000 w 10000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22" name="Freeform 11"/>
          <p:cNvSpPr>
            <a:spLocks/>
          </p:cNvSpPr>
          <p:nvPr userDrawn="1"/>
        </p:nvSpPr>
        <p:spPr bwMode="auto">
          <a:xfrm>
            <a:off x="3106455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8943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#本节小结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>
            <a:extLst>
              <a:ext uri="{FF2B5EF4-FFF2-40B4-BE49-F238E27FC236}">
                <a16:creationId xmlns:a16="http://schemas.microsoft.com/office/drawing/2014/main" id="{18ED692C-39CB-4AC0-81F6-D21CDD086EE4}"/>
              </a:ext>
            </a:extLst>
          </p:cNvPr>
          <p:cNvSpPr txBox="1"/>
          <p:nvPr userDrawn="1"/>
        </p:nvSpPr>
        <p:spPr bwMode="auto">
          <a:xfrm>
            <a:off x="1594877" y="408780"/>
            <a:ext cx="2015437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41" tIns="49967" rIns="99941" bIns="49967" rtlCol="0">
            <a:spAutoFit/>
          </a:bodyPr>
          <a:lstStyle/>
          <a:p>
            <a:pPr defTabSz="1001223" eaLnBrk="0" fontAlgn="auto" hangingPunct="0"/>
            <a:r>
              <a:rPr lang="zh-CN" altLang="en-US" sz="3499" b="1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rPr>
              <a:t>本节小结</a:t>
            </a:r>
          </a:p>
        </p:txBody>
      </p:sp>
      <p:sp>
        <p:nvSpPr>
          <p:cNvPr id="5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6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515179" y="490849"/>
            <a:ext cx="470510" cy="475421"/>
            <a:chOff x="5540375" y="2868613"/>
            <a:chExt cx="1106488" cy="1117600"/>
          </a:xfrm>
          <a:solidFill>
            <a:schemeClr val="bg1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5970588" y="3251201"/>
              <a:ext cx="676275" cy="517525"/>
            </a:xfrm>
            <a:custGeom>
              <a:avLst/>
              <a:gdLst>
                <a:gd name="T0" fmla="*/ 40 w 180"/>
                <a:gd name="T1" fmla="*/ 42 h 138"/>
                <a:gd name="T2" fmla="*/ 27 w 180"/>
                <a:gd name="T3" fmla="*/ 42 h 138"/>
                <a:gd name="T4" fmla="*/ 3 w 180"/>
                <a:gd name="T5" fmla="*/ 66 h 138"/>
                <a:gd name="T6" fmla="*/ 3 w 180"/>
                <a:gd name="T7" fmla="*/ 79 h 138"/>
                <a:gd name="T8" fmla="*/ 59 w 180"/>
                <a:gd name="T9" fmla="*/ 135 h 138"/>
                <a:gd name="T10" fmla="*/ 72 w 180"/>
                <a:gd name="T11" fmla="*/ 135 h 138"/>
                <a:gd name="T12" fmla="*/ 176 w 180"/>
                <a:gd name="T13" fmla="*/ 31 h 138"/>
                <a:gd name="T14" fmla="*/ 176 w 180"/>
                <a:gd name="T15" fmla="*/ 18 h 138"/>
                <a:gd name="T16" fmla="*/ 162 w 180"/>
                <a:gd name="T17" fmla="*/ 4 h 138"/>
                <a:gd name="T18" fmla="*/ 149 w 180"/>
                <a:gd name="T19" fmla="*/ 3 h 138"/>
                <a:gd name="T20" fmla="*/ 74 w 180"/>
                <a:gd name="T21" fmla="*/ 66 h 138"/>
                <a:gd name="T22" fmla="*/ 60 w 180"/>
                <a:gd name="T23" fmla="*/ 65 h 138"/>
                <a:gd name="T24" fmla="*/ 40 w 180"/>
                <a:gd name="T25" fmla="*/ 4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0" h="138">
                  <a:moveTo>
                    <a:pt x="40" y="42"/>
                  </a:moveTo>
                  <a:cubicBezTo>
                    <a:pt x="36" y="39"/>
                    <a:pt x="30" y="38"/>
                    <a:pt x="27" y="42"/>
                  </a:cubicBezTo>
                  <a:cubicBezTo>
                    <a:pt x="3" y="66"/>
                    <a:pt x="3" y="66"/>
                    <a:pt x="3" y="66"/>
                  </a:cubicBezTo>
                  <a:cubicBezTo>
                    <a:pt x="0" y="69"/>
                    <a:pt x="0" y="75"/>
                    <a:pt x="3" y="79"/>
                  </a:cubicBezTo>
                  <a:cubicBezTo>
                    <a:pt x="59" y="135"/>
                    <a:pt x="59" y="135"/>
                    <a:pt x="59" y="135"/>
                  </a:cubicBezTo>
                  <a:cubicBezTo>
                    <a:pt x="63" y="138"/>
                    <a:pt x="69" y="138"/>
                    <a:pt x="72" y="135"/>
                  </a:cubicBezTo>
                  <a:cubicBezTo>
                    <a:pt x="176" y="31"/>
                    <a:pt x="176" y="31"/>
                    <a:pt x="176" y="31"/>
                  </a:cubicBezTo>
                  <a:cubicBezTo>
                    <a:pt x="179" y="27"/>
                    <a:pt x="180" y="21"/>
                    <a:pt x="176" y="18"/>
                  </a:cubicBezTo>
                  <a:cubicBezTo>
                    <a:pt x="162" y="4"/>
                    <a:pt x="162" y="4"/>
                    <a:pt x="162" y="4"/>
                  </a:cubicBezTo>
                  <a:cubicBezTo>
                    <a:pt x="159" y="0"/>
                    <a:pt x="153" y="0"/>
                    <a:pt x="149" y="3"/>
                  </a:cubicBezTo>
                  <a:cubicBezTo>
                    <a:pt x="74" y="66"/>
                    <a:pt x="74" y="66"/>
                    <a:pt x="74" y="66"/>
                  </a:cubicBezTo>
                  <a:cubicBezTo>
                    <a:pt x="70" y="69"/>
                    <a:pt x="64" y="68"/>
                    <a:pt x="60" y="65"/>
                  </a:cubicBezTo>
                  <a:lnTo>
                    <a:pt x="4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5540375" y="2868613"/>
              <a:ext cx="941388" cy="1117600"/>
            </a:xfrm>
            <a:custGeom>
              <a:avLst/>
              <a:gdLst>
                <a:gd name="T0" fmla="*/ 233 w 251"/>
                <a:gd name="T1" fmla="*/ 279 h 298"/>
                <a:gd name="T2" fmla="*/ 19 w 251"/>
                <a:gd name="T3" fmla="*/ 279 h 298"/>
                <a:gd name="T4" fmla="*/ 19 w 251"/>
                <a:gd name="T5" fmla="*/ 38 h 298"/>
                <a:gd name="T6" fmla="*/ 44 w 251"/>
                <a:gd name="T7" fmla="*/ 38 h 298"/>
                <a:gd name="T8" fmla="*/ 44 w 251"/>
                <a:gd name="T9" fmla="*/ 47 h 298"/>
                <a:gd name="T10" fmla="*/ 54 w 251"/>
                <a:gd name="T11" fmla="*/ 57 h 298"/>
                <a:gd name="T12" fmla="*/ 56 w 251"/>
                <a:gd name="T13" fmla="*/ 57 h 298"/>
                <a:gd name="T14" fmla="*/ 65 w 251"/>
                <a:gd name="T15" fmla="*/ 47 h 298"/>
                <a:gd name="T16" fmla="*/ 65 w 251"/>
                <a:gd name="T17" fmla="*/ 38 h 298"/>
                <a:gd name="T18" fmla="*/ 92 w 251"/>
                <a:gd name="T19" fmla="*/ 38 h 298"/>
                <a:gd name="T20" fmla="*/ 92 w 251"/>
                <a:gd name="T21" fmla="*/ 47 h 298"/>
                <a:gd name="T22" fmla="*/ 102 w 251"/>
                <a:gd name="T23" fmla="*/ 57 h 298"/>
                <a:gd name="T24" fmla="*/ 104 w 251"/>
                <a:gd name="T25" fmla="*/ 57 h 298"/>
                <a:gd name="T26" fmla="*/ 113 w 251"/>
                <a:gd name="T27" fmla="*/ 47 h 298"/>
                <a:gd name="T28" fmla="*/ 113 w 251"/>
                <a:gd name="T29" fmla="*/ 38 h 298"/>
                <a:gd name="T30" fmla="*/ 140 w 251"/>
                <a:gd name="T31" fmla="*/ 38 h 298"/>
                <a:gd name="T32" fmla="*/ 140 w 251"/>
                <a:gd name="T33" fmla="*/ 47 h 298"/>
                <a:gd name="T34" fmla="*/ 150 w 251"/>
                <a:gd name="T35" fmla="*/ 57 h 298"/>
                <a:gd name="T36" fmla="*/ 152 w 251"/>
                <a:gd name="T37" fmla="*/ 57 h 298"/>
                <a:gd name="T38" fmla="*/ 161 w 251"/>
                <a:gd name="T39" fmla="*/ 47 h 298"/>
                <a:gd name="T40" fmla="*/ 161 w 251"/>
                <a:gd name="T41" fmla="*/ 38 h 298"/>
                <a:gd name="T42" fmla="*/ 189 w 251"/>
                <a:gd name="T43" fmla="*/ 38 h 298"/>
                <a:gd name="T44" fmla="*/ 189 w 251"/>
                <a:gd name="T45" fmla="*/ 47 h 298"/>
                <a:gd name="T46" fmla="*/ 198 w 251"/>
                <a:gd name="T47" fmla="*/ 57 h 298"/>
                <a:gd name="T48" fmla="*/ 200 w 251"/>
                <a:gd name="T49" fmla="*/ 57 h 298"/>
                <a:gd name="T50" fmla="*/ 210 w 251"/>
                <a:gd name="T51" fmla="*/ 47 h 298"/>
                <a:gd name="T52" fmla="*/ 210 w 251"/>
                <a:gd name="T53" fmla="*/ 38 h 298"/>
                <a:gd name="T54" fmla="*/ 215 w 251"/>
                <a:gd name="T55" fmla="*/ 38 h 298"/>
                <a:gd name="T56" fmla="*/ 233 w 251"/>
                <a:gd name="T57" fmla="*/ 55 h 298"/>
                <a:gd name="T58" fmla="*/ 233 w 251"/>
                <a:gd name="T59" fmla="*/ 114 h 298"/>
                <a:gd name="T60" fmla="*/ 251 w 251"/>
                <a:gd name="T61" fmla="*/ 98 h 298"/>
                <a:gd name="T62" fmla="*/ 251 w 251"/>
                <a:gd name="T63" fmla="*/ 47 h 298"/>
                <a:gd name="T64" fmla="*/ 223 w 251"/>
                <a:gd name="T65" fmla="*/ 19 h 298"/>
                <a:gd name="T66" fmla="*/ 210 w 251"/>
                <a:gd name="T67" fmla="*/ 19 h 298"/>
                <a:gd name="T68" fmla="*/ 210 w 251"/>
                <a:gd name="T69" fmla="*/ 10 h 298"/>
                <a:gd name="T70" fmla="*/ 200 w 251"/>
                <a:gd name="T71" fmla="*/ 0 h 298"/>
                <a:gd name="T72" fmla="*/ 198 w 251"/>
                <a:gd name="T73" fmla="*/ 0 h 298"/>
                <a:gd name="T74" fmla="*/ 189 w 251"/>
                <a:gd name="T75" fmla="*/ 10 h 298"/>
                <a:gd name="T76" fmla="*/ 189 w 251"/>
                <a:gd name="T77" fmla="*/ 19 h 298"/>
                <a:gd name="T78" fmla="*/ 161 w 251"/>
                <a:gd name="T79" fmla="*/ 19 h 298"/>
                <a:gd name="T80" fmla="*/ 161 w 251"/>
                <a:gd name="T81" fmla="*/ 10 h 298"/>
                <a:gd name="T82" fmla="*/ 152 w 251"/>
                <a:gd name="T83" fmla="*/ 0 h 298"/>
                <a:gd name="T84" fmla="*/ 150 w 251"/>
                <a:gd name="T85" fmla="*/ 0 h 298"/>
                <a:gd name="T86" fmla="*/ 140 w 251"/>
                <a:gd name="T87" fmla="*/ 10 h 298"/>
                <a:gd name="T88" fmla="*/ 140 w 251"/>
                <a:gd name="T89" fmla="*/ 19 h 298"/>
                <a:gd name="T90" fmla="*/ 113 w 251"/>
                <a:gd name="T91" fmla="*/ 19 h 298"/>
                <a:gd name="T92" fmla="*/ 113 w 251"/>
                <a:gd name="T93" fmla="*/ 10 h 298"/>
                <a:gd name="T94" fmla="*/ 104 w 251"/>
                <a:gd name="T95" fmla="*/ 0 h 298"/>
                <a:gd name="T96" fmla="*/ 102 w 251"/>
                <a:gd name="T97" fmla="*/ 0 h 298"/>
                <a:gd name="T98" fmla="*/ 92 w 251"/>
                <a:gd name="T99" fmla="*/ 10 h 298"/>
                <a:gd name="T100" fmla="*/ 92 w 251"/>
                <a:gd name="T101" fmla="*/ 19 h 298"/>
                <a:gd name="T102" fmla="*/ 65 w 251"/>
                <a:gd name="T103" fmla="*/ 19 h 298"/>
                <a:gd name="T104" fmla="*/ 65 w 251"/>
                <a:gd name="T105" fmla="*/ 10 h 298"/>
                <a:gd name="T106" fmla="*/ 56 w 251"/>
                <a:gd name="T107" fmla="*/ 0 h 298"/>
                <a:gd name="T108" fmla="*/ 54 w 251"/>
                <a:gd name="T109" fmla="*/ 0 h 298"/>
                <a:gd name="T110" fmla="*/ 44 w 251"/>
                <a:gd name="T111" fmla="*/ 10 h 298"/>
                <a:gd name="T112" fmla="*/ 44 w 251"/>
                <a:gd name="T113" fmla="*/ 19 h 298"/>
                <a:gd name="T114" fmla="*/ 0 w 251"/>
                <a:gd name="T115" fmla="*/ 19 h 298"/>
                <a:gd name="T116" fmla="*/ 0 w 251"/>
                <a:gd name="T117" fmla="*/ 298 h 298"/>
                <a:gd name="T118" fmla="*/ 251 w 251"/>
                <a:gd name="T119" fmla="*/ 298 h 298"/>
                <a:gd name="T120" fmla="*/ 251 w 251"/>
                <a:gd name="T121" fmla="*/ 199 h 298"/>
                <a:gd name="T122" fmla="*/ 233 w 251"/>
                <a:gd name="T123" fmla="*/ 218 h 298"/>
                <a:gd name="T124" fmla="*/ 233 w 251"/>
                <a:gd name="T125" fmla="*/ 27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1" h="298">
                  <a:moveTo>
                    <a:pt x="233" y="279"/>
                  </a:moveTo>
                  <a:cubicBezTo>
                    <a:pt x="19" y="279"/>
                    <a:pt x="19" y="279"/>
                    <a:pt x="19" y="279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52"/>
                    <a:pt x="48" y="57"/>
                    <a:pt x="54" y="57"/>
                  </a:cubicBezTo>
                  <a:cubicBezTo>
                    <a:pt x="56" y="57"/>
                    <a:pt x="56" y="57"/>
                    <a:pt x="56" y="57"/>
                  </a:cubicBezTo>
                  <a:cubicBezTo>
                    <a:pt x="61" y="57"/>
                    <a:pt x="65" y="52"/>
                    <a:pt x="65" y="4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2" y="52"/>
                    <a:pt x="97" y="57"/>
                    <a:pt x="102" y="57"/>
                  </a:cubicBezTo>
                  <a:cubicBezTo>
                    <a:pt x="104" y="57"/>
                    <a:pt x="104" y="57"/>
                    <a:pt x="104" y="57"/>
                  </a:cubicBezTo>
                  <a:cubicBezTo>
                    <a:pt x="109" y="57"/>
                    <a:pt x="113" y="52"/>
                    <a:pt x="113" y="4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0" y="52"/>
                    <a:pt x="145" y="57"/>
                    <a:pt x="150" y="57"/>
                  </a:cubicBezTo>
                  <a:cubicBezTo>
                    <a:pt x="152" y="57"/>
                    <a:pt x="152" y="57"/>
                    <a:pt x="152" y="57"/>
                  </a:cubicBezTo>
                  <a:cubicBezTo>
                    <a:pt x="157" y="57"/>
                    <a:pt x="161" y="52"/>
                    <a:pt x="161" y="47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89" y="38"/>
                    <a:pt x="189" y="38"/>
                    <a:pt x="189" y="38"/>
                  </a:cubicBezTo>
                  <a:cubicBezTo>
                    <a:pt x="189" y="47"/>
                    <a:pt x="189" y="47"/>
                    <a:pt x="189" y="47"/>
                  </a:cubicBezTo>
                  <a:cubicBezTo>
                    <a:pt x="189" y="52"/>
                    <a:pt x="193" y="57"/>
                    <a:pt x="198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5" y="57"/>
                    <a:pt x="210" y="52"/>
                    <a:pt x="210" y="47"/>
                  </a:cubicBezTo>
                  <a:cubicBezTo>
                    <a:pt x="210" y="38"/>
                    <a:pt x="210" y="38"/>
                    <a:pt x="210" y="38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33" y="55"/>
                    <a:pt x="233" y="55"/>
                    <a:pt x="233" y="55"/>
                  </a:cubicBezTo>
                  <a:cubicBezTo>
                    <a:pt x="233" y="114"/>
                    <a:pt x="233" y="114"/>
                    <a:pt x="233" y="114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1" y="47"/>
                    <a:pt x="251" y="47"/>
                    <a:pt x="251" y="47"/>
                  </a:cubicBezTo>
                  <a:cubicBezTo>
                    <a:pt x="223" y="19"/>
                    <a:pt x="223" y="19"/>
                    <a:pt x="223" y="19"/>
                  </a:cubicBezTo>
                  <a:cubicBezTo>
                    <a:pt x="210" y="19"/>
                    <a:pt x="210" y="19"/>
                    <a:pt x="210" y="19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0" y="4"/>
                    <a:pt x="205" y="0"/>
                    <a:pt x="200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3" y="0"/>
                    <a:pt x="189" y="4"/>
                    <a:pt x="189" y="10"/>
                  </a:cubicBezTo>
                  <a:cubicBezTo>
                    <a:pt x="189" y="19"/>
                    <a:pt x="189" y="19"/>
                    <a:pt x="189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61" y="10"/>
                    <a:pt x="161" y="10"/>
                    <a:pt x="161" y="10"/>
                  </a:cubicBezTo>
                  <a:cubicBezTo>
                    <a:pt x="161" y="4"/>
                    <a:pt x="157" y="0"/>
                    <a:pt x="152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45" y="0"/>
                    <a:pt x="140" y="4"/>
                    <a:pt x="140" y="10"/>
                  </a:cubicBezTo>
                  <a:cubicBezTo>
                    <a:pt x="140" y="19"/>
                    <a:pt x="140" y="19"/>
                    <a:pt x="140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4"/>
                    <a:pt x="109" y="0"/>
                    <a:pt x="104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97" y="0"/>
                    <a:pt x="92" y="4"/>
                    <a:pt x="92" y="10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5" y="4"/>
                    <a:pt x="61" y="0"/>
                    <a:pt x="5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8" y="0"/>
                    <a:pt x="44" y="4"/>
                    <a:pt x="44" y="1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251" y="298"/>
                    <a:pt x="251" y="298"/>
                    <a:pt x="251" y="298"/>
                  </a:cubicBezTo>
                  <a:cubicBezTo>
                    <a:pt x="251" y="199"/>
                    <a:pt x="251" y="199"/>
                    <a:pt x="251" y="199"/>
                  </a:cubicBezTo>
                  <a:cubicBezTo>
                    <a:pt x="233" y="218"/>
                    <a:pt x="233" y="218"/>
                    <a:pt x="233" y="218"/>
                  </a:cubicBezTo>
                  <a:lnTo>
                    <a:pt x="233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</p:grpSp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2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2pPr>
            <a:lvl3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3pPr>
            <a:lvl4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4pPr>
            <a:lvl5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2420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">
            <a:extLst>
              <a:ext uri="{FF2B5EF4-FFF2-40B4-BE49-F238E27FC236}">
                <a16:creationId xmlns:a16="http://schemas.microsoft.com/office/drawing/2014/main" id="{18ED692C-39CB-4AC0-81F6-D21CDD086EE4}"/>
              </a:ext>
            </a:extLst>
          </p:cNvPr>
          <p:cNvSpPr txBox="1"/>
          <p:nvPr userDrawn="1"/>
        </p:nvSpPr>
        <p:spPr bwMode="auto">
          <a:xfrm>
            <a:off x="1594877" y="408780"/>
            <a:ext cx="2015437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41" tIns="49967" rIns="99941" bIns="49967" rtlCol="0">
            <a:spAutoFit/>
          </a:bodyPr>
          <a:lstStyle/>
          <a:p>
            <a:pPr defTabSz="1001223" eaLnBrk="0" fontAlgn="auto" hangingPunct="0"/>
            <a:r>
              <a:rPr lang="zh-CN" altLang="en-US" sz="3499" b="1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rPr>
              <a:t>本章总结</a:t>
            </a:r>
          </a:p>
        </p:txBody>
      </p:sp>
      <p:sp>
        <p:nvSpPr>
          <p:cNvPr id="4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5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515179" y="490849"/>
            <a:ext cx="470510" cy="475421"/>
            <a:chOff x="5540375" y="2868613"/>
            <a:chExt cx="1106488" cy="1117600"/>
          </a:xfrm>
          <a:solidFill>
            <a:schemeClr val="bg1"/>
          </a:solidFill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5970588" y="3251201"/>
              <a:ext cx="676275" cy="517525"/>
            </a:xfrm>
            <a:custGeom>
              <a:avLst/>
              <a:gdLst>
                <a:gd name="T0" fmla="*/ 40 w 180"/>
                <a:gd name="T1" fmla="*/ 42 h 138"/>
                <a:gd name="T2" fmla="*/ 27 w 180"/>
                <a:gd name="T3" fmla="*/ 42 h 138"/>
                <a:gd name="T4" fmla="*/ 3 w 180"/>
                <a:gd name="T5" fmla="*/ 66 h 138"/>
                <a:gd name="T6" fmla="*/ 3 w 180"/>
                <a:gd name="T7" fmla="*/ 79 h 138"/>
                <a:gd name="T8" fmla="*/ 59 w 180"/>
                <a:gd name="T9" fmla="*/ 135 h 138"/>
                <a:gd name="T10" fmla="*/ 72 w 180"/>
                <a:gd name="T11" fmla="*/ 135 h 138"/>
                <a:gd name="T12" fmla="*/ 176 w 180"/>
                <a:gd name="T13" fmla="*/ 31 h 138"/>
                <a:gd name="T14" fmla="*/ 176 w 180"/>
                <a:gd name="T15" fmla="*/ 18 h 138"/>
                <a:gd name="T16" fmla="*/ 162 w 180"/>
                <a:gd name="T17" fmla="*/ 4 h 138"/>
                <a:gd name="T18" fmla="*/ 149 w 180"/>
                <a:gd name="T19" fmla="*/ 3 h 138"/>
                <a:gd name="T20" fmla="*/ 74 w 180"/>
                <a:gd name="T21" fmla="*/ 66 h 138"/>
                <a:gd name="T22" fmla="*/ 60 w 180"/>
                <a:gd name="T23" fmla="*/ 65 h 138"/>
                <a:gd name="T24" fmla="*/ 40 w 180"/>
                <a:gd name="T25" fmla="*/ 4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0" h="138">
                  <a:moveTo>
                    <a:pt x="40" y="42"/>
                  </a:moveTo>
                  <a:cubicBezTo>
                    <a:pt x="36" y="39"/>
                    <a:pt x="30" y="38"/>
                    <a:pt x="27" y="42"/>
                  </a:cubicBezTo>
                  <a:cubicBezTo>
                    <a:pt x="3" y="66"/>
                    <a:pt x="3" y="66"/>
                    <a:pt x="3" y="66"/>
                  </a:cubicBezTo>
                  <a:cubicBezTo>
                    <a:pt x="0" y="69"/>
                    <a:pt x="0" y="75"/>
                    <a:pt x="3" y="79"/>
                  </a:cubicBezTo>
                  <a:cubicBezTo>
                    <a:pt x="59" y="135"/>
                    <a:pt x="59" y="135"/>
                    <a:pt x="59" y="135"/>
                  </a:cubicBezTo>
                  <a:cubicBezTo>
                    <a:pt x="63" y="138"/>
                    <a:pt x="69" y="138"/>
                    <a:pt x="72" y="135"/>
                  </a:cubicBezTo>
                  <a:cubicBezTo>
                    <a:pt x="176" y="31"/>
                    <a:pt x="176" y="31"/>
                    <a:pt x="176" y="31"/>
                  </a:cubicBezTo>
                  <a:cubicBezTo>
                    <a:pt x="179" y="27"/>
                    <a:pt x="180" y="21"/>
                    <a:pt x="176" y="18"/>
                  </a:cubicBezTo>
                  <a:cubicBezTo>
                    <a:pt x="162" y="4"/>
                    <a:pt x="162" y="4"/>
                    <a:pt x="162" y="4"/>
                  </a:cubicBezTo>
                  <a:cubicBezTo>
                    <a:pt x="159" y="0"/>
                    <a:pt x="153" y="0"/>
                    <a:pt x="149" y="3"/>
                  </a:cubicBezTo>
                  <a:cubicBezTo>
                    <a:pt x="74" y="66"/>
                    <a:pt x="74" y="66"/>
                    <a:pt x="74" y="66"/>
                  </a:cubicBezTo>
                  <a:cubicBezTo>
                    <a:pt x="70" y="69"/>
                    <a:pt x="64" y="68"/>
                    <a:pt x="60" y="65"/>
                  </a:cubicBezTo>
                  <a:lnTo>
                    <a:pt x="4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5540375" y="2868613"/>
              <a:ext cx="941388" cy="1117600"/>
            </a:xfrm>
            <a:custGeom>
              <a:avLst/>
              <a:gdLst>
                <a:gd name="T0" fmla="*/ 233 w 251"/>
                <a:gd name="T1" fmla="*/ 279 h 298"/>
                <a:gd name="T2" fmla="*/ 19 w 251"/>
                <a:gd name="T3" fmla="*/ 279 h 298"/>
                <a:gd name="T4" fmla="*/ 19 w 251"/>
                <a:gd name="T5" fmla="*/ 38 h 298"/>
                <a:gd name="T6" fmla="*/ 44 w 251"/>
                <a:gd name="T7" fmla="*/ 38 h 298"/>
                <a:gd name="T8" fmla="*/ 44 w 251"/>
                <a:gd name="T9" fmla="*/ 47 h 298"/>
                <a:gd name="T10" fmla="*/ 54 w 251"/>
                <a:gd name="T11" fmla="*/ 57 h 298"/>
                <a:gd name="T12" fmla="*/ 56 w 251"/>
                <a:gd name="T13" fmla="*/ 57 h 298"/>
                <a:gd name="T14" fmla="*/ 65 w 251"/>
                <a:gd name="T15" fmla="*/ 47 h 298"/>
                <a:gd name="T16" fmla="*/ 65 w 251"/>
                <a:gd name="T17" fmla="*/ 38 h 298"/>
                <a:gd name="T18" fmla="*/ 92 w 251"/>
                <a:gd name="T19" fmla="*/ 38 h 298"/>
                <a:gd name="T20" fmla="*/ 92 w 251"/>
                <a:gd name="T21" fmla="*/ 47 h 298"/>
                <a:gd name="T22" fmla="*/ 102 w 251"/>
                <a:gd name="T23" fmla="*/ 57 h 298"/>
                <a:gd name="T24" fmla="*/ 104 w 251"/>
                <a:gd name="T25" fmla="*/ 57 h 298"/>
                <a:gd name="T26" fmla="*/ 113 w 251"/>
                <a:gd name="T27" fmla="*/ 47 h 298"/>
                <a:gd name="T28" fmla="*/ 113 w 251"/>
                <a:gd name="T29" fmla="*/ 38 h 298"/>
                <a:gd name="T30" fmla="*/ 140 w 251"/>
                <a:gd name="T31" fmla="*/ 38 h 298"/>
                <a:gd name="T32" fmla="*/ 140 w 251"/>
                <a:gd name="T33" fmla="*/ 47 h 298"/>
                <a:gd name="T34" fmla="*/ 150 w 251"/>
                <a:gd name="T35" fmla="*/ 57 h 298"/>
                <a:gd name="T36" fmla="*/ 152 w 251"/>
                <a:gd name="T37" fmla="*/ 57 h 298"/>
                <a:gd name="T38" fmla="*/ 161 w 251"/>
                <a:gd name="T39" fmla="*/ 47 h 298"/>
                <a:gd name="T40" fmla="*/ 161 w 251"/>
                <a:gd name="T41" fmla="*/ 38 h 298"/>
                <a:gd name="T42" fmla="*/ 189 w 251"/>
                <a:gd name="T43" fmla="*/ 38 h 298"/>
                <a:gd name="T44" fmla="*/ 189 w 251"/>
                <a:gd name="T45" fmla="*/ 47 h 298"/>
                <a:gd name="T46" fmla="*/ 198 w 251"/>
                <a:gd name="T47" fmla="*/ 57 h 298"/>
                <a:gd name="T48" fmla="*/ 200 w 251"/>
                <a:gd name="T49" fmla="*/ 57 h 298"/>
                <a:gd name="T50" fmla="*/ 210 w 251"/>
                <a:gd name="T51" fmla="*/ 47 h 298"/>
                <a:gd name="T52" fmla="*/ 210 w 251"/>
                <a:gd name="T53" fmla="*/ 38 h 298"/>
                <a:gd name="T54" fmla="*/ 215 w 251"/>
                <a:gd name="T55" fmla="*/ 38 h 298"/>
                <a:gd name="T56" fmla="*/ 233 w 251"/>
                <a:gd name="T57" fmla="*/ 55 h 298"/>
                <a:gd name="T58" fmla="*/ 233 w 251"/>
                <a:gd name="T59" fmla="*/ 114 h 298"/>
                <a:gd name="T60" fmla="*/ 251 w 251"/>
                <a:gd name="T61" fmla="*/ 98 h 298"/>
                <a:gd name="T62" fmla="*/ 251 w 251"/>
                <a:gd name="T63" fmla="*/ 47 h 298"/>
                <a:gd name="T64" fmla="*/ 223 w 251"/>
                <a:gd name="T65" fmla="*/ 19 h 298"/>
                <a:gd name="T66" fmla="*/ 210 w 251"/>
                <a:gd name="T67" fmla="*/ 19 h 298"/>
                <a:gd name="T68" fmla="*/ 210 w 251"/>
                <a:gd name="T69" fmla="*/ 10 h 298"/>
                <a:gd name="T70" fmla="*/ 200 w 251"/>
                <a:gd name="T71" fmla="*/ 0 h 298"/>
                <a:gd name="T72" fmla="*/ 198 w 251"/>
                <a:gd name="T73" fmla="*/ 0 h 298"/>
                <a:gd name="T74" fmla="*/ 189 w 251"/>
                <a:gd name="T75" fmla="*/ 10 h 298"/>
                <a:gd name="T76" fmla="*/ 189 w 251"/>
                <a:gd name="T77" fmla="*/ 19 h 298"/>
                <a:gd name="T78" fmla="*/ 161 w 251"/>
                <a:gd name="T79" fmla="*/ 19 h 298"/>
                <a:gd name="T80" fmla="*/ 161 w 251"/>
                <a:gd name="T81" fmla="*/ 10 h 298"/>
                <a:gd name="T82" fmla="*/ 152 w 251"/>
                <a:gd name="T83" fmla="*/ 0 h 298"/>
                <a:gd name="T84" fmla="*/ 150 w 251"/>
                <a:gd name="T85" fmla="*/ 0 h 298"/>
                <a:gd name="T86" fmla="*/ 140 w 251"/>
                <a:gd name="T87" fmla="*/ 10 h 298"/>
                <a:gd name="T88" fmla="*/ 140 w 251"/>
                <a:gd name="T89" fmla="*/ 19 h 298"/>
                <a:gd name="T90" fmla="*/ 113 w 251"/>
                <a:gd name="T91" fmla="*/ 19 h 298"/>
                <a:gd name="T92" fmla="*/ 113 w 251"/>
                <a:gd name="T93" fmla="*/ 10 h 298"/>
                <a:gd name="T94" fmla="*/ 104 w 251"/>
                <a:gd name="T95" fmla="*/ 0 h 298"/>
                <a:gd name="T96" fmla="*/ 102 w 251"/>
                <a:gd name="T97" fmla="*/ 0 h 298"/>
                <a:gd name="T98" fmla="*/ 92 w 251"/>
                <a:gd name="T99" fmla="*/ 10 h 298"/>
                <a:gd name="T100" fmla="*/ 92 w 251"/>
                <a:gd name="T101" fmla="*/ 19 h 298"/>
                <a:gd name="T102" fmla="*/ 65 w 251"/>
                <a:gd name="T103" fmla="*/ 19 h 298"/>
                <a:gd name="T104" fmla="*/ 65 w 251"/>
                <a:gd name="T105" fmla="*/ 10 h 298"/>
                <a:gd name="T106" fmla="*/ 56 w 251"/>
                <a:gd name="T107" fmla="*/ 0 h 298"/>
                <a:gd name="T108" fmla="*/ 54 w 251"/>
                <a:gd name="T109" fmla="*/ 0 h 298"/>
                <a:gd name="T110" fmla="*/ 44 w 251"/>
                <a:gd name="T111" fmla="*/ 10 h 298"/>
                <a:gd name="T112" fmla="*/ 44 w 251"/>
                <a:gd name="T113" fmla="*/ 19 h 298"/>
                <a:gd name="T114" fmla="*/ 0 w 251"/>
                <a:gd name="T115" fmla="*/ 19 h 298"/>
                <a:gd name="T116" fmla="*/ 0 w 251"/>
                <a:gd name="T117" fmla="*/ 298 h 298"/>
                <a:gd name="T118" fmla="*/ 251 w 251"/>
                <a:gd name="T119" fmla="*/ 298 h 298"/>
                <a:gd name="T120" fmla="*/ 251 w 251"/>
                <a:gd name="T121" fmla="*/ 199 h 298"/>
                <a:gd name="T122" fmla="*/ 233 w 251"/>
                <a:gd name="T123" fmla="*/ 218 h 298"/>
                <a:gd name="T124" fmla="*/ 233 w 251"/>
                <a:gd name="T125" fmla="*/ 27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1" h="298">
                  <a:moveTo>
                    <a:pt x="233" y="279"/>
                  </a:moveTo>
                  <a:cubicBezTo>
                    <a:pt x="19" y="279"/>
                    <a:pt x="19" y="279"/>
                    <a:pt x="19" y="279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52"/>
                    <a:pt x="48" y="57"/>
                    <a:pt x="54" y="57"/>
                  </a:cubicBezTo>
                  <a:cubicBezTo>
                    <a:pt x="56" y="57"/>
                    <a:pt x="56" y="57"/>
                    <a:pt x="56" y="57"/>
                  </a:cubicBezTo>
                  <a:cubicBezTo>
                    <a:pt x="61" y="57"/>
                    <a:pt x="65" y="52"/>
                    <a:pt x="65" y="4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2" y="52"/>
                    <a:pt x="97" y="57"/>
                    <a:pt x="102" y="57"/>
                  </a:cubicBezTo>
                  <a:cubicBezTo>
                    <a:pt x="104" y="57"/>
                    <a:pt x="104" y="57"/>
                    <a:pt x="104" y="57"/>
                  </a:cubicBezTo>
                  <a:cubicBezTo>
                    <a:pt x="109" y="57"/>
                    <a:pt x="113" y="52"/>
                    <a:pt x="113" y="4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0" y="52"/>
                    <a:pt x="145" y="57"/>
                    <a:pt x="150" y="57"/>
                  </a:cubicBezTo>
                  <a:cubicBezTo>
                    <a:pt x="152" y="57"/>
                    <a:pt x="152" y="57"/>
                    <a:pt x="152" y="57"/>
                  </a:cubicBezTo>
                  <a:cubicBezTo>
                    <a:pt x="157" y="57"/>
                    <a:pt x="161" y="52"/>
                    <a:pt x="161" y="47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89" y="38"/>
                    <a:pt x="189" y="38"/>
                    <a:pt x="189" y="38"/>
                  </a:cubicBezTo>
                  <a:cubicBezTo>
                    <a:pt x="189" y="47"/>
                    <a:pt x="189" y="47"/>
                    <a:pt x="189" y="47"/>
                  </a:cubicBezTo>
                  <a:cubicBezTo>
                    <a:pt x="189" y="52"/>
                    <a:pt x="193" y="57"/>
                    <a:pt x="198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5" y="57"/>
                    <a:pt x="210" y="52"/>
                    <a:pt x="210" y="47"/>
                  </a:cubicBezTo>
                  <a:cubicBezTo>
                    <a:pt x="210" y="38"/>
                    <a:pt x="210" y="38"/>
                    <a:pt x="210" y="38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33" y="55"/>
                    <a:pt x="233" y="55"/>
                    <a:pt x="233" y="55"/>
                  </a:cubicBezTo>
                  <a:cubicBezTo>
                    <a:pt x="233" y="114"/>
                    <a:pt x="233" y="114"/>
                    <a:pt x="233" y="114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1" y="47"/>
                    <a:pt x="251" y="47"/>
                    <a:pt x="251" y="47"/>
                  </a:cubicBezTo>
                  <a:cubicBezTo>
                    <a:pt x="223" y="19"/>
                    <a:pt x="223" y="19"/>
                    <a:pt x="223" y="19"/>
                  </a:cubicBezTo>
                  <a:cubicBezTo>
                    <a:pt x="210" y="19"/>
                    <a:pt x="210" y="19"/>
                    <a:pt x="210" y="19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0" y="4"/>
                    <a:pt x="205" y="0"/>
                    <a:pt x="200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3" y="0"/>
                    <a:pt x="189" y="4"/>
                    <a:pt x="189" y="10"/>
                  </a:cubicBezTo>
                  <a:cubicBezTo>
                    <a:pt x="189" y="19"/>
                    <a:pt x="189" y="19"/>
                    <a:pt x="189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61" y="10"/>
                    <a:pt x="161" y="10"/>
                    <a:pt x="161" y="10"/>
                  </a:cubicBezTo>
                  <a:cubicBezTo>
                    <a:pt x="161" y="4"/>
                    <a:pt x="157" y="0"/>
                    <a:pt x="152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45" y="0"/>
                    <a:pt x="140" y="4"/>
                    <a:pt x="140" y="10"/>
                  </a:cubicBezTo>
                  <a:cubicBezTo>
                    <a:pt x="140" y="19"/>
                    <a:pt x="140" y="19"/>
                    <a:pt x="140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4"/>
                    <a:pt x="109" y="0"/>
                    <a:pt x="104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97" y="0"/>
                    <a:pt x="92" y="4"/>
                    <a:pt x="92" y="10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5" y="4"/>
                    <a:pt x="61" y="0"/>
                    <a:pt x="5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8" y="0"/>
                    <a:pt x="44" y="4"/>
                    <a:pt x="44" y="1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251" y="298"/>
                    <a:pt x="251" y="298"/>
                    <a:pt x="251" y="298"/>
                  </a:cubicBezTo>
                  <a:cubicBezTo>
                    <a:pt x="251" y="199"/>
                    <a:pt x="251" y="199"/>
                    <a:pt x="251" y="199"/>
                  </a:cubicBezTo>
                  <a:cubicBezTo>
                    <a:pt x="233" y="218"/>
                    <a:pt x="233" y="218"/>
                    <a:pt x="233" y="218"/>
                  </a:cubicBezTo>
                  <a:lnTo>
                    <a:pt x="233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</p:grpSp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2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2pPr>
            <a:lvl3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3pPr>
            <a:lvl4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4pPr>
            <a:lvl5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02356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18ED692C-39CB-4AC0-81F6-D21CDD086EE4}"/>
              </a:ext>
            </a:extLst>
          </p:cNvPr>
          <p:cNvSpPr txBox="1"/>
          <p:nvPr userDrawn="1"/>
        </p:nvSpPr>
        <p:spPr bwMode="auto">
          <a:xfrm>
            <a:off x="1594877" y="408780"/>
            <a:ext cx="5038592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41" tIns="49967" rIns="99941" bIns="49967" rtlCol="0">
            <a:spAutoFit/>
          </a:bodyPr>
          <a:lstStyle/>
          <a:p>
            <a:pPr defTabSz="1001223" eaLnBrk="0" fontAlgn="auto" hangingPunct="0"/>
            <a:r>
              <a:rPr lang="zh-CN" altLang="en-US" sz="3499" b="1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rPr>
              <a:t>更多信息</a:t>
            </a:r>
          </a:p>
        </p:txBody>
      </p:sp>
      <p:sp>
        <p:nvSpPr>
          <p:cNvPr id="5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6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79189" y="480269"/>
            <a:ext cx="496387" cy="496581"/>
            <a:chOff x="4485904" y="3429000"/>
            <a:chExt cx="2003425" cy="2003425"/>
          </a:xfrm>
          <a:solidFill>
            <a:schemeClr val="bg1"/>
          </a:solidFill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4485904" y="3429000"/>
              <a:ext cx="2003425" cy="2003425"/>
            </a:xfrm>
            <a:custGeom>
              <a:avLst/>
              <a:gdLst>
                <a:gd name="T0" fmla="*/ 669 w 1338"/>
                <a:gd name="T1" fmla="*/ 0 h 1338"/>
                <a:gd name="T2" fmla="*/ 1338 w 1338"/>
                <a:gd name="T3" fmla="*/ 669 h 1338"/>
                <a:gd name="T4" fmla="*/ 669 w 1338"/>
                <a:gd name="T5" fmla="*/ 1338 h 1338"/>
                <a:gd name="T6" fmla="*/ 0 w 1338"/>
                <a:gd name="T7" fmla="*/ 669 h 1338"/>
                <a:gd name="T8" fmla="*/ 669 w 1338"/>
                <a:gd name="T9" fmla="*/ 0 h 1338"/>
                <a:gd name="T10" fmla="*/ 669 w 1338"/>
                <a:gd name="T11" fmla="*/ 92 h 1338"/>
                <a:gd name="T12" fmla="*/ 1246 w 1338"/>
                <a:gd name="T13" fmla="*/ 669 h 1338"/>
                <a:gd name="T14" fmla="*/ 669 w 1338"/>
                <a:gd name="T15" fmla="*/ 1246 h 1338"/>
                <a:gd name="T16" fmla="*/ 92 w 1338"/>
                <a:gd name="T17" fmla="*/ 669 h 1338"/>
                <a:gd name="T18" fmla="*/ 669 w 1338"/>
                <a:gd name="T19" fmla="*/ 92 h 1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8" h="1338">
                  <a:moveTo>
                    <a:pt x="669" y="0"/>
                  </a:moveTo>
                  <a:cubicBezTo>
                    <a:pt x="1039" y="0"/>
                    <a:pt x="1338" y="299"/>
                    <a:pt x="1338" y="669"/>
                  </a:cubicBezTo>
                  <a:cubicBezTo>
                    <a:pt x="1338" y="1039"/>
                    <a:pt x="1039" y="1338"/>
                    <a:pt x="669" y="1338"/>
                  </a:cubicBezTo>
                  <a:cubicBezTo>
                    <a:pt x="299" y="1338"/>
                    <a:pt x="0" y="1039"/>
                    <a:pt x="0" y="669"/>
                  </a:cubicBezTo>
                  <a:cubicBezTo>
                    <a:pt x="0" y="299"/>
                    <a:pt x="299" y="0"/>
                    <a:pt x="669" y="0"/>
                  </a:cubicBezTo>
                  <a:close/>
                  <a:moveTo>
                    <a:pt x="669" y="92"/>
                  </a:moveTo>
                  <a:cubicBezTo>
                    <a:pt x="988" y="92"/>
                    <a:pt x="1246" y="350"/>
                    <a:pt x="1246" y="669"/>
                  </a:cubicBezTo>
                  <a:cubicBezTo>
                    <a:pt x="1246" y="988"/>
                    <a:pt x="988" y="1246"/>
                    <a:pt x="669" y="1246"/>
                  </a:cubicBezTo>
                  <a:cubicBezTo>
                    <a:pt x="350" y="1246"/>
                    <a:pt x="92" y="988"/>
                    <a:pt x="92" y="669"/>
                  </a:cubicBezTo>
                  <a:cubicBezTo>
                    <a:pt x="92" y="350"/>
                    <a:pt x="350" y="92"/>
                    <a:pt x="669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4978029" y="4324350"/>
              <a:ext cx="212725" cy="212725"/>
            </a:xfrm>
            <a:custGeom>
              <a:avLst/>
              <a:gdLst>
                <a:gd name="T0" fmla="*/ 0 w 142"/>
                <a:gd name="T1" fmla="*/ 72 h 142"/>
                <a:gd name="T2" fmla="*/ 0 w 142"/>
                <a:gd name="T3" fmla="*/ 70 h 142"/>
                <a:gd name="T4" fmla="*/ 71 w 142"/>
                <a:gd name="T5" fmla="*/ 0 h 142"/>
                <a:gd name="T6" fmla="*/ 71 w 142"/>
                <a:gd name="T7" fmla="*/ 0 h 142"/>
                <a:gd name="T8" fmla="*/ 142 w 142"/>
                <a:gd name="T9" fmla="*/ 70 h 142"/>
                <a:gd name="T10" fmla="*/ 142 w 142"/>
                <a:gd name="T11" fmla="*/ 72 h 142"/>
                <a:gd name="T12" fmla="*/ 71 w 142"/>
                <a:gd name="T13" fmla="*/ 142 h 142"/>
                <a:gd name="T14" fmla="*/ 71 w 142"/>
                <a:gd name="T15" fmla="*/ 142 h 142"/>
                <a:gd name="T16" fmla="*/ 0 w 142"/>
                <a:gd name="T17" fmla="*/ 7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42">
                  <a:moveTo>
                    <a:pt x="0" y="72"/>
                  </a:moveTo>
                  <a:cubicBezTo>
                    <a:pt x="0" y="70"/>
                    <a:pt x="0" y="70"/>
                    <a:pt x="0" y="70"/>
                  </a:cubicBezTo>
                  <a:cubicBezTo>
                    <a:pt x="0" y="32"/>
                    <a:pt x="32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0" y="0"/>
                    <a:pt x="142" y="32"/>
                    <a:pt x="142" y="70"/>
                  </a:cubicBezTo>
                  <a:cubicBezTo>
                    <a:pt x="142" y="72"/>
                    <a:pt x="142" y="72"/>
                    <a:pt x="142" y="72"/>
                  </a:cubicBezTo>
                  <a:cubicBezTo>
                    <a:pt x="142" y="110"/>
                    <a:pt x="110" y="142"/>
                    <a:pt x="71" y="142"/>
                  </a:cubicBezTo>
                  <a:cubicBezTo>
                    <a:pt x="71" y="142"/>
                    <a:pt x="71" y="142"/>
                    <a:pt x="71" y="142"/>
                  </a:cubicBezTo>
                  <a:cubicBezTo>
                    <a:pt x="32" y="142"/>
                    <a:pt x="0" y="110"/>
                    <a:pt x="0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5395542" y="4324350"/>
              <a:ext cx="211138" cy="212725"/>
            </a:xfrm>
            <a:custGeom>
              <a:avLst/>
              <a:gdLst>
                <a:gd name="T0" fmla="*/ 0 w 141"/>
                <a:gd name="T1" fmla="*/ 72 h 142"/>
                <a:gd name="T2" fmla="*/ 0 w 141"/>
                <a:gd name="T3" fmla="*/ 70 h 142"/>
                <a:gd name="T4" fmla="*/ 70 w 141"/>
                <a:gd name="T5" fmla="*/ 0 h 142"/>
                <a:gd name="T6" fmla="*/ 70 w 141"/>
                <a:gd name="T7" fmla="*/ 0 h 142"/>
                <a:gd name="T8" fmla="*/ 141 w 141"/>
                <a:gd name="T9" fmla="*/ 70 h 142"/>
                <a:gd name="T10" fmla="*/ 141 w 141"/>
                <a:gd name="T11" fmla="*/ 72 h 142"/>
                <a:gd name="T12" fmla="*/ 70 w 141"/>
                <a:gd name="T13" fmla="*/ 142 h 142"/>
                <a:gd name="T14" fmla="*/ 70 w 141"/>
                <a:gd name="T15" fmla="*/ 142 h 142"/>
                <a:gd name="T16" fmla="*/ 0 w 141"/>
                <a:gd name="T17" fmla="*/ 7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142">
                  <a:moveTo>
                    <a:pt x="0" y="72"/>
                  </a:moveTo>
                  <a:cubicBezTo>
                    <a:pt x="0" y="70"/>
                    <a:pt x="0" y="70"/>
                    <a:pt x="0" y="70"/>
                  </a:cubicBezTo>
                  <a:cubicBezTo>
                    <a:pt x="0" y="32"/>
                    <a:pt x="31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09" y="0"/>
                    <a:pt x="141" y="32"/>
                    <a:pt x="141" y="70"/>
                  </a:cubicBezTo>
                  <a:cubicBezTo>
                    <a:pt x="141" y="72"/>
                    <a:pt x="141" y="72"/>
                    <a:pt x="141" y="72"/>
                  </a:cubicBezTo>
                  <a:cubicBezTo>
                    <a:pt x="141" y="110"/>
                    <a:pt x="109" y="142"/>
                    <a:pt x="70" y="142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31" y="142"/>
                    <a:pt x="0" y="110"/>
                    <a:pt x="0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5809879" y="4324350"/>
              <a:ext cx="211138" cy="212725"/>
            </a:xfrm>
            <a:custGeom>
              <a:avLst/>
              <a:gdLst>
                <a:gd name="T0" fmla="*/ 0 w 141"/>
                <a:gd name="T1" fmla="*/ 72 h 142"/>
                <a:gd name="T2" fmla="*/ 0 w 141"/>
                <a:gd name="T3" fmla="*/ 70 h 142"/>
                <a:gd name="T4" fmla="*/ 70 w 141"/>
                <a:gd name="T5" fmla="*/ 0 h 142"/>
                <a:gd name="T6" fmla="*/ 70 w 141"/>
                <a:gd name="T7" fmla="*/ 0 h 142"/>
                <a:gd name="T8" fmla="*/ 141 w 141"/>
                <a:gd name="T9" fmla="*/ 70 h 142"/>
                <a:gd name="T10" fmla="*/ 141 w 141"/>
                <a:gd name="T11" fmla="*/ 72 h 142"/>
                <a:gd name="T12" fmla="*/ 70 w 141"/>
                <a:gd name="T13" fmla="*/ 142 h 142"/>
                <a:gd name="T14" fmla="*/ 70 w 141"/>
                <a:gd name="T15" fmla="*/ 142 h 142"/>
                <a:gd name="T16" fmla="*/ 0 w 141"/>
                <a:gd name="T17" fmla="*/ 7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142">
                  <a:moveTo>
                    <a:pt x="0" y="72"/>
                  </a:moveTo>
                  <a:cubicBezTo>
                    <a:pt x="0" y="70"/>
                    <a:pt x="0" y="70"/>
                    <a:pt x="0" y="70"/>
                  </a:cubicBezTo>
                  <a:cubicBezTo>
                    <a:pt x="0" y="32"/>
                    <a:pt x="32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09" y="0"/>
                    <a:pt x="141" y="32"/>
                    <a:pt x="141" y="70"/>
                  </a:cubicBezTo>
                  <a:cubicBezTo>
                    <a:pt x="141" y="72"/>
                    <a:pt x="141" y="72"/>
                    <a:pt x="141" y="72"/>
                  </a:cubicBezTo>
                  <a:cubicBezTo>
                    <a:pt x="141" y="110"/>
                    <a:pt x="109" y="142"/>
                    <a:pt x="70" y="142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32" y="142"/>
                    <a:pt x="0" y="110"/>
                    <a:pt x="0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6385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18ED692C-39CB-4AC0-81F6-D21CDD086EE4}"/>
              </a:ext>
            </a:extLst>
          </p:cNvPr>
          <p:cNvSpPr txBox="1"/>
          <p:nvPr userDrawn="1"/>
        </p:nvSpPr>
        <p:spPr bwMode="auto">
          <a:xfrm>
            <a:off x="1594877" y="408780"/>
            <a:ext cx="5038592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41" tIns="49967" rIns="99941" bIns="49967" rtlCol="0">
            <a:spAutoFit/>
          </a:bodyPr>
          <a:lstStyle/>
          <a:p>
            <a:pPr defTabSz="1001223" eaLnBrk="0" fontAlgn="auto" hangingPunct="0"/>
            <a:r>
              <a:rPr lang="zh-CN" altLang="en-US" sz="3499" b="1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rPr>
              <a:t>学习推荐</a:t>
            </a:r>
          </a:p>
        </p:txBody>
      </p:sp>
      <p:sp>
        <p:nvSpPr>
          <p:cNvPr id="5" name="Freeform 9"/>
          <p:cNvSpPr>
            <a:spLocks/>
          </p:cNvSpPr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sp>
        <p:nvSpPr>
          <p:cNvPr id="6" name="Freeform 11"/>
          <p:cNvSpPr>
            <a:spLocks/>
          </p:cNvSpPr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799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515179" y="456929"/>
            <a:ext cx="461783" cy="485190"/>
            <a:chOff x="-779463" y="1835151"/>
            <a:chExt cx="1136650" cy="1193799"/>
          </a:xfrm>
          <a:solidFill>
            <a:schemeClr val="bg1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-727075" y="2262188"/>
              <a:ext cx="1031875" cy="625475"/>
            </a:xfrm>
            <a:custGeom>
              <a:avLst/>
              <a:gdLst>
                <a:gd name="T0" fmla="*/ 946 w 968"/>
                <a:gd name="T1" fmla="*/ 587 h 587"/>
                <a:gd name="T2" fmla="*/ 22 w 968"/>
                <a:gd name="T3" fmla="*/ 587 h 587"/>
                <a:gd name="T4" fmla="*/ 0 w 968"/>
                <a:gd name="T5" fmla="*/ 565 h 587"/>
                <a:gd name="T6" fmla="*/ 0 w 968"/>
                <a:gd name="T7" fmla="*/ 63 h 587"/>
                <a:gd name="T8" fmla="*/ 62 w 968"/>
                <a:gd name="T9" fmla="*/ 0 h 587"/>
                <a:gd name="T10" fmla="*/ 104 w 968"/>
                <a:gd name="T11" fmla="*/ 0 h 587"/>
                <a:gd name="T12" fmla="*/ 126 w 968"/>
                <a:gd name="T13" fmla="*/ 22 h 587"/>
                <a:gd name="T14" fmla="*/ 104 w 968"/>
                <a:gd name="T15" fmla="*/ 43 h 587"/>
                <a:gd name="T16" fmla="*/ 62 w 968"/>
                <a:gd name="T17" fmla="*/ 43 h 587"/>
                <a:gd name="T18" fmla="*/ 43 w 968"/>
                <a:gd name="T19" fmla="*/ 63 h 587"/>
                <a:gd name="T20" fmla="*/ 43 w 968"/>
                <a:gd name="T21" fmla="*/ 544 h 587"/>
                <a:gd name="T22" fmla="*/ 925 w 968"/>
                <a:gd name="T23" fmla="*/ 544 h 587"/>
                <a:gd name="T24" fmla="*/ 925 w 968"/>
                <a:gd name="T25" fmla="*/ 63 h 587"/>
                <a:gd name="T26" fmla="*/ 906 w 968"/>
                <a:gd name="T27" fmla="*/ 43 h 587"/>
                <a:gd name="T28" fmla="*/ 859 w 968"/>
                <a:gd name="T29" fmla="*/ 43 h 587"/>
                <a:gd name="T30" fmla="*/ 837 w 968"/>
                <a:gd name="T31" fmla="*/ 22 h 587"/>
                <a:gd name="T32" fmla="*/ 859 w 968"/>
                <a:gd name="T33" fmla="*/ 0 h 587"/>
                <a:gd name="T34" fmla="*/ 906 w 968"/>
                <a:gd name="T35" fmla="*/ 0 h 587"/>
                <a:gd name="T36" fmla="*/ 968 w 968"/>
                <a:gd name="T37" fmla="*/ 63 h 587"/>
                <a:gd name="T38" fmla="*/ 968 w 968"/>
                <a:gd name="T39" fmla="*/ 565 h 587"/>
                <a:gd name="T40" fmla="*/ 946 w 968"/>
                <a:gd name="T41" fmla="*/ 587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8" h="587">
                  <a:moveTo>
                    <a:pt x="946" y="587"/>
                  </a:moveTo>
                  <a:cubicBezTo>
                    <a:pt x="22" y="587"/>
                    <a:pt x="22" y="587"/>
                    <a:pt x="22" y="587"/>
                  </a:cubicBezTo>
                  <a:cubicBezTo>
                    <a:pt x="10" y="587"/>
                    <a:pt x="0" y="577"/>
                    <a:pt x="0" y="565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8"/>
                    <a:pt x="28" y="0"/>
                    <a:pt x="62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16" y="0"/>
                    <a:pt x="126" y="10"/>
                    <a:pt x="126" y="22"/>
                  </a:cubicBezTo>
                  <a:cubicBezTo>
                    <a:pt x="126" y="34"/>
                    <a:pt x="116" y="43"/>
                    <a:pt x="104" y="43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2" y="43"/>
                    <a:pt x="43" y="52"/>
                    <a:pt x="43" y="63"/>
                  </a:cubicBezTo>
                  <a:cubicBezTo>
                    <a:pt x="43" y="544"/>
                    <a:pt x="43" y="544"/>
                    <a:pt x="43" y="544"/>
                  </a:cubicBezTo>
                  <a:cubicBezTo>
                    <a:pt x="925" y="544"/>
                    <a:pt x="925" y="544"/>
                    <a:pt x="925" y="544"/>
                  </a:cubicBezTo>
                  <a:cubicBezTo>
                    <a:pt x="925" y="63"/>
                    <a:pt x="925" y="63"/>
                    <a:pt x="925" y="63"/>
                  </a:cubicBezTo>
                  <a:cubicBezTo>
                    <a:pt x="925" y="52"/>
                    <a:pt x="916" y="43"/>
                    <a:pt x="906" y="43"/>
                  </a:cubicBezTo>
                  <a:cubicBezTo>
                    <a:pt x="859" y="43"/>
                    <a:pt x="859" y="43"/>
                    <a:pt x="859" y="43"/>
                  </a:cubicBezTo>
                  <a:cubicBezTo>
                    <a:pt x="847" y="43"/>
                    <a:pt x="837" y="34"/>
                    <a:pt x="837" y="22"/>
                  </a:cubicBezTo>
                  <a:cubicBezTo>
                    <a:pt x="837" y="10"/>
                    <a:pt x="847" y="0"/>
                    <a:pt x="859" y="0"/>
                  </a:cubicBezTo>
                  <a:cubicBezTo>
                    <a:pt x="906" y="0"/>
                    <a:pt x="906" y="0"/>
                    <a:pt x="906" y="0"/>
                  </a:cubicBezTo>
                  <a:cubicBezTo>
                    <a:pt x="940" y="0"/>
                    <a:pt x="968" y="28"/>
                    <a:pt x="968" y="63"/>
                  </a:cubicBezTo>
                  <a:cubicBezTo>
                    <a:pt x="968" y="565"/>
                    <a:pt x="968" y="565"/>
                    <a:pt x="968" y="565"/>
                  </a:cubicBezTo>
                  <a:cubicBezTo>
                    <a:pt x="968" y="577"/>
                    <a:pt x="958" y="587"/>
                    <a:pt x="946" y="5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-779463" y="2841625"/>
              <a:ext cx="1136650" cy="187325"/>
            </a:xfrm>
            <a:custGeom>
              <a:avLst/>
              <a:gdLst>
                <a:gd name="T0" fmla="*/ 1024 w 1066"/>
                <a:gd name="T1" fmla="*/ 176 h 176"/>
                <a:gd name="T2" fmla="*/ 42 w 1066"/>
                <a:gd name="T3" fmla="*/ 176 h 176"/>
                <a:gd name="T4" fmla="*/ 0 w 1066"/>
                <a:gd name="T5" fmla="*/ 134 h 176"/>
                <a:gd name="T6" fmla="*/ 0 w 1066"/>
                <a:gd name="T7" fmla="*/ 42 h 176"/>
                <a:gd name="T8" fmla="*/ 42 w 1066"/>
                <a:gd name="T9" fmla="*/ 0 h 176"/>
                <a:gd name="T10" fmla="*/ 1024 w 1066"/>
                <a:gd name="T11" fmla="*/ 0 h 176"/>
                <a:gd name="T12" fmla="*/ 1066 w 1066"/>
                <a:gd name="T13" fmla="*/ 42 h 176"/>
                <a:gd name="T14" fmla="*/ 1066 w 1066"/>
                <a:gd name="T15" fmla="*/ 134 h 176"/>
                <a:gd name="T16" fmla="*/ 1024 w 1066"/>
                <a:gd name="T17" fmla="*/ 176 h 176"/>
                <a:gd name="T18" fmla="*/ 1023 w 1066"/>
                <a:gd name="T19" fmla="*/ 42 h 176"/>
                <a:gd name="T20" fmla="*/ 42 w 1066"/>
                <a:gd name="T21" fmla="*/ 43 h 176"/>
                <a:gd name="T22" fmla="*/ 43 w 1066"/>
                <a:gd name="T23" fmla="*/ 134 h 176"/>
                <a:gd name="T24" fmla="*/ 1023 w 1066"/>
                <a:gd name="T25" fmla="*/ 133 h 176"/>
                <a:gd name="T26" fmla="*/ 1023 w 1066"/>
                <a:gd name="T27" fmla="*/ 4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6" h="176">
                  <a:moveTo>
                    <a:pt x="1024" y="176"/>
                  </a:moveTo>
                  <a:cubicBezTo>
                    <a:pt x="42" y="176"/>
                    <a:pt x="42" y="176"/>
                    <a:pt x="42" y="176"/>
                  </a:cubicBezTo>
                  <a:cubicBezTo>
                    <a:pt x="19" y="176"/>
                    <a:pt x="0" y="157"/>
                    <a:pt x="0" y="134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8"/>
                    <a:pt x="19" y="0"/>
                    <a:pt x="42" y="0"/>
                  </a:cubicBezTo>
                  <a:cubicBezTo>
                    <a:pt x="1024" y="0"/>
                    <a:pt x="1024" y="0"/>
                    <a:pt x="1024" y="0"/>
                  </a:cubicBezTo>
                  <a:cubicBezTo>
                    <a:pt x="1047" y="0"/>
                    <a:pt x="1066" y="18"/>
                    <a:pt x="1066" y="42"/>
                  </a:cubicBezTo>
                  <a:cubicBezTo>
                    <a:pt x="1066" y="134"/>
                    <a:pt x="1066" y="134"/>
                    <a:pt x="1066" y="134"/>
                  </a:cubicBezTo>
                  <a:cubicBezTo>
                    <a:pt x="1066" y="157"/>
                    <a:pt x="1047" y="176"/>
                    <a:pt x="1024" y="176"/>
                  </a:cubicBezTo>
                  <a:close/>
                  <a:moveTo>
                    <a:pt x="1023" y="42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1023" y="133"/>
                    <a:pt x="1023" y="133"/>
                    <a:pt x="1023" y="133"/>
                  </a:cubicBezTo>
                  <a:lnTo>
                    <a:pt x="1023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-303213" y="2911475"/>
              <a:ext cx="184150" cy="46037"/>
            </a:xfrm>
            <a:custGeom>
              <a:avLst/>
              <a:gdLst>
                <a:gd name="T0" fmla="*/ 151 w 172"/>
                <a:gd name="T1" fmla="*/ 43 h 43"/>
                <a:gd name="T2" fmla="*/ 21 w 172"/>
                <a:gd name="T3" fmla="*/ 43 h 43"/>
                <a:gd name="T4" fmla="*/ 0 w 172"/>
                <a:gd name="T5" fmla="*/ 22 h 43"/>
                <a:gd name="T6" fmla="*/ 21 w 172"/>
                <a:gd name="T7" fmla="*/ 0 h 43"/>
                <a:gd name="T8" fmla="*/ 151 w 172"/>
                <a:gd name="T9" fmla="*/ 0 h 43"/>
                <a:gd name="T10" fmla="*/ 172 w 172"/>
                <a:gd name="T11" fmla="*/ 22 h 43"/>
                <a:gd name="T12" fmla="*/ 151 w 172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2" h="43">
                  <a:moveTo>
                    <a:pt x="151" y="43"/>
                  </a:moveTo>
                  <a:cubicBezTo>
                    <a:pt x="21" y="43"/>
                    <a:pt x="21" y="43"/>
                    <a:pt x="21" y="43"/>
                  </a:cubicBezTo>
                  <a:cubicBezTo>
                    <a:pt x="10" y="43"/>
                    <a:pt x="0" y="34"/>
                    <a:pt x="0" y="22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62" y="0"/>
                    <a:pt x="172" y="10"/>
                    <a:pt x="172" y="22"/>
                  </a:cubicBezTo>
                  <a:cubicBezTo>
                    <a:pt x="172" y="34"/>
                    <a:pt x="162" y="43"/>
                    <a:pt x="15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-568325" y="1835151"/>
              <a:ext cx="712788" cy="852487"/>
            </a:xfrm>
            <a:custGeom>
              <a:avLst/>
              <a:gdLst>
                <a:gd name="T0" fmla="*/ 335 w 668"/>
                <a:gd name="T1" fmla="*/ 800 h 800"/>
                <a:gd name="T2" fmla="*/ 316 w 668"/>
                <a:gd name="T3" fmla="*/ 789 h 800"/>
                <a:gd name="T4" fmla="*/ 246 w 668"/>
                <a:gd name="T5" fmla="*/ 662 h 800"/>
                <a:gd name="T6" fmla="*/ 57 w 668"/>
                <a:gd name="T7" fmla="*/ 508 h 800"/>
                <a:gd name="T8" fmla="*/ 49 w 668"/>
                <a:gd name="T9" fmla="*/ 492 h 800"/>
                <a:gd name="T10" fmla="*/ 84 w 668"/>
                <a:gd name="T11" fmla="*/ 168 h 800"/>
                <a:gd name="T12" fmla="*/ 202 w 668"/>
                <a:gd name="T13" fmla="*/ 73 h 800"/>
                <a:gd name="T14" fmla="*/ 621 w 668"/>
                <a:gd name="T15" fmla="*/ 226 h 800"/>
                <a:gd name="T16" fmla="*/ 621 w 668"/>
                <a:gd name="T17" fmla="*/ 226 h 800"/>
                <a:gd name="T18" fmla="*/ 594 w 668"/>
                <a:gd name="T19" fmla="*/ 538 h 800"/>
                <a:gd name="T20" fmla="*/ 468 w 668"/>
                <a:gd name="T21" fmla="*/ 645 h 800"/>
                <a:gd name="T22" fmla="*/ 412 w 668"/>
                <a:gd name="T23" fmla="*/ 665 h 800"/>
                <a:gd name="T24" fmla="*/ 355 w 668"/>
                <a:gd name="T25" fmla="*/ 787 h 800"/>
                <a:gd name="T26" fmla="*/ 336 w 668"/>
                <a:gd name="T27" fmla="*/ 800 h 800"/>
                <a:gd name="T28" fmla="*/ 335 w 668"/>
                <a:gd name="T29" fmla="*/ 800 h 800"/>
                <a:gd name="T30" fmla="*/ 334 w 668"/>
                <a:gd name="T31" fmla="*/ 87 h 800"/>
                <a:gd name="T32" fmla="*/ 220 w 668"/>
                <a:gd name="T33" fmla="*/ 112 h 800"/>
                <a:gd name="T34" fmla="*/ 119 w 668"/>
                <a:gd name="T35" fmla="*/ 194 h 800"/>
                <a:gd name="T36" fmla="*/ 88 w 668"/>
                <a:gd name="T37" fmla="*/ 474 h 800"/>
                <a:gd name="T38" fmla="*/ 95 w 668"/>
                <a:gd name="T39" fmla="*/ 487 h 800"/>
                <a:gd name="T40" fmla="*/ 266 w 668"/>
                <a:gd name="T41" fmla="*/ 622 h 800"/>
                <a:gd name="T42" fmla="*/ 280 w 668"/>
                <a:gd name="T43" fmla="*/ 633 h 800"/>
                <a:gd name="T44" fmla="*/ 333 w 668"/>
                <a:gd name="T45" fmla="*/ 731 h 800"/>
                <a:gd name="T46" fmla="*/ 377 w 668"/>
                <a:gd name="T47" fmla="*/ 637 h 800"/>
                <a:gd name="T48" fmla="*/ 392 w 668"/>
                <a:gd name="T49" fmla="*/ 625 h 800"/>
                <a:gd name="T50" fmla="*/ 450 w 668"/>
                <a:gd name="T51" fmla="*/ 606 h 800"/>
                <a:gd name="T52" fmla="*/ 559 w 668"/>
                <a:gd name="T53" fmla="*/ 514 h 800"/>
                <a:gd name="T54" fmla="*/ 582 w 668"/>
                <a:gd name="T55" fmla="*/ 244 h 800"/>
                <a:gd name="T56" fmla="*/ 582 w 668"/>
                <a:gd name="T57" fmla="*/ 244 h 800"/>
                <a:gd name="T58" fmla="*/ 334 w 668"/>
                <a:gd name="T59" fmla="*/ 87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68" h="800">
                  <a:moveTo>
                    <a:pt x="335" y="800"/>
                  </a:moveTo>
                  <a:cubicBezTo>
                    <a:pt x="327" y="800"/>
                    <a:pt x="320" y="796"/>
                    <a:pt x="316" y="789"/>
                  </a:cubicBezTo>
                  <a:cubicBezTo>
                    <a:pt x="246" y="662"/>
                    <a:pt x="246" y="662"/>
                    <a:pt x="246" y="662"/>
                  </a:cubicBezTo>
                  <a:cubicBezTo>
                    <a:pt x="165" y="638"/>
                    <a:pt x="97" y="582"/>
                    <a:pt x="57" y="508"/>
                  </a:cubicBezTo>
                  <a:cubicBezTo>
                    <a:pt x="54" y="502"/>
                    <a:pt x="52" y="497"/>
                    <a:pt x="49" y="492"/>
                  </a:cubicBezTo>
                  <a:cubicBezTo>
                    <a:pt x="0" y="385"/>
                    <a:pt x="13" y="261"/>
                    <a:pt x="84" y="168"/>
                  </a:cubicBezTo>
                  <a:cubicBezTo>
                    <a:pt x="115" y="127"/>
                    <a:pt x="155" y="95"/>
                    <a:pt x="202" y="73"/>
                  </a:cubicBezTo>
                  <a:cubicBezTo>
                    <a:pt x="360" y="0"/>
                    <a:pt x="548" y="69"/>
                    <a:pt x="621" y="226"/>
                  </a:cubicBezTo>
                  <a:cubicBezTo>
                    <a:pt x="621" y="226"/>
                    <a:pt x="621" y="226"/>
                    <a:pt x="621" y="226"/>
                  </a:cubicBezTo>
                  <a:cubicBezTo>
                    <a:pt x="668" y="327"/>
                    <a:pt x="658" y="447"/>
                    <a:pt x="594" y="538"/>
                  </a:cubicBezTo>
                  <a:cubicBezTo>
                    <a:pt x="563" y="584"/>
                    <a:pt x="519" y="621"/>
                    <a:pt x="468" y="645"/>
                  </a:cubicBezTo>
                  <a:cubicBezTo>
                    <a:pt x="450" y="653"/>
                    <a:pt x="431" y="660"/>
                    <a:pt x="412" y="665"/>
                  </a:cubicBezTo>
                  <a:cubicBezTo>
                    <a:pt x="355" y="787"/>
                    <a:pt x="355" y="787"/>
                    <a:pt x="355" y="787"/>
                  </a:cubicBezTo>
                  <a:cubicBezTo>
                    <a:pt x="351" y="795"/>
                    <a:pt x="344" y="800"/>
                    <a:pt x="336" y="800"/>
                  </a:cubicBezTo>
                  <a:cubicBezTo>
                    <a:pt x="335" y="800"/>
                    <a:pt x="335" y="800"/>
                    <a:pt x="335" y="800"/>
                  </a:cubicBezTo>
                  <a:close/>
                  <a:moveTo>
                    <a:pt x="334" y="87"/>
                  </a:moveTo>
                  <a:cubicBezTo>
                    <a:pt x="296" y="87"/>
                    <a:pt x="257" y="95"/>
                    <a:pt x="220" y="112"/>
                  </a:cubicBezTo>
                  <a:cubicBezTo>
                    <a:pt x="180" y="131"/>
                    <a:pt x="145" y="159"/>
                    <a:pt x="119" y="194"/>
                  </a:cubicBezTo>
                  <a:cubicBezTo>
                    <a:pt x="57" y="275"/>
                    <a:pt x="45" y="382"/>
                    <a:pt x="88" y="474"/>
                  </a:cubicBezTo>
                  <a:cubicBezTo>
                    <a:pt x="90" y="478"/>
                    <a:pt x="92" y="483"/>
                    <a:pt x="95" y="487"/>
                  </a:cubicBezTo>
                  <a:cubicBezTo>
                    <a:pt x="130" y="554"/>
                    <a:pt x="193" y="603"/>
                    <a:pt x="266" y="622"/>
                  </a:cubicBezTo>
                  <a:cubicBezTo>
                    <a:pt x="272" y="624"/>
                    <a:pt x="277" y="628"/>
                    <a:pt x="280" y="633"/>
                  </a:cubicBezTo>
                  <a:cubicBezTo>
                    <a:pt x="333" y="731"/>
                    <a:pt x="333" y="731"/>
                    <a:pt x="333" y="731"/>
                  </a:cubicBezTo>
                  <a:cubicBezTo>
                    <a:pt x="377" y="637"/>
                    <a:pt x="377" y="637"/>
                    <a:pt x="377" y="637"/>
                  </a:cubicBezTo>
                  <a:cubicBezTo>
                    <a:pt x="380" y="631"/>
                    <a:pt x="386" y="626"/>
                    <a:pt x="392" y="625"/>
                  </a:cubicBezTo>
                  <a:cubicBezTo>
                    <a:pt x="413" y="621"/>
                    <a:pt x="432" y="614"/>
                    <a:pt x="450" y="606"/>
                  </a:cubicBezTo>
                  <a:cubicBezTo>
                    <a:pt x="494" y="585"/>
                    <a:pt x="532" y="554"/>
                    <a:pt x="559" y="514"/>
                  </a:cubicBezTo>
                  <a:cubicBezTo>
                    <a:pt x="613" y="435"/>
                    <a:pt x="622" y="331"/>
                    <a:pt x="582" y="244"/>
                  </a:cubicBezTo>
                  <a:cubicBezTo>
                    <a:pt x="582" y="244"/>
                    <a:pt x="582" y="244"/>
                    <a:pt x="582" y="244"/>
                  </a:cubicBezTo>
                  <a:cubicBezTo>
                    <a:pt x="536" y="145"/>
                    <a:pt x="437" y="87"/>
                    <a:pt x="334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-354013" y="2181225"/>
              <a:ext cx="280988" cy="187325"/>
            </a:xfrm>
            <a:custGeom>
              <a:avLst/>
              <a:gdLst>
                <a:gd name="T0" fmla="*/ 140 w 263"/>
                <a:gd name="T1" fmla="*/ 177 h 177"/>
                <a:gd name="T2" fmla="*/ 130 w 263"/>
                <a:gd name="T3" fmla="*/ 177 h 177"/>
                <a:gd name="T4" fmla="*/ 2 w 263"/>
                <a:gd name="T5" fmla="*/ 115 h 177"/>
                <a:gd name="T6" fmla="*/ 3 w 263"/>
                <a:gd name="T7" fmla="*/ 21 h 177"/>
                <a:gd name="T8" fmla="*/ 25 w 263"/>
                <a:gd name="T9" fmla="*/ 0 h 177"/>
                <a:gd name="T10" fmla="*/ 46 w 263"/>
                <a:gd name="T11" fmla="*/ 21 h 177"/>
                <a:gd name="T12" fmla="*/ 45 w 263"/>
                <a:gd name="T13" fmla="*/ 113 h 177"/>
                <a:gd name="T14" fmla="*/ 131 w 263"/>
                <a:gd name="T15" fmla="*/ 134 h 177"/>
                <a:gd name="T16" fmla="*/ 218 w 263"/>
                <a:gd name="T17" fmla="*/ 119 h 177"/>
                <a:gd name="T18" fmla="*/ 220 w 263"/>
                <a:gd name="T19" fmla="*/ 27 h 177"/>
                <a:gd name="T20" fmla="*/ 242 w 263"/>
                <a:gd name="T21" fmla="*/ 6 h 177"/>
                <a:gd name="T22" fmla="*/ 263 w 263"/>
                <a:gd name="T23" fmla="*/ 28 h 177"/>
                <a:gd name="T24" fmla="*/ 261 w 263"/>
                <a:gd name="T25" fmla="*/ 122 h 177"/>
                <a:gd name="T26" fmla="*/ 214 w 263"/>
                <a:gd name="T27" fmla="*/ 168 h 177"/>
                <a:gd name="T28" fmla="*/ 140 w 263"/>
                <a:gd name="T29" fmla="*/ 177 h 177"/>
                <a:gd name="T30" fmla="*/ 45 w 263"/>
                <a:gd name="T31" fmla="*/ 116 h 177"/>
                <a:gd name="T32" fmla="*/ 45 w 263"/>
                <a:gd name="T33" fmla="*/ 116 h 177"/>
                <a:gd name="T34" fmla="*/ 45 w 263"/>
                <a:gd name="T35" fmla="*/ 116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3" h="177">
                  <a:moveTo>
                    <a:pt x="140" y="177"/>
                  </a:moveTo>
                  <a:cubicBezTo>
                    <a:pt x="137" y="177"/>
                    <a:pt x="133" y="177"/>
                    <a:pt x="130" y="177"/>
                  </a:cubicBezTo>
                  <a:cubicBezTo>
                    <a:pt x="65" y="175"/>
                    <a:pt x="0" y="155"/>
                    <a:pt x="2" y="115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9"/>
                    <a:pt x="14" y="0"/>
                    <a:pt x="25" y="0"/>
                  </a:cubicBezTo>
                  <a:cubicBezTo>
                    <a:pt x="37" y="0"/>
                    <a:pt x="47" y="10"/>
                    <a:pt x="46" y="21"/>
                  </a:cubicBezTo>
                  <a:cubicBezTo>
                    <a:pt x="45" y="113"/>
                    <a:pt x="45" y="113"/>
                    <a:pt x="45" y="113"/>
                  </a:cubicBezTo>
                  <a:cubicBezTo>
                    <a:pt x="51" y="120"/>
                    <a:pt x="82" y="133"/>
                    <a:pt x="131" y="134"/>
                  </a:cubicBezTo>
                  <a:cubicBezTo>
                    <a:pt x="180" y="136"/>
                    <a:pt x="211" y="125"/>
                    <a:pt x="218" y="119"/>
                  </a:cubicBezTo>
                  <a:cubicBezTo>
                    <a:pt x="220" y="27"/>
                    <a:pt x="220" y="27"/>
                    <a:pt x="220" y="27"/>
                  </a:cubicBezTo>
                  <a:cubicBezTo>
                    <a:pt x="220" y="15"/>
                    <a:pt x="231" y="5"/>
                    <a:pt x="242" y="6"/>
                  </a:cubicBezTo>
                  <a:cubicBezTo>
                    <a:pt x="254" y="6"/>
                    <a:pt x="263" y="16"/>
                    <a:pt x="263" y="28"/>
                  </a:cubicBezTo>
                  <a:cubicBezTo>
                    <a:pt x="261" y="122"/>
                    <a:pt x="261" y="122"/>
                    <a:pt x="261" y="122"/>
                  </a:cubicBezTo>
                  <a:cubicBezTo>
                    <a:pt x="261" y="136"/>
                    <a:pt x="252" y="156"/>
                    <a:pt x="214" y="168"/>
                  </a:cubicBezTo>
                  <a:cubicBezTo>
                    <a:pt x="193" y="174"/>
                    <a:pt x="167" y="177"/>
                    <a:pt x="140" y="177"/>
                  </a:cubicBezTo>
                  <a:close/>
                  <a:moveTo>
                    <a:pt x="45" y="116"/>
                  </a:moveTo>
                  <a:cubicBezTo>
                    <a:pt x="45" y="116"/>
                    <a:pt x="45" y="116"/>
                    <a:pt x="45" y="116"/>
                  </a:cubicBezTo>
                  <a:cubicBezTo>
                    <a:pt x="45" y="116"/>
                    <a:pt x="45" y="116"/>
                    <a:pt x="45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-420688" y="2066925"/>
              <a:ext cx="419100" cy="209550"/>
            </a:xfrm>
            <a:custGeom>
              <a:avLst/>
              <a:gdLst>
                <a:gd name="T0" fmla="*/ 195 w 394"/>
                <a:gd name="T1" fmla="*/ 197 h 197"/>
                <a:gd name="T2" fmla="*/ 186 w 394"/>
                <a:gd name="T3" fmla="*/ 195 h 197"/>
                <a:gd name="T4" fmla="*/ 13 w 394"/>
                <a:gd name="T5" fmla="*/ 117 h 197"/>
                <a:gd name="T6" fmla="*/ 0 w 394"/>
                <a:gd name="T7" fmla="*/ 97 h 197"/>
                <a:gd name="T8" fmla="*/ 14 w 394"/>
                <a:gd name="T9" fmla="*/ 77 h 197"/>
                <a:gd name="T10" fmla="*/ 191 w 394"/>
                <a:gd name="T11" fmla="*/ 2 h 197"/>
                <a:gd name="T12" fmla="*/ 209 w 394"/>
                <a:gd name="T13" fmla="*/ 3 h 197"/>
                <a:gd name="T14" fmla="*/ 382 w 394"/>
                <a:gd name="T15" fmla="*/ 88 h 197"/>
                <a:gd name="T16" fmla="*/ 394 w 394"/>
                <a:gd name="T17" fmla="*/ 108 h 197"/>
                <a:gd name="T18" fmla="*/ 380 w 394"/>
                <a:gd name="T19" fmla="*/ 128 h 197"/>
                <a:gd name="T20" fmla="*/ 203 w 394"/>
                <a:gd name="T21" fmla="*/ 195 h 197"/>
                <a:gd name="T22" fmla="*/ 195 w 394"/>
                <a:gd name="T23" fmla="*/ 197 h 197"/>
                <a:gd name="T24" fmla="*/ 76 w 394"/>
                <a:gd name="T25" fmla="*/ 98 h 197"/>
                <a:gd name="T26" fmla="*/ 196 w 394"/>
                <a:gd name="T27" fmla="*/ 152 h 197"/>
                <a:gd name="T28" fmla="*/ 318 w 394"/>
                <a:gd name="T29" fmla="*/ 105 h 197"/>
                <a:gd name="T30" fmla="*/ 199 w 394"/>
                <a:gd name="T31" fmla="*/ 46 h 197"/>
                <a:gd name="T32" fmla="*/ 76 w 394"/>
                <a:gd name="T33" fmla="*/ 9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197">
                  <a:moveTo>
                    <a:pt x="195" y="197"/>
                  </a:moveTo>
                  <a:cubicBezTo>
                    <a:pt x="192" y="197"/>
                    <a:pt x="189" y="196"/>
                    <a:pt x="186" y="195"/>
                  </a:cubicBezTo>
                  <a:cubicBezTo>
                    <a:pt x="13" y="117"/>
                    <a:pt x="13" y="117"/>
                    <a:pt x="13" y="117"/>
                  </a:cubicBezTo>
                  <a:cubicBezTo>
                    <a:pt x="5" y="113"/>
                    <a:pt x="0" y="105"/>
                    <a:pt x="0" y="97"/>
                  </a:cubicBezTo>
                  <a:cubicBezTo>
                    <a:pt x="1" y="88"/>
                    <a:pt x="6" y="80"/>
                    <a:pt x="14" y="77"/>
                  </a:cubicBezTo>
                  <a:cubicBezTo>
                    <a:pt x="191" y="2"/>
                    <a:pt x="191" y="2"/>
                    <a:pt x="191" y="2"/>
                  </a:cubicBezTo>
                  <a:cubicBezTo>
                    <a:pt x="197" y="0"/>
                    <a:pt x="203" y="0"/>
                    <a:pt x="209" y="3"/>
                  </a:cubicBezTo>
                  <a:cubicBezTo>
                    <a:pt x="382" y="88"/>
                    <a:pt x="382" y="88"/>
                    <a:pt x="382" y="88"/>
                  </a:cubicBezTo>
                  <a:cubicBezTo>
                    <a:pt x="389" y="92"/>
                    <a:pt x="394" y="100"/>
                    <a:pt x="394" y="108"/>
                  </a:cubicBezTo>
                  <a:cubicBezTo>
                    <a:pt x="393" y="117"/>
                    <a:pt x="388" y="124"/>
                    <a:pt x="380" y="128"/>
                  </a:cubicBezTo>
                  <a:cubicBezTo>
                    <a:pt x="203" y="195"/>
                    <a:pt x="203" y="195"/>
                    <a:pt x="203" y="195"/>
                  </a:cubicBezTo>
                  <a:cubicBezTo>
                    <a:pt x="200" y="196"/>
                    <a:pt x="197" y="197"/>
                    <a:pt x="195" y="197"/>
                  </a:cubicBezTo>
                  <a:close/>
                  <a:moveTo>
                    <a:pt x="76" y="98"/>
                  </a:moveTo>
                  <a:cubicBezTo>
                    <a:pt x="196" y="152"/>
                    <a:pt x="196" y="152"/>
                    <a:pt x="196" y="152"/>
                  </a:cubicBezTo>
                  <a:cubicBezTo>
                    <a:pt x="318" y="105"/>
                    <a:pt x="318" y="105"/>
                    <a:pt x="318" y="105"/>
                  </a:cubicBezTo>
                  <a:cubicBezTo>
                    <a:pt x="199" y="46"/>
                    <a:pt x="199" y="46"/>
                    <a:pt x="199" y="46"/>
                  </a:cubicBezTo>
                  <a:lnTo>
                    <a:pt x="76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0191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#谢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:\201207257配图\培训\shutterstock_242224906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896" b="10658"/>
          <a:stretch/>
        </p:blipFill>
        <p:spPr bwMode="auto">
          <a:xfrm>
            <a:off x="1549" y="0"/>
            <a:ext cx="121889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 userDrawn="1"/>
        </p:nvSpPr>
        <p:spPr bwMode="auto">
          <a:xfrm>
            <a:off x="2380" y="0"/>
            <a:ext cx="12187239" cy="6858000"/>
          </a:xfrm>
          <a:prstGeom prst="rect">
            <a:avLst/>
          </a:prstGeom>
          <a:solidFill>
            <a:srgbClr val="003C78">
              <a:alpha val="4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4" tIns="45702" rIns="91404" bIns="45702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034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</a:endParaRP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4148952" y="2637135"/>
            <a:ext cx="3894096" cy="1598831"/>
            <a:chOff x="4302972" y="2345035"/>
            <a:chExt cx="3895617" cy="1598831"/>
          </a:xfrm>
        </p:grpSpPr>
        <p:sp>
          <p:nvSpPr>
            <p:cNvPr id="14" name="矩形 13"/>
            <p:cNvSpPr/>
            <p:nvPr userDrawn="1"/>
          </p:nvSpPr>
          <p:spPr>
            <a:xfrm>
              <a:off x="5357748" y="2345035"/>
              <a:ext cx="178606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5398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谢 谢</a:t>
              </a:r>
              <a:endParaRPr lang="en-US" altLang="zh-CN" sz="5398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4302972" y="3297535"/>
              <a:ext cx="3895617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3599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www.huawei.com</a:t>
              </a:r>
              <a:endParaRPr lang="zh-CN" altLang="en-US" sz="3599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36882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6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 noChangeArrowheads="1"/>
          </p:cNvSpPr>
          <p:nvPr>
            <p:ph type="title"/>
          </p:nvPr>
        </p:nvSpPr>
        <p:spPr bwMode="auto">
          <a:xfrm>
            <a:off x="869611" y="260649"/>
            <a:ext cx="10323183" cy="86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28" tIns="40064" rIns="80128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221" y="1248074"/>
            <a:ext cx="11279865" cy="419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69">
            <a:extLst>
              <a:ext uri="{FF2B5EF4-FFF2-40B4-BE49-F238E27FC236}">
                <a16:creationId xmlns:a16="http://schemas.microsoft.com/office/drawing/2014/main" id="{6ED2DBAA-9261-44D2-836C-78E5FB250B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5280" y="6500581"/>
            <a:ext cx="658440" cy="2655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70" tIns="40036" rIns="80070" bIns="40036">
            <a:spAutoFit/>
          </a:bodyPr>
          <a:lstStyle/>
          <a:p>
            <a:pPr defTabSz="801347" eaLnBrk="0" fontAlgn="base" hangingPunct="0">
              <a:defRPr/>
            </a:pPr>
            <a:r>
              <a:rPr lang="zh-CN" altLang="en-US" sz="1200" baseline="0" dirty="0">
                <a:latin typeface="+mn-lt"/>
                <a:ea typeface="+mn-ea"/>
                <a:cs typeface="Arial" pitchFamily="34" charset="0"/>
              </a:rPr>
              <a:t>第</a:t>
            </a:r>
            <a:fld id="{2F2CF7F5-F178-4429-B6CA-28062DF31937}" type="slidenum">
              <a:rPr lang="en-US" altLang="zh-CN" sz="1200" smtClean="0">
                <a:latin typeface="+mn-lt"/>
                <a:ea typeface="+mn-ea"/>
                <a:cs typeface="Arial" pitchFamily="34" charset="0"/>
              </a:rPr>
              <a:pPr defTabSz="801347" eaLnBrk="0" fontAlgn="base" hangingPunct="0">
                <a:defRPr/>
              </a:pPr>
              <a:t>‹#›</a:t>
            </a:fld>
            <a:r>
              <a:rPr lang="zh-CN" altLang="en-US" sz="1200" dirty="0">
                <a:latin typeface="+mn-lt"/>
                <a:ea typeface="+mn-ea"/>
                <a:cs typeface="Arial" pitchFamily="34" charset="0"/>
              </a:rPr>
              <a:t>页</a:t>
            </a:r>
            <a:endParaRPr lang="en-US" altLang="zh-CN" sz="1200" dirty="0">
              <a:latin typeface="+mn-lt"/>
              <a:ea typeface="+mn-ea"/>
              <a:cs typeface="Arial" pitchFamily="34" charset="0"/>
            </a:endParaRP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2078FA11-5569-4994-AEB7-1AF5CAC76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7058" y="6500581"/>
            <a:ext cx="2572620" cy="2655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70" tIns="40036" rIns="80070" bIns="40036">
            <a:spAutoFit/>
          </a:bodyPr>
          <a:lstStyle/>
          <a:p>
            <a:pPr defTabSz="801347" eaLnBrk="0" fontAlgn="base" hangingPunct="0">
              <a:defRPr/>
            </a:pPr>
            <a:r>
              <a:rPr lang="zh-CN" altLang="en-US" sz="1200" baseline="0" dirty="0">
                <a:latin typeface="+mn-lt"/>
                <a:ea typeface="+mn-ea"/>
                <a:cs typeface="Arial" panose="020B0604020202020204" pitchFamily="34" charset="0"/>
              </a:rPr>
              <a:t>版权所有</a:t>
            </a:r>
            <a:r>
              <a:rPr lang="en-US" altLang="zh-CN" sz="1200" baseline="0">
                <a:latin typeface="+mn-lt"/>
                <a:ea typeface="+mn-ea"/>
                <a:cs typeface="Arial" panose="020B0604020202020204" pitchFamily="34" charset="0"/>
              </a:rPr>
              <a:t>© 2020 </a:t>
            </a:r>
            <a:r>
              <a:rPr lang="zh-CN" altLang="en-US" sz="1200" baseline="0" dirty="0">
                <a:latin typeface="+mn-lt"/>
                <a:ea typeface="+mn-ea"/>
                <a:cs typeface="Arial" panose="020B0604020202020204" pitchFamily="34" charset="0"/>
              </a:rPr>
              <a:t>华为技术有限公司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660" y="6504032"/>
            <a:ext cx="1248712" cy="273343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32AEB80E-D574-4C1A-9EB9-3369A2BB96C5}"/>
              </a:ext>
            </a:extLst>
          </p:cNvPr>
          <p:cNvSpPr/>
          <p:nvPr userDrawn="1"/>
        </p:nvSpPr>
        <p:spPr>
          <a:xfrm>
            <a:off x="12246898" y="3916624"/>
            <a:ext cx="919908" cy="288726"/>
          </a:xfrm>
          <a:prstGeom prst="rect">
            <a:avLst/>
          </a:prstGeom>
          <a:solidFill>
            <a:srgbClr val="00B0F0"/>
          </a:solidFill>
        </p:spPr>
        <p:txBody>
          <a:bodyPr wrap="none" rtlCol="0" anchor="ctr">
            <a:noAutofit/>
          </a:bodyPr>
          <a:lstStyle/>
          <a:p>
            <a:pPr marL="342763" indent="-342763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4F5345-F49B-42D0-B35C-CA4FB19A3DA6}"/>
              </a:ext>
            </a:extLst>
          </p:cNvPr>
          <p:cNvSpPr/>
          <p:nvPr userDrawn="1"/>
        </p:nvSpPr>
        <p:spPr>
          <a:xfrm>
            <a:off x="12246898" y="4205452"/>
            <a:ext cx="919908" cy="288000"/>
          </a:xfrm>
          <a:prstGeom prst="rect">
            <a:avLst/>
          </a:prstGeom>
          <a:solidFill>
            <a:srgbClr val="99DFF9"/>
          </a:solidFill>
        </p:spPr>
        <p:txBody>
          <a:bodyPr wrap="none" rtlCol="0" anchor="ctr">
            <a:noAutofit/>
          </a:bodyPr>
          <a:lstStyle/>
          <a:p>
            <a:pPr marL="342763" indent="-342763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62EB75-581F-4CD2-92A6-87BDFE3BDBC3}"/>
              </a:ext>
            </a:extLst>
          </p:cNvPr>
          <p:cNvSpPr/>
          <p:nvPr userDrawn="1"/>
        </p:nvSpPr>
        <p:spPr>
          <a:xfrm>
            <a:off x="12246898" y="4493554"/>
            <a:ext cx="919908" cy="288000"/>
          </a:xfrm>
          <a:prstGeom prst="rect">
            <a:avLst/>
          </a:prstGeom>
          <a:solidFill>
            <a:srgbClr val="D9D9D9"/>
          </a:solidFill>
        </p:spPr>
        <p:txBody>
          <a:bodyPr wrap="none" rtlCol="0" anchor="ctr">
            <a:noAutofit/>
          </a:bodyPr>
          <a:lstStyle/>
          <a:p>
            <a:pPr marL="342763" indent="-342763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47DE7E3-EC9F-4331-B252-7BCE51B7F0DA}"/>
              </a:ext>
            </a:extLst>
          </p:cNvPr>
          <p:cNvSpPr/>
          <p:nvPr userDrawn="1"/>
        </p:nvSpPr>
        <p:spPr>
          <a:xfrm>
            <a:off x="12246898" y="4781656"/>
            <a:ext cx="919908" cy="288000"/>
          </a:xfrm>
          <a:prstGeom prst="rect">
            <a:avLst/>
          </a:prstGeom>
          <a:solidFill>
            <a:schemeClr val="accent2">
              <a:lumMod val="100000"/>
            </a:schemeClr>
          </a:solidFill>
        </p:spPr>
        <p:txBody>
          <a:bodyPr wrap="none" rtlCol="0" anchor="ctr">
            <a:noAutofit/>
          </a:bodyPr>
          <a:lstStyle/>
          <a:p>
            <a:pPr marL="342763" indent="-342763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E210CD8-3823-4C2E-B3EA-E42C40CFB29F}"/>
              </a:ext>
            </a:extLst>
          </p:cNvPr>
          <p:cNvSpPr/>
          <p:nvPr userDrawn="1"/>
        </p:nvSpPr>
        <p:spPr>
          <a:xfrm>
            <a:off x="12246898" y="5069758"/>
            <a:ext cx="919908" cy="288000"/>
          </a:xfrm>
          <a:prstGeom prst="rect">
            <a:avLst/>
          </a:prstGeom>
          <a:solidFill>
            <a:srgbClr val="F4FBFE"/>
          </a:solidFill>
        </p:spPr>
        <p:txBody>
          <a:bodyPr wrap="none" rtlCol="0" anchor="ctr">
            <a:noAutofit/>
          </a:bodyPr>
          <a:lstStyle/>
          <a:p>
            <a:pPr marL="342763" indent="-342763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A3A11A-AB61-497E-B3AE-12E999A6BBBA}"/>
              </a:ext>
            </a:extLst>
          </p:cNvPr>
          <p:cNvSpPr txBox="1"/>
          <p:nvPr userDrawn="1"/>
        </p:nvSpPr>
        <p:spPr bwMode="auto">
          <a:xfrm>
            <a:off x="12162529" y="3947408"/>
            <a:ext cx="1088651" cy="22715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768" tIns="43884" rIns="87768" bIns="43884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auto"/>
            <a:r>
              <a:rPr lang="zh-CN" altLang="en-US" sz="900" dirty="0">
                <a:solidFill>
                  <a:schemeClr val="bg1"/>
                </a:solidFill>
                <a:latin typeface="+mn-lt"/>
                <a:ea typeface="+mn-ea"/>
              </a:rPr>
              <a:t>表格表头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F824ACE-31EE-452D-A81D-32E189AFE158}"/>
              </a:ext>
            </a:extLst>
          </p:cNvPr>
          <p:cNvSpPr txBox="1"/>
          <p:nvPr userDrawn="1"/>
        </p:nvSpPr>
        <p:spPr bwMode="auto">
          <a:xfrm>
            <a:off x="12249538" y="4235890"/>
            <a:ext cx="914633" cy="227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768" tIns="43884" rIns="87768" bIns="43884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auto"/>
            <a:r>
              <a:rPr lang="zh-CN" altLang="en-US" sz="900" dirty="0">
                <a:latin typeface="+mn-lt"/>
                <a:ea typeface="+mn-ea"/>
              </a:rPr>
              <a:t>表格</a:t>
            </a:r>
            <a:r>
              <a:rPr lang="en-US" altLang="zh-CN" sz="900" dirty="0">
                <a:latin typeface="+mn-lt"/>
                <a:ea typeface="+mn-ea"/>
              </a:rPr>
              <a:t>/</a:t>
            </a:r>
            <a:r>
              <a:rPr lang="zh-CN" altLang="en-US" sz="900" dirty="0">
                <a:latin typeface="+mn-lt"/>
                <a:ea typeface="+mn-ea"/>
              </a:rPr>
              <a:t>文字边框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399143C-FDAD-45F1-BC44-030BD92ABA98}"/>
              </a:ext>
            </a:extLst>
          </p:cNvPr>
          <p:cNvSpPr txBox="1"/>
          <p:nvPr userDrawn="1"/>
        </p:nvSpPr>
        <p:spPr bwMode="auto">
          <a:xfrm>
            <a:off x="12162526" y="4523977"/>
            <a:ext cx="1088651" cy="22715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768" tIns="43884" rIns="87768" bIns="43884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auto"/>
            <a:r>
              <a:rPr lang="zh-CN" altLang="en-US" sz="900" dirty="0">
                <a:latin typeface="+mn-lt"/>
                <a:ea typeface="+mn-ea"/>
              </a:rPr>
              <a:t>导航灰底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08D80BD-0AC4-4D30-BDF8-F241047905A7}"/>
              </a:ext>
            </a:extLst>
          </p:cNvPr>
          <p:cNvSpPr txBox="1"/>
          <p:nvPr userDrawn="1"/>
        </p:nvSpPr>
        <p:spPr bwMode="auto">
          <a:xfrm>
            <a:off x="12457445" y="4812094"/>
            <a:ext cx="498816" cy="227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768" tIns="43884" rIns="87768" bIns="43884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auto"/>
            <a:r>
              <a:rPr lang="zh-CN" altLang="en-US" sz="900" dirty="0">
                <a:solidFill>
                  <a:schemeClr val="bg1"/>
                </a:solidFill>
                <a:latin typeface="+mn-lt"/>
                <a:ea typeface="+mn-ea"/>
              </a:rPr>
              <a:t>红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CBC549-23CA-4012-B493-FF768D1829F1}"/>
              </a:ext>
            </a:extLst>
          </p:cNvPr>
          <p:cNvSpPr txBox="1"/>
          <p:nvPr userDrawn="1"/>
        </p:nvSpPr>
        <p:spPr bwMode="auto">
          <a:xfrm>
            <a:off x="12249538" y="5100196"/>
            <a:ext cx="914633" cy="227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768" tIns="43884" rIns="87768" bIns="43884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auto"/>
            <a:r>
              <a:rPr lang="zh-CN" altLang="en-US" sz="900" dirty="0">
                <a:latin typeface="+mn-lt"/>
                <a:ea typeface="+mn-ea"/>
              </a:rPr>
              <a:t>表格</a:t>
            </a:r>
            <a:r>
              <a:rPr lang="en-US" altLang="zh-CN" sz="900" dirty="0">
                <a:latin typeface="+mn-lt"/>
                <a:ea typeface="+mn-ea"/>
              </a:rPr>
              <a:t>/</a:t>
            </a:r>
            <a:r>
              <a:rPr lang="zh-CN" altLang="en-US" sz="900" dirty="0">
                <a:latin typeface="+mn-lt"/>
                <a:ea typeface="+mn-ea"/>
              </a:rPr>
              <a:t>文字底色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E210CD8-3823-4C2E-B3EA-E42C40CFB29F}"/>
              </a:ext>
            </a:extLst>
          </p:cNvPr>
          <p:cNvSpPr/>
          <p:nvPr userDrawn="1"/>
        </p:nvSpPr>
        <p:spPr>
          <a:xfrm>
            <a:off x="12246898" y="5485453"/>
            <a:ext cx="461833" cy="288000"/>
          </a:xfrm>
          <a:prstGeom prst="rect">
            <a:avLst/>
          </a:prstGeom>
          <a:solidFill>
            <a:srgbClr val="FFF2CC"/>
          </a:solidFill>
        </p:spPr>
        <p:txBody>
          <a:bodyPr wrap="none" rtlCol="0" anchor="ctr">
            <a:noAutofit/>
          </a:bodyPr>
          <a:lstStyle/>
          <a:p>
            <a:pPr marL="342763" indent="-342763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E210CD8-3823-4C2E-B3EA-E42C40CFB29F}"/>
              </a:ext>
            </a:extLst>
          </p:cNvPr>
          <p:cNvSpPr/>
          <p:nvPr userDrawn="1"/>
        </p:nvSpPr>
        <p:spPr>
          <a:xfrm>
            <a:off x="12708730" y="5485453"/>
            <a:ext cx="458075" cy="288000"/>
          </a:xfrm>
          <a:prstGeom prst="rect">
            <a:avLst/>
          </a:prstGeom>
          <a:solidFill>
            <a:srgbClr val="FFD17D"/>
          </a:solidFill>
        </p:spPr>
        <p:txBody>
          <a:bodyPr wrap="none" rtlCol="0" anchor="ctr">
            <a:noAutofit/>
          </a:bodyPr>
          <a:lstStyle/>
          <a:p>
            <a:pPr marL="342763" indent="-342763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9CBC549-23CA-4012-B493-FF768D1829F1}"/>
              </a:ext>
            </a:extLst>
          </p:cNvPr>
          <p:cNvSpPr txBox="1"/>
          <p:nvPr userDrawn="1"/>
        </p:nvSpPr>
        <p:spPr bwMode="auto">
          <a:xfrm>
            <a:off x="12502813" y="5515891"/>
            <a:ext cx="408083" cy="227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768" tIns="43884" rIns="87768" bIns="43884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auto"/>
            <a:r>
              <a:rPr lang="zh-CN" altLang="en-US" sz="900" dirty="0">
                <a:latin typeface="+mn-lt"/>
                <a:ea typeface="+mn-ea"/>
              </a:rPr>
              <a:t>备用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7DE7E3-EC9F-4331-B252-7BCE51B7F0DA}"/>
              </a:ext>
            </a:extLst>
          </p:cNvPr>
          <p:cNvSpPr/>
          <p:nvPr userDrawn="1"/>
        </p:nvSpPr>
        <p:spPr>
          <a:xfrm>
            <a:off x="12246898" y="5773453"/>
            <a:ext cx="919908" cy="288000"/>
          </a:xfrm>
          <a:prstGeom prst="rect">
            <a:avLst/>
          </a:prstGeom>
          <a:solidFill>
            <a:schemeClr val="accent3"/>
          </a:solidFill>
        </p:spPr>
        <p:txBody>
          <a:bodyPr wrap="none" rtlCol="0" anchor="ctr">
            <a:noAutofit/>
          </a:bodyPr>
          <a:lstStyle/>
          <a:p>
            <a:pPr marL="342763" indent="-342763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08D80BD-0AC4-4D30-BDF8-F241047905A7}"/>
              </a:ext>
            </a:extLst>
          </p:cNvPr>
          <p:cNvSpPr txBox="1"/>
          <p:nvPr userDrawn="1"/>
        </p:nvSpPr>
        <p:spPr bwMode="auto">
          <a:xfrm>
            <a:off x="12560520" y="5813738"/>
            <a:ext cx="292666" cy="227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768" tIns="43884" rIns="87768" bIns="43884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auto"/>
            <a:r>
              <a:rPr lang="zh-CN" altLang="en-US" sz="900" dirty="0">
                <a:solidFill>
                  <a:schemeClr val="bg1"/>
                </a:solidFill>
                <a:latin typeface="+mn-lt"/>
                <a:ea typeface="+mn-ea"/>
              </a:rPr>
              <a:t>绿</a:t>
            </a:r>
          </a:p>
        </p:txBody>
      </p:sp>
    </p:spTree>
    <p:extLst>
      <p:ext uri="{BB962C8B-B14F-4D97-AF65-F5344CB8AC3E}">
        <p14:creationId xmlns:p14="http://schemas.microsoft.com/office/powerpoint/2010/main" val="73099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</p:sldLayoutIdLst>
  <p:txStyles>
    <p:titleStyle>
      <a:lvl1pPr algn="l" defTabSz="914034" rtl="0" eaLnBrk="1" latinLnBrk="0" hangingPunct="1">
        <a:lnSpc>
          <a:spcPct val="90000"/>
        </a:lnSpc>
        <a:spcBef>
          <a:spcPct val="0"/>
        </a:spcBef>
        <a:buNone/>
        <a:defRPr sz="3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2279" indent="-302279" algn="l" defTabSz="914034" rtl="0" eaLnBrk="1" latinLnBrk="0" hangingPunct="1">
        <a:lnSpc>
          <a:spcPct val="140000"/>
        </a:lnSpc>
        <a:spcBef>
          <a:spcPts val="792"/>
        </a:spcBef>
        <a:buFont typeface="Arial" panose="020B0604020202020204" pitchFamily="34" charset="0"/>
        <a:buChar char="•"/>
        <a:defRPr sz="2199" kern="1200">
          <a:solidFill>
            <a:schemeClr val="tx1"/>
          </a:solidFill>
          <a:latin typeface="+mn-lt"/>
          <a:ea typeface="+mn-ea"/>
          <a:cs typeface="+mn-cs"/>
        </a:defRPr>
      </a:lvl1pPr>
      <a:lvl2pPr marL="654938" indent="-251899" algn="l" defTabSz="914034" rtl="0" eaLnBrk="1" latinLnBrk="0" hangingPunct="1">
        <a:lnSpc>
          <a:spcPct val="140000"/>
        </a:lnSpc>
        <a:spcBef>
          <a:spcPts val="720"/>
        </a:spcBef>
        <a:buClrTx/>
        <a:buFont typeface="Huawei Sans" panose="020C0503030203020204" pitchFamily="34" charset="0"/>
        <a:buChar char="▫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1003998" indent="-201519" algn="l" defTabSz="914034" rtl="0" eaLnBrk="1" latinLnBrk="0" hangingPunct="1">
        <a:lnSpc>
          <a:spcPct val="140000"/>
        </a:lnSpc>
        <a:spcBef>
          <a:spcPts val="648"/>
        </a:spcBef>
        <a:buClrTx/>
        <a:buFont typeface="微软雅黑" panose="020B0503020204020204" pitchFamily="34" charset="-122"/>
        <a:buChar char="▪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99840" indent="-197921" algn="l" defTabSz="914034" rtl="0" eaLnBrk="1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1802879" indent="-201519" algn="l" defTabSz="914034" rtl="0" eaLnBrk="1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1" userDrawn="1">
          <p15:clr>
            <a:srgbClr val="F26B43"/>
          </p15:clr>
        </p15:guide>
        <p15:guide id="4" pos="7399" userDrawn="1">
          <p15:clr>
            <a:srgbClr val="F26B43"/>
          </p15:clr>
        </p15:guide>
        <p15:guide id="5" orient="horz" pos="2341" userDrawn="1">
          <p15:clr>
            <a:srgbClr val="F26B43"/>
          </p15:clr>
        </p15:guide>
        <p15:guide id="6" orient="horz" pos="4020" userDrawn="1">
          <p15:clr>
            <a:srgbClr val="F26B43"/>
          </p15:clr>
        </p15:guide>
        <p15:guide id="7" orient="horz" pos="777" userDrawn="1">
          <p15:clr>
            <a:srgbClr val="F26B43"/>
          </p15:clr>
        </p15:guide>
        <p15:guide id="8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5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6.png" /><Relationship Id="rId4" Type="http://schemas.openxmlformats.org/officeDocument/2006/relationships/image" Target="../media/image7.png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7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7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5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7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7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7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7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7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7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0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12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1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zh-CN" altLang="en-US" dirty="0"/>
              <a:t>丁毅</a:t>
            </a:r>
            <a:r>
              <a:rPr lang="en-US" altLang="zh-CN" dirty="0"/>
              <a:t>/dwx66270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en-US" altLang="zh-CN" dirty="0"/>
              <a:t>2020.03.05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3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24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26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27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30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31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32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33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34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35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36"/>
          </p:nvPr>
        </p:nvSpPr>
        <p:spPr bwMode="gray"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693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ctrTitle" sz="quarter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地址配置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65962"/>
      </p:ext>
    </p:extLst>
  </p:cSld>
  <p:clrMapOvr>
    <a:masterClrMapping/>
  </p:clrMapOvr>
  <p:transition advClick="0" advTm="8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 noChangeArrowheads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是下一代互联网的核心协议，它解决了</a:t>
            </a:r>
            <a:r>
              <a:rPr lang="en-US" altLang="zh-CN" dirty="0"/>
              <a:t>IPv4</a:t>
            </a:r>
            <a:r>
              <a:rPr lang="zh-CN" altLang="en-US" dirty="0"/>
              <a:t>所暴露的诸多缺陷，如地址稀缺、路由表庞大、对移动设备支持不足等。</a:t>
            </a:r>
            <a:endParaRPr lang="en-US" altLang="zh-CN" dirty="0"/>
          </a:p>
          <a:p>
            <a:r>
              <a:rPr lang="en-US" altLang="zh-CN" dirty="0"/>
              <a:t>IPv6</a:t>
            </a:r>
            <a:r>
              <a:rPr lang="zh-CN" altLang="en-US" dirty="0"/>
              <a:t>的一个突出特点是支持网络节点的地址自动配置，真正实现即插即用，极大地简化网络管理者的工作。</a:t>
            </a:r>
            <a:endParaRPr lang="en-US" altLang="zh-CN" dirty="0"/>
          </a:p>
          <a:p>
            <a:r>
              <a:rPr lang="zh-CN" altLang="en-US" dirty="0"/>
              <a:t>本课程将介绍</a:t>
            </a:r>
            <a:r>
              <a:rPr lang="en-US" altLang="zh-CN" dirty="0"/>
              <a:t>IPv6</a:t>
            </a:r>
            <a:r>
              <a:rPr lang="zh-CN" altLang="en-US" dirty="0"/>
              <a:t>地址自动配置的工作原理与配置实现。</a:t>
            </a:r>
          </a:p>
        </p:txBody>
      </p:sp>
    </p:spTree>
    <p:extLst>
      <p:ext uri="{BB962C8B-B14F-4D97-AF65-F5344CB8AC3E}">
        <p14:creationId xmlns:p14="http://schemas.microsoft.com/office/powerpoint/2010/main" val="217243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0"/>
          </p:nvPr>
        </p:nvSpPr>
        <p:spPr bwMode="gray">
          <a:xfrm>
            <a:off x="469900" y="1233488"/>
            <a:ext cx="11274425" cy="4679950"/>
          </a:xfrm>
        </p:spPr>
        <p:txBody>
          <a:bodyPr/>
          <a:lstStyle/>
          <a:p>
            <a:r>
              <a:rPr lang="zh-CN" altLang="en-US" dirty="0"/>
              <a:t>学完本课程后，您将能够：</a:t>
            </a:r>
          </a:p>
          <a:p>
            <a:pPr lvl="1"/>
            <a:r>
              <a:rPr lang="zh-CN" altLang="en-US" dirty="0"/>
              <a:t>描述</a:t>
            </a:r>
            <a:r>
              <a:rPr lang="en-US" altLang="zh-CN" dirty="0"/>
              <a:t>IPv6</a:t>
            </a:r>
            <a:r>
              <a:rPr lang="zh-CN" altLang="en-US" dirty="0"/>
              <a:t>无状态地址自动配置的工作原理</a:t>
            </a:r>
          </a:p>
          <a:p>
            <a:pPr lvl="1"/>
            <a:r>
              <a:rPr lang="zh-CN" altLang="en-US" dirty="0"/>
              <a:t>描述</a:t>
            </a:r>
            <a:r>
              <a:rPr lang="en-US" altLang="zh-CN" dirty="0"/>
              <a:t>DHCPv6</a:t>
            </a:r>
            <a:r>
              <a:rPr lang="zh-CN" altLang="en-US" dirty="0"/>
              <a:t>地址自动配置的工作原理</a:t>
            </a:r>
          </a:p>
          <a:p>
            <a:pPr lvl="1"/>
            <a:r>
              <a:rPr lang="zh-CN" altLang="en-US" dirty="0"/>
              <a:t>实现</a:t>
            </a:r>
            <a:r>
              <a:rPr lang="en-US" altLang="zh-CN" dirty="0"/>
              <a:t>IPv6</a:t>
            </a:r>
            <a:r>
              <a:rPr lang="zh-CN" altLang="en-US" dirty="0"/>
              <a:t>地址自动配置</a:t>
            </a:r>
          </a:p>
        </p:txBody>
      </p:sp>
    </p:spTree>
    <p:extLst>
      <p:ext uri="{BB962C8B-B14F-4D97-AF65-F5344CB8AC3E}">
        <p14:creationId xmlns:p14="http://schemas.microsoft.com/office/powerpoint/2010/main" val="1423733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b="1"/>
              <a:t>IPv6</a:t>
            </a:r>
            <a:r>
              <a:rPr lang="zh-CN" altLang="en-US" b="1"/>
              <a:t>地址配置</a:t>
            </a:r>
            <a:r>
              <a:rPr lang="zh-CN" altLang="en-US" b="1" dirty="0"/>
              <a:t>方式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地址无状态自动配置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DHCPv6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地址自动配置实现</a:t>
            </a:r>
          </a:p>
        </p:txBody>
      </p:sp>
    </p:spTree>
    <p:extLst>
      <p:ext uri="{BB962C8B-B14F-4D97-AF65-F5344CB8AC3E}">
        <p14:creationId xmlns:p14="http://schemas.microsoft.com/office/powerpoint/2010/main" val="390726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/>
          <p:cNvSpPr txBox="1"/>
          <p:nvPr/>
        </p:nvSpPr>
        <p:spPr bwMode="gray">
          <a:xfrm>
            <a:off x="3976594" y="2902844"/>
            <a:ext cx="3360544" cy="369331"/>
          </a:xfrm>
          <a:prstGeom prst="rect">
            <a:avLst/>
          </a:prstGeom>
          <a:solidFill>
            <a:srgbClr val="F4FBFE"/>
          </a:solidFill>
          <a:ln w="9525">
            <a:solidFill>
              <a:srgbClr val="99DFF9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>
            <a:defPPr>
              <a:defRPr lang="en-US"/>
            </a:defPPr>
            <a:lvl1pPr algn="ctr"/>
            <a:lvl2pPr marL="742950" indent="-28575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IPv6</a:t>
            </a:r>
            <a:r>
              <a:rPr lang="zh-CN" altLang="en-US" dirty="0"/>
              <a:t>地址配置方式</a:t>
            </a:r>
          </a:p>
        </p:txBody>
      </p:sp>
      <p:sp>
        <p:nvSpPr>
          <p:cNvPr id="5" name="TextBox 8"/>
          <p:cNvSpPr txBox="1"/>
          <p:nvPr/>
        </p:nvSpPr>
        <p:spPr bwMode="gray">
          <a:xfrm>
            <a:off x="7262195" y="4233716"/>
            <a:ext cx="1693365" cy="369331"/>
          </a:xfrm>
          <a:prstGeom prst="rect">
            <a:avLst/>
          </a:prstGeom>
          <a:solidFill>
            <a:srgbClr val="F4FBFE"/>
          </a:solidFill>
          <a:ln w="9525">
            <a:solidFill>
              <a:srgbClr val="99DFF9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>
            <a:defPPr>
              <a:defRPr lang="en-US"/>
            </a:defPPr>
            <a:lvl1pPr algn="ctr"/>
            <a:lvl2pPr marL="742950" indent="-28575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dirty="0"/>
              <a:t>动态</a:t>
            </a:r>
          </a:p>
        </p:txBody>
      </p:sp>
      <p:sp>
        <p:nvSpPr>
          <p:cNvPr id="7" name="TextBox 10"/>
          <p:cNvSpPr txBox="1"/>
          <p:nvPr/>
        </p:nvSpPr>
        <p:spPr bwMode="gray">
          <a:xfrm>
            <a:off x="2515822" y="5564588"/>
            <a:ext cx="1784366" cy="646331"/>
          </a:xfrm>
          <a:prstGeom prst="rect">
            <a:avLst/>
          </a:prstGeom>
          <a:solidFill>
            <a:srgbClr val="F4FBFE"/>
          </a:solidFill>
          <a:ln w="9525">
            <a:solidFill>
              <a:srgbClr val="99DFF9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>
            <a:defPPr>
              <a:defRPr lang="en-US"/>
            </a:defPPr>
            <a:lvl1pPr algn="ctr"/>
            <a:lvl2pPr marL="742950" indent="-28575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/>
              <a:t>手工配置</a:t>
            </a:r>
            <a:endParaRPr lang="en-US" altLang="zh-CN"/>
          </a:p>
          <a:p>
            <a:r>
              <a:rPr lang="zh-CN" altLang="en-US"/>
              <a:t>静态地址</a:t>
            </a:r>
          </a:p>
        </p:txBody>
      </p:sp>
      <p:sp>
        <p:nvSpPr>
          <p:cNvPr id="8" name="TextBox 11"/>
          <p:cNvSpPr txBox="1"/>
          <p:nvPr/>
        </p:nvSpPr>
        <p:spPr bwMode="gray">
          <a:xfrm>
            <a:off x="5967472" y="5566502"/>
            <a:ext cx="2350618" cy="646331"/>
          </a:xfrm>
          <a:prstGeom prst="rect">
            <a:avLst/>
          </a:prstGeom>
          <a:solidFill>
            <a:srgbClr val="F4FBFE"/>
          </a:solidFill>
          <a:ln w="9525">
            <a:solidFill>
              <a:srgbClr val="99DFF9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>
            <a:defPPr>
              <a:defRPr lang="en-US"/>
            </a:defPPr>
            <a:lvl1pPr algn="ctr"/>
            <a:lvl2pPr marL="742950" indent="-28575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dirty="0"/>
              <a:t>无状态地址自动配置</a:t>
            </a:r>
            <a:endParaRPr lang="en-US" altLang="zh-CN" dirty="0"/>
          </a:p>
          <a:p>
            <a:r>
              <a:rPr lang="en-US" altLang="zh-CN" dirty="0"/>
              <a:t>SLAAC</a:t>
            </a:r>
            <a:endParaRPr lang="zh-CN" altLang="en-US" dirty="0"/>
          </a:p>
        </p:txBody>
      </p:sp>
      <p:sp>
        <p:nvSpPr>
          <p:cNvPr id="9" name="TextBox 12"/>
          <p:cNvSpPr txBox="1"/>
          <p:nvPr/>
        </p:nvSpPr>
        <p:spPr bwMode="gray">
          <a:xfrm>
            <a:off x="8465912" y="5566502"/>
            <a:ext cx="2485561" cy="646331"/>
          </a:xfrm>
          <a:prstGeom prst="rect">
            <a:avLst/>
          </a:prstGeom>
          <a:solidFill>
            <a:srgbClr val="F4FBFE"/>
          </a:solidFill>
          <a:ln w="9525">
            <a:solidFill>
              <a:srgbClr val="99DFF9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>
            <a:defPPr>
              <a:defRPr lang="en-US"/>
            </a:defPPr>
            <a:lvl1pPr algn="ctr"/>
            <a:lvl2pPr marL="742950" indent="-28575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dirty="0"/>
              <a:t>有状态地址自动配置</a:t>
            </a:r>
            <a:endParaRPr lang="en-US" altLang="zh-CN" dirty="0"/>
          </a:p>
          <a:p>
            <a:r>
              <a:rPr lang="en-US" altLang="zh-CN" dirty="0"/>
              <a:t>DHCPv6</a:t>
            </a:r>
            <a:endParaRPr lang="zh-CN" altLang="en-US" dirty="0"/>
          </a:p>
        </p:txBody>
      </p:sp>
      <p:sp>
        <p:nvSpPr>
          <p:cNvPr id="10" name="TextBox 13"/>
          <p:cNvSpPr txBox="1"/>
          <p:nvPr/>
        </p:nvSpPr>
        <p:spPr bwMode="gray">
          <a:xfrm>
            <a:off x="2561320" y="4233716"/>
            <a:ext cx="1693365" cy="369331"/>
          </a:xfrm>
          <a:prstGeom prst="rect">
            <a:avLst/>
          </a:prstGeom>
          <a:solidFill>
            <a:srgbClr val="F4FBFE"/>
          </a:solidFill>
          <a:ln w="9525">
            <a:solidFill>
              <a:srgbClr val="99DFF9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>
            <a:defPPr>
              <a:defRPr lang="en-US"/>
            </a:defPPr>
            <a:lvl1pPr algn="ctr"/>
            <a:lvl2pPr marL="742950" indent="-28575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dirty="0"/>
              <a:t>静态</a:t>
            </a:r>
          </a:p>
        </p:txBody>
      </p:sp>
      <p:cxnSp>
        <p:nvCxnSpPr>
          <p:cNvPr id="11" name="肘形连接符 18"/>
          <p:cNvCxnSpPr>
            <a:stCxn id="4" idx="2"/>
            <a:endCxn id="10" idx="0"/>
          </p:cNvCxnSpPr>
          <p:nvPr/>
        </p:nvCxnSpPr>
        <p:spPr bwMode="gray">
          <a:xfrm rot="5400000">
            <a:off x="4051666" y="2628514"/>
            <a:ext cx="961541" cy="2248863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连接符 19"/>
          <p:cNvCxnSpPr>
            <a:stCxn id="4" idx="2"/>
            <a:endCxn id="5" idx="0"/>
          </p:cNvCxnSpPr>
          <p:nvPr/>
        </p:nvCxnSpPr>
        <p:spPr bwMode="gray">
          <a:xfrm rot="16200000" flipH="1">
            <a:off x="6402103" y="2526939"/>
            <a:ext cx="961541" cy="2452012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21"/>
          <p:cNvCxnSpPr>
            <a:stCxn id="10" idx="2"/>
            <a:endCxn id="7" idx="0"/>
          </p:cNvCxnSpPr>
          <p:nvPr/>
        </p:nvCxnSpPr>
        <p:spPr bwMode="gray">
          <a:xfrm rot="16200000" flipH="1">
            <a:off x="2927234" y="5083816"/>
            <a:ext cx="961541" cy="2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22"/>
          <p:cNvCxnSpPr>
            <a:stCxn id="5" idx="2"/>
            <a:endCxn id="8" idx="0"/>
          </p:cNvCxnSpPr>
          <p:nvPr/>
        </p:nvCxnSpPr>
        <p:spPr bwMode="gray">
          <a:xfrm rot="5400000">
            <a:off x="7144103" y="4601726"/>
            <a:ext cx="963455" cy="966097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23"/>
          <p:cNvCxnSpPr>
            <a:stCxn id="5" idx="2"/>
            <a:endCxn id="9" idx="0"/>
          </p:cNvCxnSpPr>
          <p:nvPr/>
        </p:nvCxnSpPr>
        <p:spPr bwMode="gray">
          <a:xfrm rot="16200000" flipH="1">
            <a:off x="8427058" y="4284866"/>
            <a:ext cx="963455" cy="1599815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地址配置方式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68317" y="1233488"/>
            <a:ext cx="11276183" cy="125095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IPv6</a:t>
            </a:r>
            <a:r>
              <a:rPr lang="zh-CN" altLang="en-US" dirty="0"/>
              <a:t>地址配置的方式可以分为静态配置和动态配置。其中，动态地址配置又可以分为无状态地址自动配置（</a:t>
            </a:r>
            <a:r>
              <a:rPr lang="en-US" altLang="zh-CN" dirty="0"/>
              <a:t>Stateless Address </a:t>
            </a:r>
            <a:r>
              <a:rPr lang="en-US" altLang="zh-CN" dirty="0" err="1"/>
              <a:t>Autoconfiguration</a:t>
            </a:r>
            <a:r>
              <a:rPr lang="en-US" altLang="zh-CN" dirty="0"/>
              <a:t>, SLAAC</a:t>
            </a:r>
            <a:r>
              <a:rPr lang="zh-CN" altLang="en-US" dirty="0"/>
              <a:t>）和有状态地址自动配置（</a:t>
            </a:r>
            <a:r>
              <a:rPr lang="en-US" altLang="zh-CN" dirty="0" err="1"/>
              <a:t>Stateful</a:t>
            </a:r>
            <a:r>
              <a:rPr lang="en-US" altLang="zh-CN" dirty="0"/>
              <a:t> Address </a:t>
            </a:r>
            <a:r>
              <a:rPr lang="en-US" altLang="zh-CN" dirty="0" err="1"/>
              <a:t>Autoconfiguration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97545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地址自动配置的分类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圆角矩形 75">
            <a:extLst>
              <a:ext uri="{FF2B5EF4-FFF2-40B4-BE49-F238E27FC236}">
                <a16:creationId xmlns:a16="http://schemas.microsoft.com/office/drawing/2014/main" id="{9B11247C-FB39-4F9E-8DA0-30663602B126}"/>
              </a:ext>
            </a:extLst>
          </p:cNvPr>
          <p:cNvSpPr/>
          <p:nvPr/>
        </p:nvSpPr>
        <p:spPr bwMode="gray">
          <a:xfrm>
            <a:off x="1073205" y="1926568"/>
            <a:ext cx="4064852" cy="360935"/>
          </a:xfrm>
          <a:prstGeom prst="roundRect">
            <a:avLst>
              <a:gd name="adj" fmla="val 1060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无状态地址自动配置</a:t>
            </a:r>
          </a:p>
        </p:txBody>
      </p:sp>
      <p:sp>
        <p:nvSpPr>
          <p:cNvPr id="43" name="圆角矩形 75">
            <a:extLst>
              <a:ext uri="{FF2B5EF4-FFF2-40B4-BE49-F238E27FC236}">
                <a16:creationId xmlns:a16="http://schemas.microsoft.com/office/drawing/2014/main" id="{21118F0F-91DD-469C-8C32-BB12A8BBE027}"/>
              </a:ext>
            </a:extLst>
          </p:cNvPr>
          <p:cNvSpPr/>
          <p:nvPr/>
        </p:nvSpPr>
        <p:spPr bwMode="gray">
          <a:xfrm>
            <a:off x="1073205" y="2345807"/>
            <a:ext cx="4064852" cy="2963863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ctr"/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3108D94-D5DC-4F15-A797-5F0318066D80}"/>
              </a:ext>
            </a:extLst>
          </p:cNvPr>
          <p:cNvSpPr txBox="1"/>
          <p:nvPr/>
        </p:nvSpPr>
        <p:spPr bwMode="gray">
          <a:xfrm>
            <a:off x="1073205" y="2462414"/>
            <a:ext cx="3923338" cy="232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/>
              <a:t>不需要</a:t>
            </a:r>
            <a:r>
              <a:rPr lang="en-US" altLang="zh-CN"/>
              <a:t>IPv6</a:t>
            </a:r>
            <a:r>
              <a:rPr lang="zh-CN" altLang="en-US"/>
              <a:t>地址分配服务器保存</a:t>
            </a:r>
            <a:r>
              <a:rPr lang="zh-CN" altLang="en-US" dirty="0"/>
              <a:t>和管理每个节点的状态信息的一种</a:t>
            </a:r>
            <a:r>
              <a:rPr lang="en-US" altLang="zh-CN" dirty="0"/>
              <a:t>IPv6</a:t>
            </a:r>
            <a:r>
              <a:rPr lang="zh-CN" altLang="en-US" dirty="0"/>
              <a:t>地址自动配置方式，称之为</a:t>
            </a:r>
            <a:r>
              <a:rPr lang="en-US" altLang="zh-CN" dirty="0"/>
              <a:t>IPv6</a:t>
            </a:r>
            <a:r>
              <a:rPr lang="zh-CN" altLang="en-US" dirty="0"/>
              <a:t>无状态地址自动配置。</a:t>
            </a:r>
            <a:endParaRPr lang="en-US" altLang="zh-CN" dirty="0"/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无状态地址自动配置方式基于</a:t>
            </a:r>
            <a:r>
              <a:rPr lang="en-US" altLang="zh-CN" dirty="0"/>
              <a:t>NDP</a:t>
            </a:r>
            <a:r>
              <a:rPr lang="zh-CN" altLang="en-US" dirty="0"/>
              <a:t>来实现。</a:t>
            </a:r>
          </a:p>
        </p:txBody>
      </p:sp>
      <p:sp>
        <p:nvSpPr>
          <p:cNvPr id="49" name="圆角矩形 75">
            <a:extLst>
              <a:ext uri="{FF2B5EF4-FFF2-40B4-BE49-F238E27FC236}">
                <a16:creationId xmlns:a16="http://schemas.microsoft.com/office/drawing/2014/main" id="{9B11247C-FB39-4F9E-8DA0-30663602B126}"/>
              </a:ext>
            </a:extLst>
          </p:cNvPr>
          <p:cNvSpPr/>
          <p:nvPr/>
        </p:nvSpPr>
        <p:spPr bwMode="gray">
          <a:xfrm>
            <a:off x="6106408" y="1927503"/>
            <a:ext cx="4064852" cy="360000"/>
          </a:xfrm>
          <a:prstGeom prst="roundRect">
            <a:avLst>
              <a:gd name="adj" fmla="val 1060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有状态地址自动配置</a:t>
            </a:r>
          </a:p>
        </p:txBody>
      </p:sp>
      <p:sp>
        <p:nvSpPr>
          <p:cNvPr id="50" name="圆角矩形 75">
            <a:extLst>
              <a:ext uri="{FF2B5EF4-FFF2-40B4-BE49-F238E27FC236}">
                <a16:creationId xmlns:a16="http://schemas.microsoft.com/office/drawing/2014/main" id="{21118F0F-91DD-469C-8C32-BB12A8BBE027}"/>
              </a:ext>
            </a:extLst>
          </p:cNvPr>
          <p:cNvSpPr/>
          <p:nvPr/>
        </p:nvSpPr>
        <p:spPr bwMode="gray">
          <a:xfrm>
            <a:off x="6091520" y="2345806"/>
            <a:ext cx="4064852" cy="2963863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ctr"/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3108D94-D5DC-4F15-A797-5F0318066D80}"/>
              </a:ext>
            </a:extLst>
          </p:cNvPr>
          <p:cNvSpPr txBox="1"/>
          <p:nvPr/>
        </p:nvSpPr>
        <p:spPr bwMode="gray">
          <a:xfrm>
            <a:off x="6162277" y="2462414"/>
            <a:ext cx="3923338" cy="268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/>
              <a:t>IPv6</a:t>
            </a:r>
            <a:r>
              <a:rPr lang="zh-CN" altLang="en-US" dirty="0"/>
              <a:t>地址分配服务器必须保存每个节点的状态信息，并管理这些保存的信息，这种方式称之为</a:t>
            </a:r>
            <a:r>
              <a:rPr lang="en-US" altLang="zh-CN" dirty="0"/>
              <a:t>IPv6</a:t>
            </a:r>
            <a:r>
              <a:rPr lang="zh-CN" altLang="en-US" dirty="0"/>
              <a:t>有状态地址自动配置。</a:t>
            </a:r>
            <a:endParaRPr lang="en-US" altLang="zh-CN" dirty="0"/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有状态地址自动配置基于</a:t>
            </a:r>
            <a:r>
              <a:rPr lang="en-US" altLang="zh-CN" dirty="0"/>
              <a:t>DHCPv6</a:t>
            </a:r>
            <a:r>
              <a:rPr lang="zh-CN" altLang="en-US" dirty="0"/>
              <a:t>（</a:t>
            </a:r>
            <a:r>
              <a:rPr lang="en-US" altLang="zh-CN" dirty="0"/>
              <a:t>Dynamic Host Configuration Protocol for IPv6</a:t>
            </a:r>
            <a:r>
              <a:rPr lang="zh-CN" altLang="en-US" dirty="0"/>
              <a:t>）来实现。</a:t>
            </a:r>
          </a:p>
        </p:txBody>
      </p:sp>
    </p:spTree>
    <p:extLst>
      <p:ext uri="{BB962C8B-B14F-4D97-AF65-F5344CB8AC3E}">
        <p14:creationId xmlns:p14="http://schemas.microsoft.com/office/powerpoint/2010/main" val="67559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地址配置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方式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b="1" dirty="0"/>
              <a:t>IPv6</a:t>
            </a:r>
            <a:r>
              <a:rPr lang="zh-CN" altLang="en-US" b="1" dirty="0"/>
              <a:t>地址无状态自动配置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DHCPv6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地址自动配置实现</a:t>
            </a:r>
          </a:p>
        </p:txBody>
      </p:sp>
    </p:spTree>
    <p:extLst>
      <p:ext uri="{BB962C8B-B14F-4D97-AF65-F5344CB8AC3E}">
        <p14:creationId xmlns:p14="http://schemas.microsoft.com/office/powerpoint/2010/main" val="1687931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地址无状态自动配置过程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6096000" y="1411691"/>
            <a:ext cx="5649913" cy="468351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PC1</a:t>
            </a:r>
            <a:r>
              <a:rPr lang="zh-CN" altLang="en-US" sz="1600" dirty="0"/>
              <a:t>根据本地的接口</a:t>
            </a:r>
            <a:r>
              <a:rPr lang="en-US" altLang="zh-CN" sz="1600" dirty="0"/>
              <a:t>ID</a:t>
            </a:r>
            <a:r>
              <a:rPr lang="zh-CN" altLang="en-US" sz="1600" dirty="0"/>
              <a:t>自动生成链路本地地址。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PC1</a:t>
            </a:r>
            <a:r>
              <a:rPr lang="zh-CN" altLang="en-US" sz="1600" dirty="0"/>
              <a:t>对该链路本地地址进行</a:t>
            </a:r>
            <a:r>
              <a:rPr lang="en-US" altLang="zh-CN" sz="1600" dirty="0"/>
              <a:t>DAD</a:t>
            </a:r>
            <a:r>
              <a:rPr lang="zh-CN" altLang="en-US" sz="1600" dirty="0"/>
              <a:t>检测，如果该地址无冲突则可启用</a:t>
            </a:r>
            <a:r>
              <a:rPr lang="zh-CN" altLang="en-US" sz="1600"/>
              <a:t>，此时</a:t>
            </a:r>
            <a:r>
              <a:rPr lang="en-US" altLang="zh-CN" sz="1600"/>
              <a:t>PC1</a:t>
            </a:r>
            <a:r>
              <a:rPr lang="zh-CN" altLang="en-US" sz="1600"/>
              <a:t>具备</a:t>
            </a:r>
            <a:r>
              <a:rPr lang="en-US" altLang="zh-CN" sz="1600" dirty="0"/>
              <a:t>IPv6</a:t>
            </a:r>
            <a:r>
              <a:rPr lang="zh-CN" altLang="en-US" sz="1600" dirty="0"/>
              <a:t>连接能力。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PC1</a:t>
            </a:r>
            <a:r>
              <a:rPr lang="zh-CN" altLang="en-US" sz="1600" dirty="0"/>
              <a:t>发送</a:t>
            </a:r>
            <a:r>
              <a:rPr lang="en-US" altLang="zh-CN" sz="1600" dirty="0"/>
              <a:t>RS</a:t>
            </a:r>
            <a:r>
              <a:rPr lang="zh-CN" altLang="en-US" sz="1600" dirty="0"/>
              <a:t>报文，尝试在链路上发现</a:t>
            </a:r>
            <a:r>
              <a:rPr lang="en-US" altLang="zh-CN" sz="1600" dirty="0"/>
              <a:t>IPv6</a:t>
            </a:r>
            <a:r>
              <a:rPr lang="zh-CN" altLang="en-US" sz="1600" dirty="0"/>
              <a:t>路由器。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R1</a:t>
            </a:r>
            <a:r>
              <a:rPr lang="zh-CN" altLang="en-US" sz="1600" dirty="0"/>
              <a:t>发送</a:t>
            </a:r>
            <a:r>
              <a:rPr lang="en-US" altLang="zh-CN" sz="1600" dirty="0"/>
              <a:t>RA</a:t>
            </a:r>
            <a:r>
              <a:rPr lang="zh-CN" altLang="en-US" sz="1600" dirty="0"/>
              <a:t>报文（携带可用于无状态地址自动配置的</a:t>
            </a:r>
            <a:r>
              <a:rPr lang="en-US" altLang="zh-CN" sz="1600" dirty="0"/>
              <a:t>IPv6</a:t>
            </a:r>
            <a:r>
              <a:rPr lang="zh-CN" altLang="en-US" sz="1600" dirty="0"/>
              <a:t>地址前缀。路由器在没有收到</a:t>
            </a:r>
            <a:r>
              <a:rPr lang="en-US" altLang="zh-CN" sz="1600" dirty="0"/>
              <a:t>RS</a:t>
            </a:r>
            <a:r>
              <a:rPr lang="zh-CN" altLang="en-US" sz="1600" dirty="0"/>
              <a:t>报文时也能够主动发出</a:t>
            </a:r>
            <a:r>
              <a:rPr lang="en-US" altLang="zh-CN" sz="1600" dirty="0"/>
              <a:t>RA</a:t>
            </a:r>
            <a:r>
              <a:rPr lang="zh-CN" altLang="en-US" sz="1600" dirty="0"/>
              <a:t>报文）。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PC1</a:t>
            </a:r>
            <a:r>
              <a:rPr lang="zh-CN" altLang="en-US" sz="1600" dirty="0"/>
              <a:t>解析路由器发送的</a:t>
            </a:r>
            <a:r>
              <a:rPr lang="en-US" altLang="zh-CN" sz="1600" dirty="0"/>
              <a:t>RA</a:t>
            </a:r>
            <a:r>
              <a:rPr lang="zh-CN" altLang="en-US" sz="1600" dirty="0"/>
              <a:t>报文，获得</a:t>
            </a:r>
            <a:r>
              <a:rPr lang="en-US" altLang="zh-CN" sz="1600" dirty="0"/>
              <a:t>IPv6</a:t>
            </a:r>
            <a:r>
              <a:rPr lang="zh-CN" altLang="en-US" sz="1600" dirty="0"/>
              <a:t>地址前缀，使用该前缀加上本地的接口</a:t>
            </a:r>
            <a:r>
              <a:rPr lang="en-US" altLang="zh-CN" sz="1600" dirty="0"/>
              <a:t>ID</a:t>
            </a:r>
            <a:r>
              <a:rPr lang="zh-CN" altLang="en-US" sz="1600" dirty="0"/>
              <a:t>生成</a:t>
            </a:r>
            <a:r>
              <a:rPr lang="en-US" altLang="zh-CN" sz="1600" dirty="0"/>
              <a:t>IPv6</a:t>
            </a:r>
            <a:r>
              <a:rPr lang="zh-CN" altLang="en-US" sz="1600" dirty="0"/>
              <a:t>单播地址。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PC1</a:t>
            </a:r>
            <a:r>
              <a:rPr lang="zh-CN" altLang="en-US" sz="1600" dirty="0"/>
              <a:t>对生成的</a:t>
            </a:r>
            <a:r>
              <a:rPr lang="en-US" altLang="zh-CN" sz="1600" dirty="0"/>
              <a:t>IPv6</a:t>
            </a:r>
            <a:r>
              <a:rPr lang="zh-CN" altLang="en-US" sz="1600" dirty="0"/>
              <a:t>单播地址进行</a:t>
            </a:r>
            <a:r>
              <a:rPr lang="en-US" altLang="zh-CN" sz="1600" dirty="0"/>
              <a:t>DAD</a:t>
            </a:r>
            <a:r>
              <a:rPr lang="zh-CN" altLang="en-US" sz="1600" dirty="0"/>
              <a:t>检测，如果没有检测到冲突，则启用该地址。</a:t>
            </a:r>
          </a:p>
        </p:txBody>
      </p:sp>
      <p:sp>
        <p:nvSpPr>
          <p:cNvPr id="4" name="Line 22"/>
          <p:cNvSpPr>
            <a:spLocks noChangeShapeType="1"/>
          </p:cNvSpPr>
          <p:nvPr/>
        </p:nvSpPr>
        <p:spPr bwMode="gray">
          <a:xfrm flipV="1">
            <a:off x="1235239" y="1782773"/>
            <a:ext cx="3700128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8" name="图片 1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5239" y="1581704"/>
            <a:ext cx="540000" cy="442800"/>
          </a:xfrm>
          <a:prstGeom prst="rect">
            <a:avLst/>
          </a:prstGeom>
        </p:spPr>
      </p:pic>
      <p:pic>
        <p:nvPicPr>
          <p:cNvPr id="19" name="图片 18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4935367" y="1591683"/>
            <a:ext cx="539063" cy="414000"/>
          </a:xfrm>
          <a:prstGeom prst="rect">
            <a:avLst/>
          </a:prstGeom>
        </p:spPr>
      </p:pic>
      <p:sp>
        <p:nvSpPr>
          <p:cNvPr id="22" name="Oval 4"/>
          <p:cNvSpPr>
            <a:spLocks noChangeAspect="1"/>
          </p:cNvSpPr>
          <p:nvPr/>
        </p:nvSpPr>
        <p:spPr bwMode="gray">
          <a:xfrm>
            <a:off x="4683367" y="2260126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8" name="Straight Connector 75"/>
          <p:cNvCxnSpPr/>
          <p:nvPr/>
        </p:nvCxnSpPr>
        <p:spPr bwMode="gray">
          <a:xfrm flipH="1">
            <a:off x="1508694" y="3025987"/>
            <a:ext cx="3204651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0" name="文本占位符 2"/>
          <p:cNvSpPr txBox="1">
            <a:spLocks/>
          </p:cNvSpPr>
          <p:nvPr/>
        </p:nvSpPr>
        <p:spPr bwMode="gray">
          <a:xfrm>
            <a:off x="3835475" y="2095158"/>
            <a:ext cx="892556" cy="56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400" dirty="0"/>
              <a:t>生成链路本地地址</a:t>
            </a:r>
          </a:p>
        </p:txBody>
      </p:sp>
      <p:sp>
        <p:nvSpPr>
          <p:cNvPr id="24" name="Oval 4"/>
          <p:cNvSpPr>
            <a:spLocks noChangeAspect="1"/>
          </p:cNvSpPr>
          <p:nvPr/>
        </p:nvSpPr>
        <p:spPr bwMode="gray">
          <a:xfrm>
            <a:off x="4683367" y="2899987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占位符 2"/>
          <p:cNvSpPr txBox="1">
            <a:spLocks/>
          </p:cNvSpPr>
          <p:nvPr/>
        </p:nvSpPr>
        <p:spPr bwMode="gray">
          <a:xfrm>
            <a:off x="2106349" y="2691325"/>
            <a:ext cx="2859858" cy="47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400" dirty="0"/>
              <a:t>针对链路本地地址执行</a:t>
            </a:r>
            <a:r>
              <a:rPr lang="en-US" altLang="zh-CN" sz="1400" dirty="0"/>
              <a:t>DAD</a:t>
            </a:r>
            <a:r>
              <a:rPr lang="zh-CN" altLang="en-US" sz="1400" dirty="0"/>
              <a:t>检测</a:t>
            </a:r>
          </a:p>
        </p:txBody>
      </p:sp>
      <p:cxnSp>
        <p:nvCxnSpPr>
          <p:cNvPr id="27" name="Straight Connector 75"/>
          <p:cNvCxnSpPr/>
          <p:nvPr/>
        </p:nvCxnSpPr>
        <p:spPr bwMode="gray">
          <a:xfrm flipH="1">
            <a:off x="1508694" y="3753449"/>
            <a:ext cx="3204651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0" name="Oval 4"/>
          <p:cNvSpPr>
            <a:spLocks noChangeAspect="1"/>
          </p:cNvSpPr>
          <p:nvPr/>
        </p:nvSpPr>
        <p:spPr bwMode="gray">
          <a:xfrm>
            <a:off x="4683367" y="3627449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占位符 2"/>
          <p:cNvSpPr txBox="1">
            <a:spLocks/>
          </p:cNvSpPr>
          <p:nvPr/>
        </p:nvSpPr>
        <p:spPr bwMode="gray">
          <a:xfrm>
            <a:off x="2074247" y="3408741"/>
            <a:ext cx="2205472" cy="47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400" dirty="0"/>
              <a:t>发送</a:t>
            </a:r>
            <a:r>
              <a:rPr lang="en-US" altLang="zh-CN" sz="1400" dirty="0"/>
              <a:t>RS</a:t>
            </a:r>
            <a:r>
              <a:rPr lang="zh-CN" altLang="en-US" sz="1400" dirty="0"/>
              <a:t>，尝试发现路由器</a:t>
            </a:r>
          </a:p>
        </p:txBody>
      </p:sp>
      <p:cxnSp>
        <p:nvCxnSpPr>
          <p:cNvPr id="32" name="Straight Connector 75"/>
          <p:cNvCxnSpPr/>
          <p:nvPr/>
        </p:nvCxnSpPr>
        <p:spPr bwMode="gray">
          <a:xfrm flipV="1">
            <a:off x="1655585" y="4540721"/>
            <a:ext cx="3204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3" name="Oval 4"/>
          <p:cNvSpPr>
            <a:spLocks noChangeAspect="1"/>
          </p:cNvSpPr>
          <p:nvPr/>
        </p:nvSpPr>
        <p:spPr bwMode="gray">
          <a:xfrm>
            <a:off x="1454429" y="4403091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占位符 2"/>
          <p:cNvSpPr txBox="1">
            <a:spLocks/>
          </p:cNvSpPr>
          <p:nvPr/>
        </p:nvSpPr>
        <p:spPr bwMode="gray">
          <a:xfrm>
            <a:off x="2074247" y="4191750"/>
            <a:ext cx="2205472" cy="47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400" dirty="0"/>
              <a:t>回应</a:t>
            </a:r>
            <a:r>
              <a:rPr lang="en-US" altLang="zh-CN" sz="1400" dirty="0"/>
              <a:t>RA</a:t>
            </a:r>
            <a:r>
              <a:rPr lang="zh-CN" altLang="en-US" sz="1400" dirty="0"/>
              <a:t>，携带</a:t>
            </a:r>
            <a:r>
              <a:rPr lang="en-US" altLang="zh-CN" sz="1400" dirty="0"/>
              <a:t>IPv6</a:t>
            </a:r>
            <a:r>
              <a:rPr lang="zh-CN" altLang="en-US" sz="1400" dirty="0"/>
              <a:t>前缀</a:t>
            </a:r>
          </a:p>
        </p:txBody>
      </p:sp>
      <p:sp>
        <p:nvSpPr>
          <p:cNvPr id="35" name="Oval 4"/>
          <p:cNvSpPr>
            <a:spLocks noChangeAspect="1"/>
          </p:cNvSpPr>
          <p:nvPr/>
        </p:nvSpPr>
        <p:spPr bwMode="gray">
          <a:xfrm>
            <a:off x="4683367" y="4950013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占位符 2"/>
          <p:cNvSpPr txBox="1">
            <a:spLocks/>
          </p:cNvSpPr>
          <p:nvPr/>
        </p:nvSpPr>
        <p:spPr bwMode="gray">
          <a:xfrm>
            <a:off x="3835475" y="4785050"/>
            <a:ext cx="892556" cy="56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400" dirty="0"/>
              <a:t>生成</a:t>
            </a:r>
            <a:r>
              <a:rPr lang="en-US" altLang="zh-CN" sz="1400" dirty="0"/>
              <a:t>IPv6</a:t>
            </a:r>
            <a:r>
              <a:rPr lang="zh-CN" altLang="en-US" sz="1400" dirty="0"/>
              <a:t>单播地址</a:t>
            </a:r>
          </a:p>
        </p:txBody>
      </p:sp>
      <p:cxnSp>
        <p:nvCxnSpPr>
          <p:cNvPr id="37" name="Straight Connector 75"/>
          <p:cNvCxnSpPr/>
          <p:nvPr/>
        </p:nvCxnSpPr>
        <p:spPr bwMode="gray">
          <a:xfrm flipH="1">
            <a:off x="1508695" y="5702962"/>
            <a:ext cx="3263721" cy="148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8" name="Oval 4"/>
          <p:cNvSpPr>
            <a:spLocks noChangeAspect="1"/>
          </p:cNvSpPr>
          <p:nvPr/>
        </p:nvSpPr>
        <p:spPr bwMode="gray">
          <a:xfrm>
            <a:off x="4683367" y="5578449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占位符 2"/>
          <p:cNvSpPr txBox="1">
            <a:spLocks/>
          </p:cNvSpPr>
          <p:nvPr/>
        </p:nvSpPr>
        <p:spPr bwMode="gray">
          <a:xfrm>
            <a:off x="1986546" y="5369787"/>
            <a:ext cx="2808994" cy="47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400" dirty="0"/>
              <a:t>针对</a:t>
            </a:r>
            <a:r>
              <a:rPr lang="en-US" altLang="zh-CN" sz="1400" dirty="0"/>
              <a:t>IPv6</a:t>
            </a:r>
            <a:r>
              <a:rPr lang="zh-CN" altLang="en-US" sz="1400" dirty="0"/>
              <a:t>单播地址执行</a:t>
            </a:r>
            <a:r>
              <a:rPr lang="en-US" altLang="zh-CN" sz="1400" dirty="0"/>
              <a:t>DAD</a:t>
            </a:r>
            <a:r>
              <a:rPr lang="zh-CN" altLang="en-US" sz="1400" dirty="0"/>
              <a:t>检测</a:t>
            </a:r>
          </a:p>
        </p:txBody>
      </p:sp>
      <p:sp>
        <p:nvSpPr>
          <p:cNvPr id="40" name="文本占位符 2"/>
          <p:cNvSpPr txBox="1">
            <a:spLocks/>
          </p:cNvSpPr>
          <p:nvPr/>
        </p:nvSpPr>
        <p:spPr bwMode="gray">
          <a:xfrm>
            <a:off x="519430" y="1638926"/>
            <a:ext cx="446278" cy="28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altLang="zh-CN" sz="1600" dirty="0"/>
              <a:t>R1</a:t>
            </a:r>
            <a:endParaRPr lang="zh-CN" altLang="en-US" sz="1600" dirty="0"/>
          </a:p>
        </p:txBody>
      </p:sp>
      <p:sp>
        <p:nvSpPr>
          <p:cNvPr id="41" name="文本占位符 2"/>
          <p:cNvSpPr txBox="1">
            <a:spLocks/>
          </p:cNvSpPr>
          <p:nvPr/>
        </p:nvSpPr>
        <p:spPr bwMode="gray">
          <a:xfrm>
            <a:off x="5474430" y="1610820"/>
            <a:ext cx="680934" cy="349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altLang="zh-CN" sz="1600" dirty="0"/>
              <a:t>PC1</a:t>
            </a:r>
          </a:p>
        </p:txBody>
      </p:sp>
      <p:cxnSp>
        <p:nvCxnSpPr>
          <p:cNvPr id="6" name="直接连接符 5"/>
          <p:cNvCxnSpPr/>
          <p:nvPr/>
        </p:nvCxnSpPr>
        <p:spPr bwMode="gray">
          <a:xfrm>
            <a:off x="1235239" y="2139778"/>
            <a:ext cx="0" cy="370071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 bwMode="gray">
          <a:xfrm>
            <a:off x="5251417" y="2095158"/>
            <a:ext cx="0" cy="370071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52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地址无状态自动配置示例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0" indent="0">
              <a:buNone/>
            </a:pPr>
            <a:r>
              <a:rPr lang="en-US" altLang="zh-CN" dirty="0"/>
              <a:t>IPv6</a:t>
            </a:r>
            <a:r>
              <a:rPr lang="zh-CN" altLang="en-US" dirty="0"/>
              <a:t>无状态地址配置通过交互</a:t>
            </a:r>
            <a:r>
              <a:rPr lang="en-US" altLang="zh-CN" dirty="0"/>
              <a:t>RS</a:t>
            </a:r>
            <a:r>
              <a:rPr lang="zh-CN" altLang="en-US" dirty="0"/>
              <a:t>和</a:t>
            </a:r>
            <a:r>
              <a:rPr lang="en-US" altLang="zh-CN" dirty="0"/>
              <a:t>RA</a:t>
            </a:r>
            <a:r>
              <a:rPr lang="zh-CN" altLang="en-US" dirty="0"/>
              <a:t>报文完成。</a:t>
            </a:r>
          </a:p>
        </p:txBody>
      </p:sp>
      <p:sp>
        <p:nvSpPr>
          <p:cNvPr id="4" name="Line 22"/>
          <p:cNvSpPr>
            <a:spLocks noChangeShapeType="1"/>
          </p:cNvSpPr>
          <p:nvPr/>
        </p:nvSpPr>
        <p:spPr bwMode="gray">
          <a:xfrm flipV="1">
            <a:off x="1486463" y="2541658"/>
            <a:ext cx="9072207" cy="157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Line 23"/>
          <p:cNvSpPr>
            <a:spLocks noChangeShapeType="1"/>
          </p:cNvSpPr>
          <p:nvPr/>
        </p:nvSpPr>
        <p:spPr bwMode="gray">
          <a:xfrm>
            <a:off x="2174133" y="2258517"/>
            <a:ext cx="1549" cy="267867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24"/>
          <p:cNvSpPr>
            <a:spLocks noChangeShapeType="1"/>
          </p:cNvSpPr>
          <p:nvPr/>
        </p:nvSpPr>
        <p:spPr bwMode="gray">
          <a:xfrm>
            <a:off x="9684357" y="2258517"/>
            <a:ext cx="0" cy="275871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25"/>
          <p:cNvSpPr txBox="1">
            <a:spLocks noChangeArrowheads="1"/>
          </p:cNvSpPr>
          <p:nvPr/>
        </p:nvSpPr>
        <p:spPr bwMode="gray">
          <a:xfrm>
            <a:off x="7380352" y="5715685"/>
            <a:ext cx="3288832" cy="37779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 fontAlgn="base">
              <a:lnSpc>
                <a:spcPct val="110000"/>
              </a:lnSpc>
            </a:pPr>
            <a:r>
              <a:rPr kumimoji="1" lang="en-US" altLang="zh-CN" sz="1600" dirty="0">
                <a:solidFill>
                  <a:srgbClr val="EC7061"/>
                </a:solidFill>
              </a:rPr>
              <a:t>IPv6 Address</a:t>
            </a:r>
            <a:r>
              <a:rPr kumimoji="1" lang="en-US" altLang="zh-CN" dirty="0">
                <a:solidFill>
                  <a:srgbClr val="EC7061"/>
                </a:solidFill>
              </a:rPr>
              <a:t> </a:t>
            </a:r>
            <a:r>
              <a:rPr kumimoji="1" lang="en-US" altLang="zh-CN" sz="1600" dirty="0">
                <a:solidFill>
                  <a:srgbClr val="EC7061"/>
                </a:solidFill>
              </a:rPr>
              <a:t>= 2001:DB8::1002</a:t>
            </a:r>
          </a:p>
        </p:txBody>
      </p:sp>
      <p:sp>
        <p:nvSpPr>
          <p:cNvPr id="8" name="Text Box 26"/>
          <p:cNvSpPr txBox="1">
            <a:spLocks noChangeArrowheads="1"/>
          </p:cNvSpPr>
          <p:nvPr/>
        </p:nvSpPr>
        <p:spPr bwMode="gray">
          <a:xfrm>
            <a:off x="8168517" y="2710764"/>
            <a:ext cx="3253421" cy="34605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 fontAlgn="base">
              <a:lnSpc>
                <a:spcPct val="110000"/>
              </a:lnSpc>
            </a:pPr>
            <a:r>
              <a:rPr kumimoji="1" lang="en-US" altLang="zh-CN" sz="1600" dirty="0"/>
              <a:t>Link-local Address = FE80::1002</a:t>
            </a:r>
          </a:p>
        </p:txBody>
      </p:sp>
      <p:sp>
        <p:nvSpPr>
          <p:cNvPr id="15" name="Text Box 31"/>
          <p:cNvSpPr txBox="1">
            <a:spLocks noChangeArrowheads="1"/>
          </p:cNvSpPr>
          <p:nvPr/>
        </p:nvSpPr>
        <p:spPr bwMode="gray">
          <a:xfrm>
            <a:off x="854009" y="2680021"/>
            <a:ext cx="3214146" cy="6340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 fontAlgn="base">
              <a:lnSpc>
                <a:spcPct val="110000"/>
              </a:lnSpc>
            </a:pPr>
            <a:r>
              <a:rPr kumimoji="1" lang="en-US" altLang="zh-CN" sz="1600" dirty="0"/>
              <a:t>Link-local Address =FE80::1001</a:t>
            </a:r>
          </a:p>
          <a:p>
            <a:pPr algn="ctr" fontAlgn="base">
              <a:lnSpc>
                <a:spcPct val="110000"/>
              </a:lnSpc>
            </a:pPr>
            <a:r>
              <a:rPr kumimoji="1" lang="en-US" altLang="zh-CN" sz="1600" dirty="0"/>
              <a:t>IPv6 Address = 2001:DB8::1/64</a:t>
            </a:r>
          </a:p>
        </p:txBody>
      </p:sp>
      <p:pic>
        <p:nvPicPr>
          <p:cNvPr id="18" name="图片 1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04133" y="1852381"/>
            <a:ext cx="540000" cy="442800"/>
          </a:xfrm>
          <a:prstGeom prst="rect">
            <a:avLst/>
          </a:prstGeom>
        </p:spPr>
      </p:pic>
      <p:pic>
        <p:nvPicPr>
          <p:cNvPr id="19" name="图片 18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9414826" y="1860855"/>
            <a:ext cx="539063" cy="414000"/>
          </a:xfrm>
          <a:prstGeom prst="rect">
            <a:avLst/>
          </a:prstGeom>
        </p:spPr>
      </p:pic>
      <p:cxnSp>
        <p:nvCxnSpPr>
          <p:cNvPr id="21" name="Straight Connector 73"/>
          <p:cNvCxnSpPr/>
          <p:nvPr/>
        </p:nvCxnSpPr>
        <p:spPr bwMode="gray">
          <a:xfrm>
            <a:off x="1969723" y="5370949"/>
            <a:ext cx="3204651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2" name="Oval 4"/>
          <p:cNvSpPr>
            <a:spLocks noChangeAspect="1"/>
          </p:cNvSpPr>
          <p:nvPr/>
        </p:nvSpPr>
        <p:spPr bwMode="gray">
          <a:xfrm>
            <a:off x="10107351" y="4190853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TextBox 19"/>
          <p:cNvSpPr txBox="1">
            <a:spLocks noChangeArrowheads="1"/>
          </p:cNvSpPr>
          <p:nvPr/>
        </p:nvSpPr>
        <p:spPr bwMode="gray">
          <a:xfrm>
            <a:off x="1717723" y="4014434"/>
            <a:ext cx="3456651" cy="1200329"/>
          </a:xfrm>
          <a:prstGeom prst="rect">
            <a:avLst/>
          </a:prstGeom>
          <a:solidFill>
            <a:srgbClr val="F4FBFE"/>
          </a:solidFill>
          <a:ln w="9525">
            <a:solidFill>
              <a:srgbClr val="99DFF9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</a:defRPr>
            </a:lvl1pPr>
            <a:lvl2pPr marL="742950" indent="-28575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sv-SE" altLang="zh-CN" sz="1800" dirty="0">
                <a:solidFill>
                  <a:srgbClr val="EC7061"/>
                </a:solidFill>
              </a:rPr>
              <a:t>RA </a:t>
            </a:r>
          </a:p>
          <a:p>
            <a:pPr algn="l"/>
            <a:r>
              <a:rPr lang="fr-FR" altLang="zh-CN" sz="1800" dirty="0">
                <a:solidFill>
                  <a:schemeClr val="tx1"/>
                </a:solidFill>
              </a:rPr>
              <a:t>Source: FE80::1001</a:t>
            </a:r>
            <a:r>
              <a:rPr lang="zh-CN" altLang="fr-FR" sz="1800" dirty="0">
                <a:solidFill>
                  <a:schemeClr val="tx1"/>
                </a:solidFill>
              </a:rPr>
              <a:t>　 </a:t>
            </a:r>
            <a:r>
              <a:rPr lang="fr-FR" altLang="zh-CN" sz="1800" dirty="0">
                <a:solidFill>
                  <a:schemeClr val="tx1"/>
                </a:solidFill>
              </a:rPr>
              <a:t>Destination: FF02::1</a:t>
            </a:r>
          </a:p>
          <a:p>
            <a:pPr algn="l"/>
            <a:r>
              <a:rPr lang="fr-FR" altLang="zh-CN" sz="1800" dirty="0">
                <a:solidFill>
                  <a:srgbClr val="EC7061"/>
                </a:solidFill>
              </a:rPr>
              <a:t>(M=0</a:t>
            </a:r>
            <a:r>
              <a:rPr lang="zh-CN" altLang="en-US" sz="1800" dirty="0">
                <a:solidFill>
                  <a:srgbClr val="EC7061"/>
                </a:solidFill>
              </a:rPr>
              <a:t>，</a:t>
            </a:r>
            <a:r>
              <a:rPr lang="fr-FR" altLang="zh-CN" sz="1800" dirty="0">
                <a:solidFill>
                  <a:srgbClr val="EC7061"/>
                </a:solidFill>
              </a:rPr>
              <a:t>Prefix: 2001:DB8::/64)</a:t>
            </a:r>
          </a:p>
        </p:txBody>
      </p:sp>
      <p:sp>
        <p:nvSpPr>
          <p:cNvPr id="26" name="TextBox 19"/>
          <p:cNvSpPr txBox="1">
            <a:spLocks noChangeArrowheads="1"/>
          </p:cNvSpPr>
          <p:nvPr/>
        </p:nvSpPr>
        <p:spPr bwMode="gray">
          <a:xfrm>
            <a:off x="6902700" y="3237160"/>
            <a:ext cx="3456651" cy="923330"/>
          </a:xfrm>
          <a:prstGeom prst="rect">
            <a:avLst/>
          </a:prstGeom>
          <a:solidFill>
            <a:srgbClr val="F4FBFE"/>
          </a:solidFill>
          <a:ln w="9525">
            <a:solidFill>
              <a:srgbClr val="99DFF9"/>
            </a:solidFill>
            <a:miter lim="800000"/>
            <a:headEnd/>
            <a:tailEnd/>
          </a:ln>
        </p:spPr>
        <p:txBody>
          <a:bodyPr wrap="square" anchor="ctr" anchorCtr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</a:defRPr>
            </a:lvl1pPr>
            <a:lvl2pPr marL="742950" indent="-28575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zh-CN" sz="1800" dirty="0">
                <a:solidFill>
                  <a:srgbClr val="EC7061"/>
                </a:solidFill>
              </a:rPr>
              <a:t>RS</a:t>
            </a:r>
          </a:p>
          <a:p>
            <a:pPr algn="l"/>
            <a:r>
              <a:rPr lang="fr-FR" altLang="zh-CN" sz="1800" dirty="0">
                <a:solidFill>
                  <a:schemeClr val="tx1"/>
                </a:solidFill>
              </a:rPr>
              <a:t>Source: FE80::1002</a:t>
            </a:r>
            <a:r>
              <a:rPr lang="zh-CN" altLang="fr-FR" sz="1800" dirty="0">
                <a:solidFill>
                  <a:schemeClr val="tx1"/>
                </a:solidFill>
              </a:rPr>
              <a:t>　</a:t>
            </a:r>
            <a:r>
              <a:rPr lang="fr-FR" altLang="zh-CN" sz="1800" dirty="0">
                <a:solidFill>
                  <a:schemeClr val="tx1"/>
                </a:solidFill>
              </a:rPr>
              <a:t>Destination: FF02::2</a:t>
            </a:r>
          </a:p>
        </p:txBody>
      </p:sp>
      <p:cxnSp>
        <p:nvCxnSpPr>
          <p:cNvPr id="28" name="Straight Connector 75"/>
          <p:cNvCxnSpPr/>
          <p:nvPr/>
        </p:nvCxnSpPr>
        <p:spPr bwMode="gray">
          <a:xfrm flipH="1">
            <a:off x="6902700" y="4331377"/>
            <a:ext cx="3204651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9" name="Oval 4"/>
          <p:cNvSpPr>
            <a:spLocks noChangeAspect="1"/>
          </p:cNvSpPr>
          <p:nvPr/>
        </p:nvSpPr>
        <p:spPr bwMode="gray">
          <a:xfrm>
            <a:off x="1717723" y="5244949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Oval 4"/>
          <p:cNvSpPr>
            <a:spLocks noChangeAspect="1"/>
          </p:cNvSpPr>
          <p:nvPr/>
        </p:nvSpPr>
        <p:spPr bwMode="gray">
          <a:xfrm>
            <a:off x="7197861" y="5791723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占位符 2"/>
          <p:cNvSpPr txBox="1">
            <a:spLocks/>
          </p:cNvSpPr>
          <p:nvPr/>
        </p:nvSpPr>
        <p:spPr bwMode="gray">
          <a:xfrm>
            <a:off x="1486463" y="1929934"/>
            <a:ext cx="446278" cy="28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altLang="zh-CN" sz="1600" dirty="0"/>
              <a:t>R1</a:t>
            </a:r>
            <a:endParaRPr lang="zh-CN" altLang="en-US" sz="1600" dirty="0"/>
          </a:p>
        </p:txBody>
      </p:sp>
      <p:sp>
        <p:nvSpPr>
          <p:cNvPr id="25" name="文本占位符 2"/>
          <p:cNvSpPr txBox="1">
            <a:spLocks/>
          </p:cNvSpPr>
          <p:nvPr/>
        </p:nvSpPr>
        <p:spPr bwMode="gray">
          <a:xfrm>
            <a:off x="9988250" y="1901353"/>
            <a:ext cx="680934" cy="349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altLang="zh-CN" sz="1600" dirty="0"/>
              <a:t>PC1</a:t>
            </a:r>
          </a:p>
        </p:txBody>
      </p:sp>
    </p:spTree>
    <p:extLst>
      <p:ext uri="{BB962C8B-B14F-4D97-AF65-F5344CB8AC3E}">
        <p14:creationId xmlns:p14="http://schemas.microsoft.com/office/powerpoint/2010/main" val="2562055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RA</a:t>
            </a:r>
            <a:r>
              <a:rPr lang="zh-CN" altLang="en-US" dirty="0"/>
              <a:t>报文中的</a:t>
            </a:r>
            <a:r>
              <a:rPr lang="en-US" altLang="zh-CN" dirty="0"/>
              <a:t>Flags</a:t>
            </a:r>
            <a:r>
              <a:rPr lang="zh-CN" altLang="en-US" dirty="0"/>
              <a:t>字段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endParaRPr lang="zh-CN" altLang="en-US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05199" y="1262067"/>
          <a:ext cx="3816424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Internet Control Message Protocol V6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+mj-lt"/>
                        </a:rPr>
                        <a:t>Type</a:t>
                      </a:r>
                      <a:r>
                        <a:rPr lang="zh-CN" altLang="en-US" sz="1300" dirty="0">
                          <a:latin typeface="+mj-lt"/>
                        </a:rPr>
                        <a:t>：</a:t>
                      </a:r>
                      <a:r>
                        <a:rPr lang="en-US" altLang="zh-CN" sz="1300" dirty="0">
                          <a:latin typeface="+mj-lt"/>
                        </a:rPr>
                        <a:t>134</a:t>
                      </a:r>
                      <a:r>
                        <a:rPr lang="zh-CN" altLang="en-US" sz="1300" dirty="0">
                          <a:latin typeface="+mj-lt"/>
                        </a:rPr>
                        <a:t>（</a:t>
                      </a:r>
                      <a:r>
                        <a:rPr lang="en-US" altLang="zh-CN" sz="1300" dirty="0">
                          <a:latin typeface="+mj-lt"/>
                        </a:rPr>
                        <a:t>Router advertisement</a:t>
                      </a:r>
                      <a:r>
                        <a:rPr lang="zh-CN" altLang="en-US" sz="1300" dirty="0">
                          <a:latin typeface="+mj-lt"/>
                        </a:rPr>
                        <a:t>）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j-lt"/>
                        </a:rPr>
                        <a:t>Code</a:t>
                      </a:r>
                      <a:r>
                        <a:rPr lang="zh-CN" altLang="en-US" sz="1300">
                          <a:latin typeface="+mj-lt"/>
                        </a:rPr>
                        <a:t>：</a:t>
                      </a:r>
                      <a:r>
                        <a:rPr lang="en-US" altLang="zh-CN" sz="1300">
                          <a:latin typeface="+mj-lt"/>
                        </a:rPr>
                        <a:t>0</a:t>
                      </a:r>
                      <a:endParaRPr lang="zh-CN" altLang="en-US" sz="130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j-lt"/>
                        </a:rPr>
                        <a:t>Checksum</a:t>
                      </a:r>
                      <a:r>
                        <a:rPr lang="zh-CN" altLang="en-US" sz="1300">
                          <a:latin typeface="+mj-lt"/>
                        </a:rPr>
                        <a:t>：</a:t>
                      </a:r>
                      <a:r>
                        <a:rPr lang="en-US" altLang="zh-CN" sz="1300">
                          <a:latin typeface="+mj-lt"/>
                        </a:rPr>
                        <a:t>0x4a68 [Correct]</a:t>
                      </a:r>
                      <a:endParaRPr lang="zh-CN" altLang="en-US" sz="130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+mj-lt"/>
                        </a:rPr>
                        <a:t>Cur Hop Limit</a:t>
                      </a:r>
                      <a:r>
                        <a:rPr lang="zh-CN" altLang="en-US" sz="1300" dirty="0">
                          <a:latin typeface="+mj-lt"/>
                        </a:rPr>
                        <a:t>：</a:t>
                      </a:r>
                      <a:r>
                        <a:rPr lang="en-US" altLang="zh-CN" sz="1300" dirty="0">
                          <a:latin typeface="+mj-lt"/>
                        </a:rPr>
                        <a:t>64</a:t>
                      </a:r>
                      <a:endParaRPr lang="zh-CN" altLang="en-US" sz="1300" dirty="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j-lt"/>
                        </a:rPr>
                        <a:t>Flags</a:t>
                      </a:r>
                      <a:r>
                        <a:rPr lang="zh-CN" altLang="en-US" sz="1300">
                          <a:latin typeface="+mj-lt"/>
                        </a:rPr>
                        <a:t>：</a:t>
                      </a:r>
                      <a:r>
                        <a:rPr lang="en-US" altLang="zh-CN" sz="1300">
                          <a:latin typeface="+mj-lt"/>
                        </a:rPr>
                        <a:t>0x00</a:t>
                      </a:r>
                      <a:endParaRPr lang="zh-CN" altLang="en-US" sz="130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b="1" dirty="0">
                          <a:solidFill>
                            <a:srgbClr val="EC7061"/>
                          </a:solidFill>
                          <a:latin typeface="+mj-lt"/>
                        </a:rPr>
                        <a:t>     0 . . .  . . . .  = Not managed</a:t>
                      </a:r>
                      <a:endParaRPr lang="zh-CN" altLang="en-US" sz="1300" b="1" dirty="0">
                        <a:solidFill>
                          <a:srgbClr val="EC7061"/>
                        </a:solidFill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zh-CN" sz="1300" b="1" dirty="0">
                          <a:solidFill>
                            <a:srgbClr val="EC7061"/>
                          </a:solidFill>
                          <a:latin typeface="+mj-lt"/>
                        </a:rPr>
                        <a:t>. 0 . .  . . . .  = Not Other</a:t>
                      </a:r>
                      <a:endParaRPr lang="zh-CN" altLang="en-US" sz="1300" b="1" dirty="0">
                        <a:solidFill>
                          <a:srgbClr val="EC7061"/>
                        </a:solidFill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latin typeface="+mj-lt"/>
                        </a:rPr>
                        <a:t>     . . </a:t>
                      </a:r>
                      <a:r>
                        <a:rPr lang="en-US" altLang="zh-CN" sz="1300" b="0">
                          <a:latin typeface="+mj-lt"/>
                        </a:rPr>
                        <a:t>0</a:t>
                      </a:r>
                      <a:r>
                        <a:rPr lang="en-US" altLang="zh-CN" sz="1300" b="1">
                          <a:latin typeface="+mj-lt"/>
                        </a:rPr>
                        <a:t> .  . . . .  </a:t>
                      </a:r>
                      <a:r>
                        <a:rPr lang="en-US" altLang="zh-CN" sz="1300" b="0">
                          <a:latin typeface="+mj-lt"/>
                        </a:rPr>
                        <a:t>= Not Home Agent</a:t>
                      </a:r>
                      <a:endParaRPr lang="zh-CN" altLang="en-US" sz="1300" b="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latin typeface="+mj-lt"/>
                        </a:rPr>
                        <a:t>     . . . </a:t>
                      </a:r>
                      <a:r>
                        <a:rPr lang="en-US" altLang="zh-CN" sz="1300" b="0">
                          <a:latin typeface="+mj-lt"/>
                        </a:rPr>
                        <a:t>0</a:t>
                      </a:r>
                      <a:r>
                        <a:rPr lang="en-US" altLang="zh-CN" sz="1300" b="1">
                          <a:latin typeface="+mj-lt"/>
                        </a:rPr>
                        <a:t>  . . . .  </a:t>
                      </a:r>
                      <a:r>
                        <a:rPr lang="en-US" altLang="zh-CN" sz="1300" b="0">
                          <a:latin typeface="+mj-lt"/>
                        </a:rPr>
                        <a:t>= Router Preference: Medium</a:t>
                      </a:r>
                      <a:endParaRPr lang="zh-CN" altLang="en-US" sz="1300" b="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latin typeface="+mj-lt"/>
                        </a:rPr>
                        <a:t>     . . . .  .</a:t>
                      </a:r>
                      <a:r>
                        <a:rPr lang="en-US" altLang="zh-CN" sz="1300" b="1" baseline="0">
                          <a:latin typeface="+mj-lt"/>
                        </a:rPr>
                        <a:t> </a:t>
                      </a:r>
                      <a:r>
                        <a:rPr lang="en-US" altLang="zh-CN" sz="1300" b="0" baseline="0">
                          <a:latin typeface="+mj-lt"/>
                        </a:rPr>
                        <a:t>0</a:t>
                      </a:r>
                      <a:r>
                        <a:rPr lang="en-US" altLang="zh-CN" sz="1300" b="1" baseline="0">
                          <a:latin typeface="+mj-lt"/>
                        </a:rPr>
                        <a:t> . .  </a:t>
                      </a:r>
                      <a:r>
                        <a:rPr lang="en-US" altLang="zh-CN" sz="1300" b="0" baseline="0">
                          <a:latin typeface="+mj-lt"/>
                        </a:rPr>
                        <a:t>= Not Proxied</a:t>
                      </a:r>
                      <a:endParaRPr lang="zh-CN" altLang="en-US" sz="1300" b="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j-lt"/>
                        </a:rPr>
                        <a:t>Router Lifetime</a:t>
                      </a:r>
                      <a:r>
                        <a:rPr lang="zh-CN" altLang="en-US" sz="1300">
                          <a:latin typeface="+mj-lt"/>
                        </a:rPr>
                        <a:t>：</a:t>
                      </a:r>
                      <a:r>
                        <a:rPr lang="en-US" altLang="zh-CN" sz="1300">
                          <a:latin typeface="+mj-lt"/>
                        </a:rPr>
                        <a:t>1800</a:t>
                      </a:r>
                      <a:endParaRPr lang="zh-CN" altLang="en-US" sz="130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j-lt"/>
                        </a:rPr>
                        <a:t>Reachable time </a:t>
                      </a:r>
                      <a:r>
                        <a:rPr lang="zh-CN" altLang="en-US" sz="1300">
                          <a:latin typeface="+mj-lt"/>
                        </a:rPr>
                        <a:t>：</a:t>
                      </a:r>
                      <a:r>
                        <a:rPr lang="en-US" altLang="zh-CN" sz="1300">
                          <a:latin typeface="+mj-lt"/>
                        </a:rPr>
                        <a:t>0</a:t>
                      </a:r>
                      <a:endParaRPr lang="zh-CN" altLang="en-US" sz="130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j-lt"/>
                        </a:rPr>
                        <a:t>Retrans</a:t>
                      </a:r>
                      <a:r>
                        <a:rPr lang="en-US" altLang="zh-CN" sz="1300" baseline="0">
                          <a:latin typeface="+mj-lt"/>
                        </a:rPr>
                        <a:t> timer</a:t>
                      </a:r>
                      <a:r>
                        <a:rPr lang="zh-CN" altLang="en-US" sz="1300" baseline="0">
                          <a:latin typeface="+mj-lt"/>
                        </a:rPr>
                        <a:t>：</a:t>
                      </a:r>
                      <a:r>
                        <a:rPr lang="en-US" altLang="zh-CN" sz="1300" baseline="0">
                          <a:latin typeface="+mj-lt"/>
                        </a:rPr>
                        <a:t>0</a:t>
                      </a:r>
                      <a:endParaRPr lang="zh-CN" altLang="en-US" sz="130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j-lt"/>
                        </a:rPr>
                        <a:t>ICMPv6 Option </a:t>
                      </a:r>
                      <a:r>
                        <a:rPr lang="zh-CN" altLang="en-US" sz="1300">
                          <a:latin typeface="+mj-lt"/>
                        </a:rPr>
                        <a:t>（</a:t>
                      </a:r>
                      <a:r>
                        <a:rPr lang="en-US" altLang="zh-CN" sz="1300">
                          <a:latin typeface="+mj-lt"/>
                        </a:rPr>
                        <a:t>Source Link-layer address</a:t>
                      </a:r>
                      <a:r>
                        <a:rPr lang="zh-CN" altLang="en-US" sz="1300">
                          <a:latin typeface="+mj-lt"/>
                        </a:rPr>
                        <a:t>）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ICMPv6 Option </a:t>
                      </a:r>
                      <a:r>
                        <a:rPr lang="zh-CN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MTU</a:t>
                      </a:r>
                      <a:r>
                        <a:rPr lang="zh-CN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ICMPv6 Option </a:t>
                      </a:r>
                      <a:r>
                        <a:rPr lang="zh-CN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Prefix information</a:t>
                      </a:r>
                      <a:r>
                        <a:rPr lang="zh-CN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8" name="Group 14"/>
          <p:cNvGrpSpPr>
            <a:grpSpLocks noChangeAspect="1"/>
          </p:cNvGrpSpPr>
          <p:nvPr/>
        </p:nvGrpSpPr>
        <p:grpSpPr bwMode="gray">
          <a:xfrm>
            <a:off x="600067" y="2804715"/>
            <a:ext cx="108202" cy="108202"/>
            <a:chOff x="3491880" y="4399369"/>
            <a:chExt cx="288032" cy="288032"/>
          </a:xfrm>
        </p:grpSpPr>
        <p:sp>
          <p:nvSpPr>
            <p:cNvPr id="9" name="Rectangle 8"/>
            <p:cNvSpPr/>
            <p:nvPr/>
          </p:nvSpPr>
          <p:spPr bwMode="gray">
            <a:xfrm>
              <a:off x="3491880" y="4399369"/>
              <a:ext cx="288032" cy="28803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/>
            </a:p>
          </p:txBody>
        </p:sp>
        <p:cxnSp>
          <p:nvCxnSpPr>
            <p:cNvPr id="10" name="Straight Connector 10"/>
            <p:cNvCxnSpPr>
              <a:stCxn id="9" idx="1"/>
              <a:endCxn id="9" idx="3"/>
            </p:cNvCxnSpPr>
            <p:nvPr/>
          </p:nvCxnSpPr>
          <p:spPr bwMode="gray">
            <a:xfrm>
              <a:off x="3491880" y="4543385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" name="Group 16"/>
          <p:cNvGrpSpPr>
            <a:grpSpLocks noChangeAspect="1"/>
          </p:cNvGrpSpPr>
          <p:nvPr/>
        </p:nvGrpSpPr>
        <p:grpSpPr bwMode="gray">
          <a:xfrm>
            <a:off x="600067" y="5418375"/>
            <a:ext cx="108202" cy="108202"/>
            <a:chOff x="3491880" y="4399369"/>
            <a:chExt cx="288032" cy="288032"/>
          </a:xfrm>
        </p:grpSpPr>
        <p:sp>
          <p:nvSpPr>
            <p:cNvPr id="12" name="Rectangle 17"/>
            <p:cNvSpPr/>
            <p:nvPr/>
          </p:nvSpPr>
          <p:spPr bwMode="gray">
            <a:xfrm>
              <a:off x="3491880" y="4399369"/>
              <a:ext cx="288032" cy="28803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/>
            </a:p>
          </p:txBody>
        </p:sp>
        <p:cxnSp>
          <p:nvCxnSpPr>
            <p:cNvPr id="13" name="Straight Connector 18"/>
            <p:cNvCxnSpPr>
              <a:stCxn id="12" idx="1"/>
              <a:endCxn id="12" idx="3"/>
            </p:cNvCxnSpPr>
            <p:nvPr/>
          </p:nvCxnSpPr>
          <p:spPr bwMode="gray">
            <a:xfrm>
              <a:off x="3491880" y="4543385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9"/>
            <p:cNvCxnSpPr>
              <a:stCxn id="12" idx="2"/>
              <a:endCxn id="12" idx="0"/>
            </p:cNvCxnSpPr>
            <p:nvPr/>
          </p:nvCxnSpPr>
          <p:spPr bwMode="gray">
            <a:xfrm flipV="1">
              <a:off x="3635896" y="4399369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5" name="Group 20"/>
          <p:cNvGrpSpPr>
            <a:grpSpLocks noChangeAspect="1"/>
          </p:cNvGrpSpPr>
          <p:nvPr/>
        </p:nvGrpSpPr>
        <p:grpSpPr bwMode="gray">
          <a:xfrm>
            <a:off x="600067" y="5692695"/>
            <a:ext cx="108202" cy="108202"/>
            <a:chOff x="3491880" y="4399369"/>
            <a:chExt cx="288032" cy="288032"/>
          </a:xfrm>
        </p:grpSpPr>
        <p:sp>
          <p:nvSpPr>
            <p:cNvPr id="16" name="Rectangle 21"/>
            <p:cNvSpPr/>
            <p:nvPr/>
          </p:nvSpPr>
          <p:spPr bwMode="gray">
            <a:xfrm>
              <a:off x="3491880" y="4399369"/>
              <a:ext cx="288032" cy="28803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/>
            </a:p>
          </p:txBody>
        </p:sp>
        <p:cxnSp>
          <p:nvCxnSpPr>
            <p:cNvPr id="17" name="Straight Connector 22"/>
            <p:cNvCxnSpPr>
              <a:stCxn id="16" idx="1"/>
              <a:endCxn id="16" idx="3"/>
            </p:cNvCxnSpPr>
            <p:nvPr/>
          </p:nvCxnSpPr>
          <p:spPr bwMode="gray">
            <a:xfrm>
              <a:off x="3491880" y="4543385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23"/>
            <p:cNvCxnSpPr>
              <a:stCxn id="16" idx="2"/>
              <a:endCxn id="16" idx="0"/>
            </p:cNvCxnSpPr>
            <p:nvPr/>
          </p:nvCxnSpPr>
          <p:spPr bwMode="gray">
            <a:xfrm flipV="1">
              <a:off x="3635896" y="4399369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9" name="Group 25"/>
          <p:cNvGrpSpPr>
            <a:grpSpLocks noChangeAspect="1"/>
          </p:cNvGrpSpPr>
          <p:nvPr/>
        </p:nvGrpSpPr>
        <p:grpSpPr bwMode="gray">
          <a:xfrm>
            <a:off x="600067" y="5967015"/>
            <a:ext cx="108202" cy="108202"/>
            <a:chOff x="3491880" y="4399369"/>
            <a:chExt cx="288032" cy="288032"/>
          </a:xfrm>
        </p:grpSpPr>
        <p:sp>
          <p:nvSpPr>
            <p:cNvPr id="20" name="Rectangle 26"/>
            <p:cNvSpPr/>
            <p:nvPr/>
          </p:nvSpPr>
          <p:spPr bwMode="gray">
            <a:xfrm>
              <a:off x="3491880" y="4399369"/>
              <a:ext cx="288032" cy="28803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/>
            </a:p>
          </p:txBody>
        </p:sp>
        <p:cxnSp>
          <p:nvCxnSpPr>
            <p:cNvPr id="21" name="Straight Connector 27"/>
            <p:cNvCxnSpPr>
              <a:stCxn id="20" idx="1"/>
              <a:endCxn id="20" idx="3"/>
            </p:cNvCxnSpPr>
            <p:nvPr/>
          </p:nvCxnSpPr>
          <p:spPr bwMode="gray">
            <a:xfrm>
              <a:off x="3491880" y="4543385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8"/>
            <p:cNvCxnSpPr>
              <a:stCxn id="20" idx="2"/>
              <a:endCxn id="20" idx="0"/>
            </p:cNvCxnSpPr>
            <p:nvPr/>
          </p:nvCxnSpPr>
          <p:spPr bwMode="gray">
            <a:xfrm flipV="1">
              <a:off x="3635896" y="4399369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3" name="Rectangle 29"/>
          <p:cNvSpPr/>
          <p:nvPr/>
        </p:nvSpPr>
        <p:spPr bwMode="gray">
          <a:xfrm>
            <a:off x="4105599" y="1664222"/>
            <a:ext cx="7640314" cy="2067233"/>
          </a:xfrm>
          <a:prstGeom prst="rect">
            <a:avLst/>
          </a:prstGeom>
          <a:solidFill>
            <a:srgbClr val="F4FBFE"/>
          </a:solidFill>
          <a:ln w="28575"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M-bit</a:t>
            </a:r>
            <a:r>
              <a:rPr lang="zh-CN" altLang="en-US" sz="1600" dirty="0"/>
              <a:t>：管理地址配置标识</a:t>
            </a:r>
            <a:endParaRPr lang="en-US" altLang="zh-CN" sz="1600" dirty="0"/>
          </a:p>
          <a:p>
            <a:pPr marL="742990" lvl="1" indent="-285750">
              <a:lnSpc>
                <a:spcPts val="2200"/>
              </a:lnSpc>
              <a:buFont typeface="Huawei Sans" panose="020C0503030203020204" pitchFamily="34" charset="0"/>
              <a:buChar char="▫"/>
            </a:pPr>
            <a:r>
              <a:rPr lang="en-US" altLang="zh-CN" sz="1600" dirty="0"/>
              <a:t>M-bit</a:t>
            </a:r>
            <a:r>
              <a:rPr lang="zh-CN" altLang="en-US" sz="1600" dirty="0"/>
              <a:t>默认为</a:t>
            </a:r>
            <a:r>
              <a:rPr lang="en-US" altLang="zh-CN" sz="1600" dirty="0"/>
              <a:t>0</a:t>
            </a:r>
            <a:r>
              <a:rPr lang="zh-CN" altLang="en-US" sz="1600" dirty="0"/>
              <a:t>，此时收到该</a:t>
            </a:r>
            <a:r>
              <a:rPr lang="en-US" altLang="zh-CN" sz="1600" dirty="0"/>
              <a:t>RA</a:t>
            </a:r>
            <a:r>
              <a:rPr lang="zh-CN" altLang="en-US" sz="1600" dirty="0"/>
              <a:t>的终端将使用</a:t>
            </a:r>
            <a:r>
              <a:rPr lang="en-US" altLang="zh-CN" sz="1600" dirty="0"/>
              <a:t>RA</a:t>
            </a:r>
            <a:r>
              <a:rPr lang="zh-CN" altLang="en-US" sz="1600" dirty="0"/>
              <a:t>中包含的</a:t>
            </a:r>
            <a:r>
              <a:rPr lang="en-US" altLang="zh-CN" sz="1600" dirty="0"/>
              <a:t>IPv6</a:t>
            </a:r>
            <a:r>
              <a:rPr lang="zh-CN" altLang="en-US" sz="1600" dirty="0"/>
              <a:t>前缀来构造单播地址，即采用无状态地址自动配置。</a:t>
            </a:r>
          </a:p>
          <a:p>
            <a:pPr marL="742990" lvl="1" indent="-285750">
              <a:lnSpc>
                <a:spcPts val="2200"/>
              </a:lnSpc>
              <a:buFont typeface="Huawei Sans" panose="020C0503030203020204" pitchFamily="34" charset="0"/>
              <a:buChar char="▫"/>
            </a:pPr>
            <a:r>
              <a:rPr lang="en-US" altLang="zh-CN" sz="1600" dirty="0"/>
              <a:t>M-bit</a:t>
            </a:r>
            <a:r>
              <a:rPr lang="zh-CN" altLang="en-US" sz="1600" dirty="0"/>
              <a:t>设置为</a:t>
            </a:r>
            <a:r>
              <a:rPr lang="en-US" altLang="zh-CN" sz="1600" dirty="0"/>
              <a:t>1</a:t>
            </a:r>
            <a:r>
              <a:rPr lang="zh-CN" altLang="en-US" sz="1600" dirty="0"/>
              <a:t>时，收到该</a:t>
            </a:r>
            <a:r>
              <a:rPr lang="en-US" altLang="zh-CN" sz="1600" dirty="0"/>
              <a:t>RA</a:t>
            </a:r>
            <a:r>
              <a:rPr lang="zh-CN" altLang="en-US" sz="1600" dirty="0"/>
              <a:t>的终端将使用</a:t>
            </a:r>
            <a:r>
              <a:rPr lang="en-US" altLang="zh-CN" sz="1600" dirty="0"/>
              <a:t>DHCPv6</a:t>
            </a:r>
            <a:r>
              <a:rPr lang="zh-CN" altLang="en-US" sz="1600" dirty="0"/>
              <a:t>来</a:t>
            </a:r>
            <a:r>
              <a:rPr lang="zh-CN" altLang="en-US" sz="1600"/>
              <a:t>获取地址及其他信息。</a:t>
            </a:r>
            <a:r>
              <a:rPr lang="zh-CN" altLang="en-US" sz="1600" dirty="0"/>
              <a:t>当</a:t>
            </a:r>
            <a:r>
              <a:rPr lang="en-US" altLang="zh-CN" sz="1600" dirty="0"/>
              <a:t>M-bit</a:t>
            </a:r>
            <a:r>
              <a:rPr lang="zh-CN" altLang="en-US" sz="1600" dirty="0"/>
              <a:t>为</a:t>
            </a:r>
            <a:r>
              <a:rPr lang="en-US" altLang="zh-CN" sz="1600" dirty="0"/>
              <a:t>1</a:t>
            </a:r>
            <a:r>
              <a:rPr lang="zh-CN" altLang="en-US" sz="1600" dirty="0"/>
              <a:t>时，终端可以忽略</a:t>
            </a:r>
            <a:r>
              <a:rPr lang="en-US" altLang="zh-CN" sz="1600" dirty="0"/>
              <a:t>O-bit</a:t>
            </a:r>
            <a:r>
              <a:rPr lang="zh-CN" altLang="en-US" sz="1600" dirty="0"/>
              <a:t>。也即终端将使用</a:t>
            </a:r>
            <a:r>
              <a:rPr lang="en-US" altLang="zh-CN" sz="1600" dirty="0"/>
              <a:t>DHCPv6</a:t>
            </a:r>
            <a:r>
              <a:rPr lang="zh-CN" altLang="en-US" sz="1600" dirty="0"/>
              <a:t>来获取地址及其他信息（如</a:t>
            </a:r>
            <a:r>
              <a:rPr lang="en-US" altLang="zh-CN" sz="1600" dirty="0"/>
              <a:t>DNS</a:t>
            </a:r>
            <a:r>
              <a:rPr lang="zh-CN" altLang="en-US" sz="1600" dirty="0"/>
              <a:t>等）。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使用如下命令，可将</a:t>
            </a:r>
            <a:r>
              <a:rPr lang="en-US" altLang="zh-CN" sz="1600" dirty="0"/>
              <a:t>M-bit</a:t>
            </a:r>
            <a:r>
              <a:rPr lang="zh-CN" altLang="en-US" sz="1600" dirty="0"/>
              <a:t>设置为</a:t>
            </a:r>
            <a:r>
              <a:rPr lang="en-US" altLang="zh-CN" sz="1600" dirty="0"/>
              <a:t>1</a:t>
            </a:r>
            <a:r>
              <a:rPr lang="zh-CN" altLang="en-US" sz="1600" dirty="0"/>
              <a:t>：</a:t>
            </a:r>
            <a:r>
              <a:rPr lang="en-US" altLang="zh-CN" sz="1600" dirty="0"/>
              <a:t>ipv6 </a:t>
            </a:r>
            <a:r>
              <a:rPr lang="en-US" altLang="zh-CN" sz="1600" dirty="0" err="1"/>
              <a:t>nd</a:t>
            </a:r>
            <a:r>
              <a:rPr lang="en-US" altLang="zh-CN" sz="1600" dirty="0"/>
              <a:t> </a:t>
            </a:r>
            <a:r>
              <a:rPr lang="en-US" altLang="zh-CN" sz="1600" dirty="0" err="1"/>
              <a:t>autoconfig</a:t>
            </a:r>
            <a:r>
              <a:rPr lang="en-US" altLang="zh-CN" sz="1600" dirty="0"/>
              <a:t> managed-address-flag</a:t>
            </a:r>
          </a:p>
        </p:txBody>
      </p:sp>
      <p:cxnSp>
        <p:nvCxnSpPr>
          <p:cNvPr id="24" name="Straight Arrow Connector 30"/>
          <p:cNvCxnSpPr/>
          <p:nvPr/>
        </p:nvCxnSpPr>
        <p:spPr bwMode="gray">
          <a:xfrm flipH="1">
            <a:off x="3313511" y="3171167"/>
            <a:ext cx="792088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5" name="Straight Arrow Connector 24"/>
          <p:cNvCxnSpPr/>
          <p:nvPr/>
        </p:nvCxnSpPr>
        <p:spPr bwMode="gray">
          <a:xfrm flipH="1" flipV="1">
            <a:off x="3108960" y="3448616"/>
            <a:ext cx="416755" cy="71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6" name="Straight Connector 5"/>
          <p:cNvCxnSpPr/>
          <p:nvPr/>
        </p:nvCxnSpPr>
        <p:spPr bwMode="gray">
          <a:xfrm>
            <a:off x="3516193" y="3448616"/>
            <a:ext cx="1113559" cy="822939"/>
          </a:xfrm>
          <a:prstGeom prst="line">
            <a:avLst/>
          </a:prstGeom>
          <a:ln w="25400">
            <a:solidFill>
              <a:srgbClr val="EC7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2"/>
          <p:cNvSpPr/>
          <p:nvPr/>
        </p:nvSpPr>
        <p:spPr bwMode="gray">
          <a:xfrm>
            <a:off x="4543125" y="3976004"/>
            <a:ext cx="7202788" cy="1785104"/>
          </a:xfrm>
          <a:prstGeom prst="rect">
            <a:avLst/>
          </a:prstGeom>
          <a:solidFill>
            <a:srgbClr val="F3FBFE"/>
          </a:solidFill>
          <a:ln w="28575"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O-bit</a:t>
            </a:r>
            <a:r>
              <a:rPr lang="zh-CN" altLang="en-US" sz="1600" dirty="0"/>
              <a:t>：其它有状态配置标识</a:t>
            </a:r>
            <a:endParaRPr lang="en-US" altLang="zh-CN" sz="1600" dirty="0"/>
          </a:p>
          <a:p>
            <a:pPr marL="742990" lvl="1" indent="-285750">
              <a:lnSpc>
                <a:spcPts val="2200"/>
              </a:lnSpc>
              <a:buFont typeface="Huawei Sans" panose="020C0503030203020204" pitchFamily="34" charset="0"/>
              <a:buChar char="▫"/>
            </a:pPr>
            <a:r>
              <a:rPr lang="en-US" altLang="zh-CN" sz="1600" dirty="0"/>
              <a:t>O-bit</a:t>
            </a:r>
            <a:r>
              <a:rPr lang="zh-CN" altLang="en-US" sz="1600" dirty="0"/>
              <a:t>默认为</a:t>
            </a:r>
            <a:r>
              <a:rPr lang="en-US" altLang="zh-CN" sz="1600" dirty="0"/>
              <a:t>0</a:t>
            </a:r>
            <a:r>
              <a:rPr lang="zh-CN" altLang="en-US" sz="1600" dirty="0"/>
              <a:t>，此时收到该</a:t>
            </a:r>
            <a:r>
              <a:rPr lang="en-US" altLang="zh-CN" sz="1600" dirty="0"/>
              <a:t>RA</a:t>
            </a:r>
            <a:r>
              <a:rPr lang="zh-CN" altLang="en-US" sz="1600" dirty="0"/>
              <a:t>的终端进行无状态自动配置。即路由设备通过</a:t>
            </a:r>
            <a:r>
              <a:rPr lang="en-US" altLang="zh-CN" sz="1600" dirty="0"/>
              <a:t>RA</a:t>
            </a:r>
            <a:r>
              <a:rPr lang="zh-CN" altLang="en-US" sz="1600"/>
              <a:t>报文向终端发布</a:t>
            </a:r>
            <a:r>
              <a:rPr lang="zh-CN" altLang="en-US" sz="1600" dirty="0"/>
              <a:t>除</a:t>
            </a:r>
            <a:r>
              <a:rPr lang="en-US" altLang="zh-CN" sz="1600" dirty="0"/>
              <a:t>IPv6</a:t>
            </a:r>
            <a:r>
              <a:rPr lang="zh-CN" altLang="en-US" sz="1600" dirty="0"/>
              <a:t>地址外的其他配置信息。</a:t>
            </a:r>
            <a:endParaRPr lang="en-US" altLang="zh-CN" sz="1600" dirty="0"/>
          </a:p>
          <a:p>
            <a:pPr marL="742990" lvl="1" indent="-285750">
              <a:lnSpc>
                <a:spcPts val="2200"/>
              </a:lnSpc>
              <a:buFont typeface="Huawei Sans" panose="020C0503030203020204" pitchFamily="34" charset="0"/>
              <a:buChar char="▫"/>
            </a:pPr>
            <a:r>
              <a:rPr lang="en-US" altLang="zh-CN" sz="1600" dirty="0"/>
              <a:t>O-bit</a:t>
            </a:r>
            <a:r>
              <a:rPr lang="zh-CN" altLang="en-US" sz="1600" dirty="0"/>
              <a:t>设置为</a:t>
            </a:r>
            <a:r>
              <a:rPr lang="en-US" altLang="zh-CN" sz="1600" dirty="0"/>
              <a:t>1</a:t>
            </a:r>
            <a:r>
              <a:rPr lang="zh-CN" altLang="en-US" sz="1600" dirty="0"/>
              <a:t>时，收到该</a:t>
            </a:r>
            <a:r>
              <a:rPr lang="en-US" altLang="zh-CN" sz="1600" dirty="0"/>
              <a:t>RA</a:t>
            </a:r>
            <a:r>
              <a:rPr lang="zh-CN" altLang="en-US" sz="1600" dirty="0"/>
              <a:t>的终端将使用</a:t>
            </a:r>
            <a:r>
              <a:rPr lang="en-US" altLang="zh-CN" sz="1600" dirty="0"/>
              <a:t>DHCPv6</a:t>
            </a:r>
            <a:r>
              <a:rPr lang="zh-CN" altLang="en-US" sz="1600" dirty="0"/>
              <a:t>来获取除地址之外的其他参数。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使用如下命令，可将</a:t>
            </a:r>
            <a:r>
              <a:rPr lang="en-US" altLang="zh-CN" sz="1600" dirty="0"/>
              <a:t>O-bit</a:t>
            </a:r>
            <a:r>
              <a:rPr lang="zh-CN" altLang="en-US" sz="1600" dirty="0"/>
              <a:t>设置为</a:t>
            </a:r>
            <a:r>
              <a:rPr lang="en-US" altLang="zh-CN" sz="1600" dirty="0"/>
              <a:t>1</a:t>
            </a:r>
            <a:r>
              <a:rPr lang="zh-CN" altLang="en-US" sz="1600" dirty="0"/>
              <a:t>：</a:t>
            </a:r>
            <a:r>
              <a:rPr lang="en-US" altLang="zh-CN" sz="1600" dirty="0"/>
              <a:t>ipv6 </a:t>
            </a:r>
            <a:r>
              <a:rPr lang="en-US" altLang="zh-CN" sz="1600" dirty="0" err="1"/>
              <a:t>nd</a:t>
            </a:r>
            <a:r>
              <a:rPr lang="en-US" altLang="zh-CN" sz="1600" dirty="0"/>
              <a:t> </a:t>
            </a:r>
            <a:r>
              <a:rPr lang="en-US" altLang="zh-CN" sz="1600" dirty="0" err="1"/>
              <a:t>autoconfig</a:t>
            </a:r>
            <a:r>
              <a:rPr lang="en-US" altLang="zh-CN" sz="1600" dirty="0"/>
              <a:t> other-flag</a:t>
            </a:r>
          </a:p>
        </p:txBody>
      </p:sp>
    </p:spTree>
    <p:extLst>
      <p:ext uri="{BB962C8B-B14F-4D97-AF65-F5344CB8AC3E}">
        <p14:creationId xmlns:p14="http://schemas.microsoft.com/office/powerpoint/2010/main" val="328331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RA</a:t>
            </a:r>
            <a:r>
              <a:rPr lang="zh-CN" altLang="en-US" dirty="0"/>
              <a:t>报文中的可选信息：地址前缀信息</a:t>
            </a:r>
          </a:p>
        </p:txBody>
      </p:sp>
      <p:graphicFrame>
        <p:nvGraphicFramePr>
          <p:cNvPr id="28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98163"/>
              </p:ext>
            </p:extLst>
          </p:nvPr>
        </p:nvGraphicFramePr>
        <p:xfrm>
          <a:off x="513159" y="1275130"/>
          <a:ext cx="5143058" cy="492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43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+mj-lt"/>
                        </a:rPr>
                        <a:t>Internet Control Message Protocol V6</a:t>
                      </a:r>
                      <a:endParaRPr lang="zh-CN" altLang="en-US" sz="13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j-lt"/>
                        </a:rPr>
                        <a:t>Type</a:t>
                      </a:r>
                      <a:r>
                        <a:rPr lang="zh-CN" altLang="en-US" sz="1300">
                          <a:latin typeface="+mj-lt"/>
                        </a:rPr>
                        <a:t>：</a:t>
                      </a:r>
                      <a:r>
                        <a:rPr lang="en-US" altLang="zh-CN" sz="1300">
                          <a:latin typeface="+mj-lt"/>
                        </a:rPr>
                        <a:t>134</a:t>
                      </a:r>
                      <a:r>
                        <a:rPr lang="zh-CN" altLang="en-US" sz="1300">
                          <a:latin typeface="+mj-lt"/>
                        </a:rPr>
                        <a:t>（</a:t>
                      </a:r>
                      <a:r>
                        <a:rPr lang="en-US" altLang="zh-CN" sz="1300">
                          <a:latin typeface="+mj-lt"/>
                        </a:rPr>
                        <a:t>Router advertisement</a:t>
                      </a:r>
                      <a:r>
                        <a:rPr lang="zh-CN" altLang="en-US" sz="1300">
                          <a:latin typeface="+mj-lt"/>
                        </a:rPr>
                        <a:t>）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j-lt"/>
                        </a:rPr>
                        <a:t>Code</a:t>
                      </a:r>
                      <a:r>
                        <a:rPr lang="zh-CN" altLang="en-US" sz="1300">
                          <a:latin typeface="+mj-lt"/>
                        </a:rPr>
                        <a:t>：</a:t>
                      </a:r>
                      <a:r>
                        <a:rPr lang="en-US" altLang="zh-CN" sz="1300">
                          <a:latin typeface="+mj-lt"/>
                        </a:rPr>
                        <a:t>0</a:t>
                      </a:r>
                      <a:endParaRPr lang="zh-CN" altLang="en-US" sz="130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solidFill>
                            <a:schemeClr val="tx1"/>
                          </a:solidFill>
                          <a:latin typeface="+mj-lt"/>
                        </a:rPr>
                        <a:t>…</a:t>
                      </a:r>
                      <a:endParaRPr lang="zh-CN" altLang="en-US" sz="13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j-lt"/>
                        </a:rPr>
                        <a:t>Retrans</a:t>
                      </a:r>
                      <a:r>
                        <a:rPr lang="en-US" altLang="zh-CN" sz="1300" baseline="0">
                          <a:latin typeface="+mj-lt"/>
                        </a:rPr>
                        <a:t> timer</a:t>
                      </a:r>
                      <a:r>
                        <a:rPr lang="zh-CN" altLang="en-US" sz="1300" baseline="0">
                          <a:latin typeface="+mj-lt"/>
                        </a:rPr>
                        <a:t>：</a:t>
                      </a:r>
                      <a:r>
                        <a:rPr lang="en-US" altLang="zh-CN" sz="1300" baseline="0">
                          <a:latin typeface="+mj-lt"/>
                        </a:rPr>
                        <a:t>0</a:t>
                      </a:r>
                      <a:endParaRPr lang="zh-CN" altLang="en-US" sz="1300"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>
                          <a:latin typeface="+mj-lt"/>
                        </a:rPr>
                        <a:t>ICMPv6 Option </a:t>
                      </a:r>
                      <a:r>
                        <a:rPr lang="zh-CN" altLang="en-US" sz="1300">
                          <a:latin typeface="+mj-lt"/>
                        </a:rPr>
                        <a:t>（</a:t>
                      </a:r>
                      <a:r>
                        <a:rPr lang="en-US" altLang="zh-CN" sz="1300">
                          <a:latin typeface="+mj-lt"/>
                        </a:rPr>
                        <a:t>Source Link-layer address</a:t>
                      </a:r>
                      <a:r>
                        <a:rPr lang="zh-CN" altLang="en-US" sz="1300">
                          <a:latin typeface="+mj-lt"/>
                        </a:rPr>
                        <a:t>）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ICMPv6 Option </a:t>
                      </a:r>
                      <a:r>
                        <a:rPr lang="zh-CN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Prefix information</a:t>
                      </a:r>
                      <a:r>
                        <a:rPr lang="zh-CN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Type</a:t>
                      </a:r>
                      <a:r>
                        <a:rPr lang="zh-CN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Prefi</a:t>
                      </a:r>
                      <a:r>
                        <a:rPr lang="en-US" altLang="zh-CN" sz="13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 information</a:t>
                      </a:r>
                      <a:endParaRPr lang="zh-CN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      Prefix-Length</a:t>
                      </a:r>
                      <a:r>
                        <a:rPr lang="zh-CN" altLang="en-US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endParaRPr lang="zh-CN" altLang="en-US" sz="1300" b="1" kern="1200" dirty="0">
                        <a:solidFill>
                          <a:srgbClr val="EC706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Flags</a:t>
                      </a:r>
                      <a:r>
                        <a:rPr lang="zh-CN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0xc0</a:t>
                      </a:r>
                      <a:endParaRPr lang="zh-CN" altLang="en-US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1 </a:t>
                      </a: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. .  . . . .  =</a:t>
                      </a: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On-Link Flag (L) </a:t>
                      </a:r>
                      <a:r>
                        <a:rPr lang="zh-CN" altLang="en-US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endParaRPr lang="zh-CN" altLang="en-US" sz="13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kern="1200" baseline="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en-US" altLang="zh-CN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300" b="1" kern="1200" baseline="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1 . .  . . . .  =</a:t>
                      </a:r>
                      <a:r>
                        <a:rPr lang="en-US" altLang="zh-CN" sz="1300" b="1" kern="1200" baseline="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00" b="1" kern="1200" baseline="0" dirty="0" err="1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Autonomouns</a:t>
                      </a:r>
                      <a:r>
                        <a:rPr lang="en-US" altLang="zh-CN" sz="1300" b="1" kern="1200" baseline="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00" b="1" kern="1200" baseline="0" dirty="0" err="1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Addr-conf</a:t>
                      </a:r>
                      <a:r>
                        <a:rPr lang="en-US" altLang="zh-CN" sz="1300" b="1" kern="1200" baseline="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 flag (A) </a:t>
                      </a:r>
                      <a:r>
                        <a:rPr lang="zh-CN" altLang="en-US" sz="1300" b="1" kern="1200" baseline="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b="1" kern="1200" baseline="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endParaRPr lang="zh-CN" altLang="en-US" sz="1300" b="1" kern="1200" dirty="0">
                        <a:solidFill>
                          <a:srgbClr val="EC706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00 0000</a:t>
                      </a:r>
                      <a:r>
                        <a:rPr lang="en-US" altLang="zh-CN" sz="13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Reserved</a:t>
                      </a:r>
                      <a:r>
                        <a:rPr lang="zh-CN" altLang="en-US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Valid lifetime </a:t>
                      </a:r>
                      <a:r>
                        <a:rPr lang="zh-CN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 </a:t>
                      </a:r>
                      <a:r>
                        <a:rPr lang="en-US" altLang="zh-CN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2592000</a:t>
                      </a:r>
                      <a:endParaRPr lang="zh-CN" altLang="en-US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Preferred</a:t>
                      </a:r>
                      <a:r>
                        <a:rPr lang="en-US" altLang="zh-CN" sz="13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lifetime</a:t>
                      </a:r>
                      <a:r>
                        <a:rPr lang="zh-CN" altLang="en-US" sz="13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 </a:t>
                      </a:r>
                      <a:r>
                        <a:rPr lang="en-US" altLang="zh-CN" sz="13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604800</a:t>
                      </a:r>
                      <a:endParaRPr lang="zh-CN" altLang="en-US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Reserved </a:t>
                      </a:r>
                      <a:endParaRPr lang="zh-CN" altLang="en-US" sz="13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      Prefix </a:t>
                      </a:r>
                      <a:r>
                        <a:rPr lang="zh-CN" altLang="en-US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： </a:t>
                      </a:r>
                      <a:r>
                        <a:rPr lang="en-US" altLang="zh-CN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2001:DB8::</a:t>
                      </a:r>
                      <a:endParaRPr lang="zh-CN" altLang="en-US" sz="1300" b="1" kern="1200" dirty="0">
                        <a:solidFill>
                          <a:srgbClr val="EC706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9" name="Group 4"/>
          <p:cNvGrpSpPr>
            <a:grpSpLocks noChangeAspect="1"/>
          </p:cNvGrpSpPr>
          <p:nvPr/>
        </p:nvGrpSpPr>
        <p:grpSpPr bwMode="gray">
          <a:xfrm>
            <a:off x="608027" y="2817778"/>
            <a:ext cx="108202" cy="108202"/>
            <a:chOff x="3491880" y="4399369"/>
            <a:chExt cx="288032" cy="288032"/>
          </a:xfrm>
        </p:grpSpPr>
        <p:sp>
          <p:nvSpPr>
            <p:cNvPr id="30" name="Rectangle 5"/>
            <p:cNvSpPr/>
            <p:nvPr/>
          </p:nvSpPr>
          <p:spPr bwMode="gray">
            <a:xfrm>
              <a:off x="3491880" y="4399369"/>
              <a:ext cx="288032" cy="28803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/>
            </a:p>
          </p:txBody>
        </p:sp>
        <p:cxnSp>
          <p:nvCxnSpPr>
            <p:cNvPr id="31" name="Straight Connector 6"/>
            <p:cNvCxnSpPr>
              <a:stCxn id="30" idx="1"/>
              <a:endCxn id="30" idx="3"/>
            </p:cNvCxnSpPr>
            <p:nvPr/>
          </p:nvCxnSpPr>
          <p:spPr bwMode="gray">
            <a:xfrm>
              <a:off x="3491880" y="4543385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Straight Connector 7"/>
            <p:cNvCxnSpPr>
              <a:stCxn id="30" idx="2"/>
              <a:endCxn id="30" idx="0"/>
            </p:cNvCxnSpPr>
            <p:nvPr/>
          </p:nvCxnSpPr>
          <p:spPr bwMode="gray">
            <a:xfrm flipV="1">
              <a:off x="3635896" y="4399369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3" name="Group 24"/>
          <p:cNvGrpSpPr>
            <a:grpSpLocks noChangeAspect="1"/>
          </p:cNvGrpSpPr>
          <p:nvPr/>
        </p:nvGrpSpPr>
        <p:grpSpPr bwMode="gray">
          <a:xfrm>
            <a:off x="608027" y="3075330"/>
            <a:ext cx="108202" cy="108202"/>
            <a:chOff x="3491880" y="4399369"/>
            <a:chExt cx="288032" cy="288032"/>
          </a:xfrm>
        </p:grpSpPr>
        <p:sp>
          <p:nvSpPr>
            <p:cNvPr id="34" name="Rectangle 25"/>
            <p:cNvSpPr/>
            <p:nvPr/>
          </p:nvSpPr>
          <p:spPr bwMode="gray">
            <a:xfrm>
              <a:off x="3491880" y="4399369"/>
              <a:ext cx="288032" cy="28803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/>
            </a:p>
          </p:txBody>
        </p:sp>
        <p:cxnSp>
          <p:nvCxnSpPr>
            <p:cNvPr id="35" name="Straight Connector 26"/>
            <p:cNvCxnSpPr>
              <a:stCxn id="34" idx="1"/>
              <a:endCxn id="34" idx="3"/>
            </p:cNvCxnSpPr>
            <p:nvPr/>
          </p:nvCxnSpPr>
          <p:spPr bwMode="gray">
            <a:xfrm>
              <a:off x="3491880" y="4543385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6" name="Group 35"/>
          <p:cNvGrpSpPr>
            <a:grpSpLocks noChangeAspect="1"/>
          </p:cNvGrpSpPr>
          <p:nvPr/>
        </p:nvGrpSpPr>
        <p:grpSpPr bwMode="gray">
          <a:xfrm>
            <a:off x="896313" y="3975240"/>
            <a:ext cx="108202" cy="108202"/>
            <a:chOff x="3491880" y="4399369"/>
            <a:chExt cx="288032" cy="288032"/>
          </a:xfrm>
        </p:grpSpPr>
        <p:sp>
          <p:nvSpPr>
            <p:cNvPr id="37" name="Rectangle 36"/>
            <p:cNvSpPr/>
            <p:nvPr/>
          </p:nvSpPr>
          <p:spPr bwMode="gray">
            <a:xfrm>
              <a:off x="3491880" y="4399369"/>
              <a:ext cx="288032" cy="28803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/>
            </a:p>
          </p:txBody>
        </p:sp>
        <p:cxnSp>
          <p:nvCxnSpPr>
            <p:cNvPr id="38" name="Straight Connector 37"/>
            <p:cNvCxnSpPr>
              <a:stCxn id="37" idx="1"/>
              <a:endCxn id="37" idx="3"/>
            </p:cNvCxnSpPr>
            <p:nvPr/>
          </p:nvCxnSpPr>
          <p:spPr bwMode="gray">
            <a:xfrm>
              <a:off x="3491880" y="4543385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39" name="Straight Arrow Connector 15"/>
          <p:cNvCxnSpPr/>
          <p:nvPr/>
        </p:nvCxnSpPr>
        <p:spPr bwMode="gray">
          <a:xfrm flipH="1">
            <a:off x="2717074" y="3730958"/>
            <a:ext cx="96259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0" name="Straight Connector 16"/>
          <p:cNvCxnSpPr>
            <a:endCxn id="41" idx="1"/>
          </p:cNvCxnSpPr>
          <p:nvPr/>
        </p:nvCxnSpPr>
        <p:spPr bwMode="gray">
          <a:xfrm flipV="1">
            <a:off x="3679667" y="1921313"/>
            <a:ext cx="1084838" cy="1809646"/>
          </a:xfrm>
          <a:prstGeom prst="line">
            <a:avLst/>
          </a:prstGeom>
          <a:ln w="25400">
            <a:solidFill>
              <a:srgbClr val="EC7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9"/>
          <p:cNvSpPr/>
          <p:nvPr/>
        </p:nvSpPr>
        <p:spPr bwMode="gray">
          <a:xfrm>
            <a:off x="4764505" y="1734082"/>
            <a:ext cx="6967049" cy="374461"/>
          </a:xfrm>
          <a:prstGeom prst="rect">
            <a:avLst/>
          </a:prstGeom>
          <a:solidFill>
            <a:srgbClr val="F4FBFE"/>
          </a:solidFill>
          <a:ln w="28575"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dirty="0"/>
              <a:t>IPv6</a:t>
            </a:r>
            <a:r>
              <a:rPr lang="zh-CN" altLang="en-US" sz="1600" dirty="0"/>
              <a:t>地址前缀长度</a:t>
            </a:r>
            <a:endParaRPr lang="en-US" altLang="zh-CN" sz="1600" dirty="0"/>
          </a:p>
        </p:txBody>
      </p:sp>
      <p:cxnSp>
        <p:nvCxnSpPr>
          <p:cNvPr id="42" name="Straight Arrow Connector 29"/>
          <p:cNvCxnSpPr/>
          <p:nvPr/>
        </p:nvCxnSpPr>
        <p:spPr bwMode="gray">
          <a:xfrm flipH="1">
            <a:off x="5564777" y="4601837"/>
            <a:ext cx="1115158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3" name="Rectangle 31"/>
          <p:cNvSpPr/>
          <p:nvPr/>
        </p:nvSpPr>
        <p:spPr bwMode="gray">
          <a:xfrm>
            <a:off x="5935972" y="3075330"/>
            <a:ext cx="5795582" cy="2349361"/>
          </a:xfrm>
          <a:prstGeom prst="rect">
            <a:avLst/>
          </a:prstGeom>
          <a:solidFill>
            <a:srgbClr val="F4FBFE"/>
          </a:solidFill>
          <a:ln w="28575"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A-bit</a:t>
            </a:r>
            <a:r>
              <a:rPr lang="zh-CN" altLang="en-US" sz="1600" dirty="0"/>
              <a:t>，用于指示终端设备是否能使用该前缀进行无状态地址自动配置。</a:t>
            </a:r>
            <a:endParaRPr lang="en-US" altLang="zh-CN" sz="1600" dirty="0"/>
          </a:p>
          <a:p>
            <a:pPr marL="742990" lvl="1" indent="-285750">
              <a:lnSpc>
                <a:spcPts val="2200"/>
              </a:lnSpc>
              <a:buFont typeface="Huawei Sans" panose="020C0503030203020204" pitchFamily="34" charset="0"/>
              <a:buChar char="▫"/>
            </a:pPr>
            <a:r>
              <a:rPr lang="en-US" altLang="zh-CN" sz="1600" dirty="0"/>
              <a:t>A-bit</a:t>
            </a:r>
            <a:r>
              <a:rPr lang="zh-CN" altLang="en-US" sz="1600" dirty="0"/>
              <a:t>被设置为</a:t>
            </a:r>
            <a:r>
              <a:rPr lang="en-US" altLang="zh-CN" sz="1600" dirty="0"/>
              <a:t>0</a:t>
            </a:r>
            <a:r>
              <a:rPr lang="zh-CN" altLang="en-US" sz="1600" dirty="0"/>
              <a:t>时，此时终端不能使用该前缀进行无状态地址自动配置。</a:t>
            </a:r>
            <a:endParaRPr lang="en-US" altLang="zh-CN" sz="1600" dirty="0"/>
          </a:p>
          <a:p>
            <a:pPr marL="742990" lvl="1" indent="-285750">
              <a:lnSpc>
                <a:spcPts val="2200"/>
              </a:lnSpc>
              <a:buFont typeface="Huawei Sans" panose="020C0503030203020204" pitchFamily="34" charset="0"/>
              <a:buChar char="▫"/>
            </a:pPr>
            <a:r>
              <a:rPr lang="en-US" altLang="zh-CN" sz="1600" dirty="0"/>
              <a:t>A-bit</a:t>
            </a:r>
            <a:r>
              <a:rPr lang="zh-CN" altLang="en-US" sz="1600" dirty="0"/>
              <a:t>被设置为</a:t>
            </a:r>
            <a:r>
              <a:rPr lang="en-US" altLang="zh-CN" sz="1600" dirty="0"/>
              <a:t>1</a:t>
            </a:r>
            <a:r>
              <a:rPr lang="zh-CN" altLang="en-US" sz="1600" dirty="0"/>
              <a:t>时，终端可以使用该前缀进行无状态自动配置。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使用如下命令将该比特位设置为</a:t>
            </a:r>
            <a:r>
              <a:rPr lang="en-US" altLang="zh-CN" sz="1600" dirty="0"/>
              <a:t>0</a:t>
            </a:r>
            <a:r>
              <a:rPr lang="zh-CN" altLang="en-US" sz="1600" dirty="0"/>
              <a:t>： </a:t>
            </a:r>
            <a:r>
              <a:rPr lang="en-US" altLang="zh-CN" sz="1600" dirty="0"/>
              <a:t>ipv6 </a:t>
            </a:r>
            <a:r>
              <a:rPr lang="en-US" altLang="zh-CN" sz="1600" dirty="0" err="1"/>
              <a:t>nd</a:t>
            </a:r>
            <a:r>
              <a:rPr lang="en-US" altLang="zh-CN" sz="1600" dirty="0"/>
              <a:t> </a:t>
            </a:r>
            <a:r>
              <a:rPr lang="en-US" altLang="zh-CN" sz="1600" dirty="0" err="1"/>
              <a:t>ra</a:t>
            </a:r>
            <a:r>
              <a:rPr lang="en-US" altLang="zh-CN" sz="1600" dirty="0"/>
              <a:t> prefix 2001:DB8:: 64 2592000 604800 </a:t>
            </a:r>
            <a:r>
              <a:rPr lang="en-US" altLang="zh-CN" sz="1600" dirty="0">
                <a:solidFill>
                  <a:srgbClr val="EC7061"/>
                </a:solidFill>
              </a:rPr>
              <a:t>no-</a:t>
            </a:r>
            <a:r>
              <a:rPr lang="en-US" altLang="zh-CN" sz="1600" dirty="0" err="1">
                <a:solidFill>
                  <a:srgbClr val="EC7061"/>
                </a:solidFill>
              </a:rPr>
              <a:t>autoconfig</a:t>
            </a:r>
            <a:r>
              <a:rPr lang="en-US" altLang="zh-CN" sz="1600" dirty="0">
                <a:solidFill>
                  <a:srgbClr val="EC7061"/>
                </a:solidFill>
              </a:rPr>
              <a:t> </a:t>
            </a:r>
          </a:p>
        </p:txBody>
      </p:sp>
      <p:cxnSp>
        <p:nvCxnSpPr>
          <p:cNvPr id="44" name="Straight Arrow Connector 33"/>
          <p:cNvCxnSpPr/>
          <p:nvPr/>
        </p:nvCxnSpPr>
        <p:spPr bwMode="gray">
          <a:xfrm flipH="1">
            <a:off x="2717074" y="6064877"/>
            <a:ext cx="818146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5" name="Rectangle 39"/>
          <p:cNvSpPr/>
          <p:nvPr/>
        </p:nvSpPr>
        <p:spPr bwMode="gray">
          <a:xfrm>
            <a:off x="3502940" y="5877646"/>
            <a:ext cx="1424539" cy="358496"/>
          </a:xfrm>
          <a:prstGeom prst="rect">
            <a:avLst/>
          </a:prstGeom>
          <a:solidFill>
            <a:srgbClr val="F4FBFE"/>
          </a:solidFill>
          <a:ln w="28575"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dirty="0"/>
              <a:t>IPv6</a:t>
            </a:r>
            <a:r>
              <a:rPr lang="zh-CN" altLang="en-US" sz="1600" dirty="0"/>
              <a:t>地址前缀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7802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RA</a:t>
            </a:r>
            <a:r>
              <a:rPr lang="zh-CN" altLang="en-US" dirty="0"/>
              <a:t>报文中的可选信息：生存周期</a:t>
            </a:r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75338"/>
              </p:ext>
            </p:extLst>
          </p:nvPr>
        </p:nvGraphicFramePr>
        <p:xfrm>
          <a:off x="513159" y="1288193"/>
          <a:ext cx="4968552" cy="492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8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+mj-lt"/>
                        </a:rPr>
                        <a:t>Internet Control Message Protocol V6</a:t>
                      </a:r>
                      <a:endParaRPr lang="zh-CN" altLang="en-US" sz="13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chemeClr val="tx1"/>
                          </a:solidFill>
                          <a:latin typeface="+mj-lt"/>
                        </a:rPr>
                        <a:t>Type</a:t>
                      </a:r>
                      <a:r>
                        <a:rPr lang="zh-CN" altLang="en-US" sz="1300" b="0">
                          <a:solidFill>
                            <a:schemeClr val="tx1"/>
                          </a:solidFill>
                          <a:latin typeface="+mj-lt"/>
                        </a:rPr>
                        <a:t>：</a:t>
                      </a:r>
                      <a:r>
                        <a:rPr lang="en-US" altLang="zh-CN" sz="1300" b="0">
                          <a:solidFill>
                            <a:schemeClr val="tx1"/>
                          </a:solidFill>
                          <a:latin typeface="+mj-lt"/>
                        </a:rPr>
                        <a:t>134</a:t>
                      </a:r>
                      <a:r>
                        <a:rPr lang="zh-CN" altLang="en-US" sz="1300" b="0">
                          <a:solidFill>
                            <a:schemeClr val="tx1"/>
                          </a:solidFill>
                          <a:latin typeface="+mj-lt"/>
                        </a:rPr>
                        <a:t>（</a:t>
                      </a:r>
                      <a:r>
                        <a:rPr lang="en-US" altLang="zh-CN" sz="1300" b="0">
                          <a:solidFill>
                            <a:schemeClr val="tx1"/>
                          </a:solidFill>
                          <a:latin typeface="+mj-lt"/>
                        </a:rPr>
                        <a:t>Router advertisement</a:t>
                      </a:r>
                      <a:r>
                        <a:rPr lang="zh-CN" altLang="en-US" sz="1300" b="0">
                          <a:solidFill>
                            <a:schemeClr val="tx1"/>
                          </a:solidFill>
                          <a:latin typeface="+mj-lt"/>
                        </a:rPr>
                        <a:t>）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chemeClr val="tx1"/>
                          </a:solidFill>
                          <a:latin typeface="+mj-lt"/>
                        </a:rPr>
                        <a:t>Code</a:t>
                      </a:r>
                      <a:r>
                        <a:rPr lang="zh-CN" altLang="en-US" sz="1300" b="0">
                          <a:solidFill>
                            <a:schemeClr val="tx1"/>
                          </a:solidFill>
                          <a:latin typeface="+mj-lt"/>
                        </a:rPr>
                        <a:t>：</a:t>
                      </a:r>
                      <a:r>
                        <a:rPr lang="en-US" altLang="zh-CN" sz="1300" b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3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b="0" dirty="0">
                          <a:solidFill>
                            <a:schemeClr val="tx1"/>
                          </a:solidFill>
                          <a:latin typeface="+mj-lt"/>
                        </a:rPr>
                        <a:t>…</a:t>
                      </a:r>
                      <a:endParaRPr lang="zh-CN" altLang="en-US" sz="13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chemeClr val="tx1"/>
                          </a:solidFill>
                          <a:latin typeface="+mj-lt"/>
                        </a:rPr>
                        <a:t>Retrans</a:t>
                      </a:r>
                      <a:r>
                        <a:rPr lang="en-US" altLang="zh-CN" sz="1300" b="0" baseline="0">
                          <a:solidFill>
                            <a:schemeClr val="tx1"/>
                          </a:solidFill>
                          <a:latin typeface="+mj-lt"/>
                        </a:rPr>
                        <a:t> timer</a:t>
                      </a:r>
                      <a:r>
                        <a:rPr lang="zh-CN" altLang="en-US" sz="1300" b="0" baseline="0">
                          <a:solidFill>
                            <a:schemeClr val="tx1"/>
                          </a:solidFill>
                          <a:latin typeface="+mj-lt"/>
                        </a:rPr>
                        <a:t>：</a:t>
                      </a:r>
                      <a:r>
                        <a:rPr lang="en-US" altLang="zh-CN" sz="1300" b="0" baseline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CN" altLang="en-US" sz="13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chemeClr val="tx1"/>
                          </a:solidFill>
                          <a:latin typeface="+mj-lt"/>
                        </a:rPr>
                        <a:t>ICMPv6 Option </a:t>
                      </a:r>
                      <a:r>
                        <a:rPr lang="zh-CN" altLang="en-US" sz="1300" b="0">
                          <a:solidFill>
                            <a:schemeClr val="tx1"/>
                          </a:solidFill>
                          <a:latin typeface="+mj-lt"/>
                        </a:rPr>
                        <a:t>（</a:t>
                      </a:r>
                      <a:r>
                        <a:rPr lang="en-US" altLang="zh-CN" sz="1300" b="0">
                          <a:solidFill>
                            <a:schemeClr val="tx1"/>
                          </a:solidFill>
                          <a:latin typeface="+mj-lt"/>
                        </a:rPr>
                        <a:t>Source Link-layer address</a:t>
                      </a:r>
                      <a:r>
                        <a:rPr lang="zh-CN" altLang="en-US" sz="1300" b="0">
                          <a:solidFill>
                            <a:schemeClr val="tx1"/>
                          </a:solidFill>
                          <a:latin typeface="+mj-lt"/>
                        </a:rPr>
                        <a:t>）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ICMPv6 Option </a:t>
                      </a:r>
                      <a:r>
                        <a:rPr lang="zh-CN" altLang="en-US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Prefix information</a:t>
                      </a:r>
                      <a:r>
                        <a:rPr lang="zh-CN" altLang="en-US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Type</a:t>
                      </a:r>
                      <a:r>
                        <a:rPr lang="zh-CN" altLang="en-US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Prefi</a:t>
                      </a: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 information</a:t>
                      </a:r>
                      <a:endParaRPr lang="zh-CN" altLang="en-US" sz="13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Prefix-Length</a:t>
                      </a:r>
                      <a:r>
                        <a:rPr lang="zh-CN" altLang="en-US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endParaRPr lang="zh-CN" altLang="en-US" sz="13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Flags</a:t>
                      </a:r>
                      <a:r>
                        <a:rPr lang="zh-CN" altLang="en-US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0xc0</a:t>
                      </a:r>
                      <a:endParaRPr lang="zh-CN" altLang="en-US" sz="13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1 </a:t>
                      </a: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. .  . . . .  =</a:t>
                      </a: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On-Link Flag (L) </a:t>
                      </a:r>
                      <a:r>
                        <a:rPr lang="zh-CN" altLang="en-US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endParaRPr lang="zh-CN" altLang="en-US" sz="13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. .  . . . .  =</a:t>
                      </a: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Autonomouns Addr-conf flag (A) </a:t>
                      </a:r>
                      <a:r>
                        <a:rPr lang="zh-CN" altLang="en-US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endParaRPr lang="zh-CN" altLang="en-US" sz="13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en-US" altLang="zh-CN" sz="13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3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00 0000 = Reserved</a:t>
                      </a:r>
                      <a:r>
                        <a:rPr lang="zh-CN" alt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3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      Valid lifetime </a:t>
                      </a:r>
                      <a:r>
                        <a:rPr lang="zh-CN" altLang="en-US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： </a:t>
                      </a:r>
                      <a:r>
                        <a:rPr lang="en-US" altLang="zh-CN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2592000</a:t>
                      </a:r>
                      <a:endParaRPr lang="zh-CN" altLang="en-US" sz="1300" b="1" kern="1200" dirty="0">
                        <a:solidFill>
                          <a:srgbClr val="EC706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kern="120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      Preferred</a:t>
                      </a:r>
                      <a:r>
                        <a:rPr lang="en-US" altLang="zh-CN" sz="1300" b="1" kern="1200" baseline="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 lifetime</a:t>
                      </a:r>
                      <a:r>
                        <a:rPr lang="zh-CN" altLang="en-US" sz="1300" b="1" kern="1200" baseline="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： </a:t>
                      </a:r>
                      <a:r>
                        <a:rPr lang="en-US" altLang="zh-CN" sz="1300" b="1" kern="1200" baseline="0" dirty="0">
                          <a:solidFill>
                            <a:srgbClr val="EC7061"/>
                          </a:solidFill>
                          <a:latin typeface="+mn-lt"/>
                          <a:ea typeface="+mn-ea"/>
                          <a:cs typeface="+mn-cs"/>
                        </a:rPr>
                        <a:t>604800</a:t>
                      </a:r>
                      <a:endParaRPr lang="zh-CN" altLang="en-US" sz="1300" b="1" kern="1200" dirty="0">
                        <a:solidFill>
                          <a:srgbClr val="EC706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Reserved </a:t>
                      </a:r>
                      <a:endParaRPr lang="zh-CN" altLang="en-US" sz="13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Prefix </a:t>
                      </a:r>
                      <a:r>
                        <a:rPr lang="zh-CN" alt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 </a:t>
                      </a:r>
                      <a:r>
                        <a:rPr lang="en-US" altLang="zh-CN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2001:DB8::</a:t>
                      </a:r>
                      <a:endParaRPr lang="zh-CN" altLang="en-US" sz="13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2" name="Group 4"/>
          <p:cNvGrpSpPr>
            <a:grpSpLocks noChangeAspect="1"/>
          </p:cNvGrpSpPr>
          <p:nvPr/>
        </p:nvGrpSpPr>
        <p:grpSpPr bwMode="gray">
          <a:xfrm>
            <a:off x="608027" y="2830841"/>
            <a:ext cx="108202" cy="108202"/>
            <a:chOff x="3491880" y="4399369"/>
            <a:chExt cx="288032" cy="288032"/>
          </a:xfrm>
        </p:grpSpPr>
        <p:sp>
          <p:nvSpPr>
            <p:cNvPr id="23" name="Rectangle 5"/>
            <p:cNvSpPr/>
            <p:nvPr/>
          </p:nvSpPr>
          <p:spPr bwMode="gray">
            <a:xfrm>
              <a:off x="3491880" y="4399369"/>
              <a:ext cx="288032" cy="28803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/>
            </a:p>
          </p:txBody>
        </p:sp>
        <p:cxnSp>
          <p:nvCxnSpPr>
            <p:cNvPr id="24" name="Straight Connector 6"/>
            <p:cNvCxnSpPr>
              <a:stCxn id="23" idx="1"/>
              <a:endCxn id="23" idx="3"/>
            </p:cNvCxnSpPr>
            <p:nvPr/>
          </p:nvCxnSpPr>
          <p:spPr bwMode="gray">
            <a:xfrm>
              <a:off x="3491880" y="4543385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7"/>
            <p:cNvCxnSpPr>
              <a:stCxn id="23" idx="2"/>
              <a:endCxn id="23" idx="0"/>
            </p:cNvCxnSpPr>
            <p:nvPr/>
          </p:nvCxnSpPr>
          <p:spPr bwMode="gray">
            <a:xfrm flipV="1">
              <a:off x="3635896" y="4399369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Group 24"/>
          <p:cNvGrpSpPr>
            <a:grpSpLocks noChangeAspect="1"/>
          </p:cNvGrpSpPr>
          <p:nvPr/>
        </p:nvGrpSpPr>
        <p:grpSpPr bwMode="gray">
          <a:xfrm>
            <a:off x="608027" y="3088393"/>
            <a:ext cx="108202" cy="108202"/>
            <a:chOff x="3491880" y="4399369"/>
            <a:chExt cx="288032" cy="288032"/>
          </a:xfrm>
        </p:grpSpPr>
        <p:sp>
          <p:nvSpPr>
            <p:cNvPr id="27" name="Rectangle 25"/>
            <p:cNvSpPr/>
            <p:nvPr/>
          </p:nvSpPr>
          <p:spPr bwMode="gray">
            <a:xfrm>
              <a:off x="3491880" y="4399369"/>
              <a:ext cx="288032" cy="28803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/>
            </a:p>
          </p:txBody>
        </p:sp>
        <p:cxnSp>
          <p:nvCxnSpPr>
            <p:cNvPr id="46" name="Straight Connector 26"/>
            <p:cNvCxnSpPr>
              <a:stCxn id="27" idx="1"/>
              <a:endCxn id="27" idx="3"/>
            </p:cNvCxnSpPr>
            <p:nvPr/>
          </p:nvCxnSpPr>
          <p:spPr bwMode="gray">
            <a:xfrm>
              <a:off x="3491880" y="4543385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7" name="Group 35"/>
          <p:cNvGrpSpPr>
            <a:grpSpLocks noChangeAspect="1"/>
          </p:cNvGrpSpPr>
          <p:nvPr/>
        </p:nvGrpSpPr>
        <p:grpSpPr bwMode="gray">
          <a:xfrm>
            <a:off x="896313" y="3988303"/>
            <a:ext cx="108202" cy="108202"/>
            <a:chOff x="3491880" y="4399369"/>
            <a:chExt cx="288032" cy="288032"/>
          </a:xfrm>
        </p:grpSpPr>
        <p:sp>
          <p:nvSpPr>
            <p:cNvPr id="48" name="Rectangle 36"/>
            <p:cNvSpPr/>
            <p:nvPr/>
          </p:nvSpPr>
          <p:spPr bwMode="gray">
            <a:xfrm>
              <a:off x="3491880" y="4399369"/>
              <a:ext cx="288032" cy="28803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/>
            </a:p>
          </p:txBody>
        </p:sp>
        <p:cxnSp>
          <p:nvCxnSpPr>
            <p:cNvPr id="49" name="Straight Connector 37"/>
            <p:cNvCxnSpPr>
              <a:stCxn id="48" idx="1"/>
              <a:endCxn id="48" idx="3"/>
            </p:cNvCxnSpPr>
            <p:nvPr/>
          </p:nvCxnSpPr>
          <p:spPr bwMode="gray">
            <a:xfrm>
              <a:off x="3491880" y="4543385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0" name="直接箭头连接符 18"/>
          <p:cNvCxnSpPr/>
          <p:nvPr/>
        </p:nvCxnSpPr>
        <p:spPr bwMode="gray">
          <a:xfrm>
            <a:off x="5758407" y="5596462"/>
            <a:ext cx="1188132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20"/>
          <p:cNvCxnSpPr/>
          <p:nvPr/>
        </p:nvCxnSpPr>
        <p:spPr bwMode="gray">
          <a:xfrm flipV="1">
            <a:off x="5758407" y="5348626"/>
            <a:ext cx="0" cy="46805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23"/>
          <p:cNvCxnSpPr/>
          <p:nvPr/>
        </p:nvCxnSpPr>
        <p:spPr bwMode="gray">
          <a:xfrm flipV="1">
            <a:off x="6946539" y="4663703"/>
            <a:ext cx="0" cy="11529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25"/>
          <p:cNvCxnSpPr/>
          <p:nvPr/>
        </p:nvCxnSpPr>
        <p:spPr bwMode="gray">
          <a:xfrm flipV="1">
            <a:off x="9574831" y="5063190"/>
            <a:ext cx="0" cy="75348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26"/>
          <p:cNvCxnSpPr/>
          <p:nvPr/>
        </p:nvCxnSpPr>
        <p:spPr bwMode="gray">
          <a:xfrm flipV="1">
            <a:off x="10830785" y="4663702"/>
            <a:ext cx="0" cy="115297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27"/>
          <p:cNvCxnSpPr/>
          <p:nvPr/>
        </p:nvCxnSpPr>
        <p:spPr bwMode="gray">
          <a:xfrm>
            <a:off x="6946539" y="5596462"/>
            <a:ext cx="2628292" cy="0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 bwMode="gray">
          <a:xfrm>
            <a:off x="9574831" y="5596462"/>
            <a:ext cx="1255954" cy="0"/>
          </a:xfrm>
          <a:prstGeom prst="straightConnector1">
            <a:avLst/>
          </a:prstGeom>
          <a:ln w="38100">
            <a:solidFill>
              <a:srgbClr val="FFD17D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33"/>
          <p:cNvCxnSpPr/>
          <p:nvPr/>
        </p:nvCxnSpPr>
        <p:spPr bwMode="gray">
          <a:xfrm>
            <a:off x="10830785" y="5596462"/>
            <a:ext cx="810090" cy="0"/>
          </a:xfrm>
          <a:prstGeom prst="straightConnector1">
            <a:avLst/>
          </a:prstGeom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39"/>
          <p:cNvSpPr/>
          <p:nvPr/>
        </p:nvSpPr>
        <p:spPr bwMode="gray">
          <a:xfrm>
            <a:off x="6056559" y="5187044"/>
            <a:ext cx="59022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/>
              <a:t>DAD</a:t>
            </a:r>
          </a:p>
        </p:txBody>
      </p:sp>
      <p:sp>
        <p:nvSpPr>
          <p:cNvPr id="59" name="矩形 42"/>
          <p:cNvSpPr/>
          <p:nvPr/>
        </p:nvSpPr>
        <p:spPr bwMode="gray">
          <a:xfrm>
            <a:off x="5874873" y="5818403"/>
            <a:ext cx="109998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 dirty="0"/>
              <a:t>Tentative</a:t>
            </a:r>
          </a:p>
        </p:txBody>
      </p:sp>
      <p:sp>
        <p:nvSpPr>
          <p:cNvPr id="60" name="矩形 43"/>
          <p:cNvSpPr/>
          <p:nvPr/>
        </p:nvSpPr>
        <p:spPr bwMode="gray">
          <a:xfrm>
            <a:off x="7739549" y="5818403"/>
            <a:ext cx="105028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 dirty="0"/>
              <a:t>Preferred</a:t>
            </a:r>
          </a:p>
        </p:txBody>
      </p:sp>
      <p:sp>
        <p:nvSpPr>
          <p:cNvPr id="61" name="矩形 44"/>
          <p:cNvSpPr/>
          <p:nvPr/>
        </p:nvSpPr>
        <p:spPr bwMode="gray">
          <a:xfrm>
            <a:off x="9580683" y="5818403"/>
            <a:ext cx="12442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500" b="1" dirty="0"/>
              <a:t>Deprecated</a:t>
            </a:r>
          </a:p>
        </p:txBody>
      </p:sp>
      <p:sp>
        <p:nvSpPr>
          <p:cNvPr id="62" name="矩形 45"/>
          <p:cNvSpPr/>
          <p:nvPr/>
        </p:nvSpPr>
        <p:spPr bwMode="gray">
          <a:xfrm>
            <a:off x="10899228" y="5818403"/>
            <a:ext cx="80983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500" b="1"/>
              <a:t>Invalid</a:t>
            </a:r>
          </a:p>
        </p:txBody>
      </p:sp>
      <p:cxnSp>
        <p:nvCxnSpPr>
          <p:cNvPr id="63" name="直接箭头连接符 53"/>
          <p:cNvCxnSpPr/>
          <p:nvPr/>
        </p:nvCxnSpPr>
        <p:spPr bwMode="gray">
          <a:xfrm>
            <a:off x="6946539" y="5233968"/>
            <a:ext cx="2628292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56"/>
          <p:cNvCxnSpPr/>
          <p:nvPr/>
        </p:nvCxnSpPr>
        <p:spPr bwMode="gray">
          <a:xfrm flipV="1">
            <a:off x="6947643" y="4663703"/>
            <a:ext cx="0" cy="11529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58"/>
          <p:cNvCxnSpPr/>
          <p:nvPr/>
        </p:nvCxnSpPr>
        <p:spPr bwMode="gray">
          <a:xfrm>
            <a:off x="6946540" y="4738282"/>
            <a:ext cx="3873585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0"/>
          <p:cNvSpPr/>
          <p:nvPr/>
        </p:nvSpPr>
        <p:spPr bwMode="gray">
          <a:xfrm>
            <a:off x="8341932" y="4594267"/>
            <a:ext cx="1351652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500"/>
              <a:t>Valid lifetime</a:t>
            </a:r>
          </a:p>
        </p:txBody>
      </p:sp>
      <p:sp>
        <p:nvSpPr>
          <p:cNvPr id="67" name="矩形 61"/>
          <p:cNvSpPr/>
          <p:nvPr/>
        </p:nvSpPr>
        <p:spPr bwMode="gray">
          <a:xfrm>
            <a:off x="7434978" y="5063190"/>
            <a:ext cx="171713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500"/>
              <a:t>Preferred lifetime</a:t>
            </a:r>
          </a:p>
        </p:txBody>
      </p:sp>
      <p:cxnSp>
        <p:nvCxnSpPr>
          <p:cNvPr id="33" name="Straight Arrow Connector 15"/>
          <p:cNvCxnSpPr/>
          <p:nvPr/>
        </p:nvCxnSpPr>
        <p:spPr bwMode="gray">
          <a:xfrm flipH="1">
            <a:off x="3462391" y="5332587"/>
            <a:ext cx="1787704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4" name="Straight Connector 16"/>
          <p:cNvCxnSpPr/>
          <p:nvPr/>
        </p:nvCxnSpPr>
        <p:spPr bwMode="gray">
          <a:xfrm flipV="1">
            <a:off x="5250094" y="2013737"/>
            <a:ext cx="474146" cy="3318850"/>
          </a:xfrm>
          <a:prstGeom prst="line">
            <a:avLst/>
          </a:prstGeom>
          <a:ln w="25400">
            <a:solidFill>
              <a:srgbClr val="EC7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9"/>
          <p:cNvSpPr/>
          <p:nvPr/>
        </p:nvSpPr>
        <p:spPr bwMode="gray">
          <a:xfrm>
            <a:off x="5724240" y="1344815"/>
            <a:ext cx="6007314" cy="2913618"/>
          </a:xfrm>
          <a:prstGeom prst="rect">
            <a:avLst/>
          </a:prstGeom>
          <a:solidFill>
            <a:srgbClr val="F4FBFE"/>
          </a:solidFill>
          <a:ln w="28575"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当终端获取到前缀并生成</a:t>
            </a:r>
            <a:r>
              <a:rPr lang="en-US" altLang="zh-CN" sz="1600" dirty="0"/>
              <a:t>IPv6</a:t>
            </a:r>
            <a:r>
              <a:rPr lang="zh-CN" altLang="en-US" sz="1600" dirty="0"/>
              <a:t>单播地址后，首先进入</a:t>
            </a:r>
            <a:r>
              <a:rPr lang="en-US" altLang="zh-CN" sz="1600" dirty="0"/>
              <a:t>Tentative</a:t>
            </a:r>
            <a:r>
              <a:rPr lang="zh-CN" altLang="en-US" sz="1600" dirty="0"/>
              <a:t>状态，在通过</a:t>
            </a:r>
            <a:r>
              <a:rPr lang="en-US" altLang="zh-CN" sz="1600" dirty="0"/>
              <a:t>DAD</a:t>
            </a:r>
            <a:r>
              <a:rPr lang="zh-CN" altLang="en-US" sz="1600" dirty="0"/>
              <a:t>后，该地址将进入</a:t>
            </a:r>
            <a:r>
              <a:rPr lang="en-US" altLang="zh-CN" sz="1600" dirty="0"/>
              <a:t>Preferred</a:t>
            </a:r>
            <a:r>
              <a:rPr lang="zh-CN" altLang="en-US" sz="1600" dirty="0"/>
              <a:t>状态，并在</a:t>
            </a:r>
            <a:r>
              <a:rPr lang="en-US" altLang="zh-CN" sz="1600" dirty="0"/>
              <a:t>Preferred lifetime</a:t>
            </a:r>
            <a:r>
              <a:rPr lang="zh-CN" altLang="en-US" sz="1600" dirty="0"/>
              <a:t>内保持该状态。</a:t>
            </a:r>
            <a:endParaRPr lang="en-US" altLang="zh-CN" sz="1600"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在</a:t>
            </a:r>
            <a:r>
              <a:rPr lang="en-US" altLang="zh-CN" sz="1600" dirty="0"/>
              <a:t>Preferred</a:t>
            </a:r>
            <a:r>
              <a:rPr lang="zh-CN" altLang="en-US" sz="1600" dirty="0"/>
              <a:t>状态，终端可以正常收发报文。</a:t>
            </a:r>
            <a:r>
              <a:rPr lang="en-US" altLang="zh-CN" sz="1600" dirty="0"/>
              <a:t>Preferred lifetime</a:t>
            </a:r>
            <a:r>
              <a:rPr lang="zh-CN" altLang="en-US" sz="1600" dirty="0"/>
              <a:t>超时后，地址进入</a:t>
            </a:r>
            <a:r>
              <a:rPr lang="en-US" altLang="zh-CN" sz="1600" dirty="0"/>
              <a:t>Deprecated</a:t>
            </a:r>
            <a:r>
              <a:rPr lang="zh-CN" altLang="en-US" sz="1600" dirty="0"/>
              <a:t>状态，并在</a:t>
            </a:r>
            <a:r>
              <a:rPr lang="en-US" altLang="zh-CN" sz="1600" dirty="0"/>
              <a:t>Valid lifetime</a:t>
            </a:r>
            <a:r>
              <a:rPr lang="zh-CN" altLang="en-US" sz="1600" dirty="0"/>
              <a:t>内保持该状态。</a:t>
            </a:r>
            <a:endParaRPr lang="en-US" altLang="zh-CN" sz="1600"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在</a:t>
            </a:r>
            <a:r>
              <a:rPr lang="en-US" altLang="zh-CN" sz="1600" dirty="0"/>
              <a:t>Deprecated</a:t>
            </a:r>
            <a:r>
              <a:rPr lang="zh-CN" altLang="en-US" sz="1600" dirty="0"/>
              <a:t>状态，该地址仍然有效，现有的连接可以继续使用该地址，但是无法使用该地址建立新的连接。</a:t>
            </a:r>
            <a:endParaRPr lang="en-US" altLang="zh-CN" sz="1600"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当</a:t>
            </a:r>
            <a:r>
              <a:rPr lang="en-US" altLang="zh-CN" sz="1600" dirty="0"/>
              <a:t>Valid lifetime</a:t>
            </a:r>
            <a:r>
              <a:rPr lang="zh-CN" altLang="en-US" sz="1600" dirty="0"/>
              <a:t>超时后，地址进入</a:t>
            </a:r>
            <a:r>
              <a:rPr lang="en-US" altLang="zh-CN" sz="1600" dirty="0"/>
              <a:t>Invalid</a:t>
            </a:r>
            <a:r>
              <a:rPr lang="zh-CN" altLang="en-US" sz="1600" dirty="0"/>
              <a:t>状态，表示该地址无法继续使用。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57873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地址配置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方式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地址无状态自动配置</a:t>
            </a:r>
          </a:p>
          <a:p>
            <a:r>
              <a:rPr lang="en-US" altLang="zh-CN" b="1" dirty="0"/>
              <a:t>DHCPv6</a:t>
            </a:r>
            <a:endParaRPr lang="zh-CN" altLang="en-US" b="1" dirty="0"/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地址自动配置实现</a:t>
            </a:r>
          </a:p>
        </p:txBody>
      </p:sp>
    </p:spTree>
    <p:extLst>
      <p:ext uri="{BB962C8B-B14F-4D97-AF65-F5344CB8AC3E}">
        <p14:creationId xmlns:p14="http://schemas.microsoft.com/office/powerpoint/2010/main" val="348708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DHCPv6</a:t>
            </a:r>
            <a:r>
              <a:rPr lang="zh-CN" altLang="en-US" dirty="0"/>
              <a:t>概述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68317" y="1233488"/>
            <a:ext cx="11276183" cy="5148262"/>
          </a:xfrm>
        </p:spPr>
        <p:txBody>
          <a:bodyPr/>
          <a:lstStyle/>
          <a:p>
            <a:r>
              <a:rPr lang="en-US" altLang="zh-CN" sz="1800" dirty="0"/>
              <a:t>DHCPv6</a:t>
            </a:r>
            <a:r>
              <a:rPr lang="zh-CN" altLang="en-US" sz="1800" dirty="0"/>
              <a:t>针对</a:t>
            </a:r>
            <a:r>
              <a:rPr lang="en-US" altLang="zh-CN" sz="1800" dirty="0"/>
              <a:t>IPv6</a:t>
            </a:r>
            <a:r>
              <a:rPr lang="zh-CN" altLang="en-US" sz="1800" dirty="0"/>
              <a:t>编址方案设计，支持对客户端分配</a:t>
            </a:r>
            <a:r>
              <a:rPr lang="en-US" altLang="zh-CN" sz="1800" dirty="0"/>
              <a:t>IPv6</a:t>
            </a:r>
            <a:r>
              <a:rPr lang="zh-CN" altLang="en-US" sz="1800" dirty="0"/>
              <a:t>前缀、</a:t>
            </a:r>
            <a:r>
              <a:rPr lang="en-US" altLang="zh-CN" sz="1800" dirty="0"/>
              <a:t>IPv6</a:t>
            </a:r>
            <a:r>
              <a:rPr lang="zh-CN" altLang="en-US" sz="1800" dirty="0"/>
              <a:t>地址和其他网络</a:t>
            </a:r>
            <a:r>
              <a:rPr lang="zh-CN" altLang="en-US" sz="1800"/>
              <a:t>配置参数，并记录这些信息，</a:t>
            </a:r>
            <a:r>
              <a:rPr lang="zh-CN" altLang="en-US" sz="1800" dirty="0"/>
              <a:t>便于网络管理。</a:t>
            </a:r>
            <a:endParaRPr lang="en-US" altLang="zh-CN" sz="1800" dirty="0"/>
          </a:p>
          <a:p>
            <a:pPr lvl="0"/>
            <a:r>
              <a:rPr lang="en-US" altLang="zh-CN" sz="1800" dirty="0"/>
              <a:t>DHCPv6</a:t>
            </a:r>
            <a:r>
              <a:rPr lang="zh-CN" altLang="zh-CN" sz="1800" dirty="0"/>
              <a:t>又分为如下三种</a:t>
            </a:r>
            <a:r>
              <a:rPr lang="zh-CN" altLang="en-US" sz="1800" dirty="0"/>
              <a:t>：</a:t>
            </a:r>
            <a:endParaRPr lang="zh-CN" altLang="zh-CN" sz="1800" dirty="0"/>
          </a:p>
          <a:p>
            <a:pPr lvl="1"/>
            <a:r>
              <a:rPr lang="en-US" altLang="zh-CN" sz="1800" dirty="0"/>
              <a:t>DHCPv6</a:t>
            </a:r>
            <a:r>
              <a:rPr lang="zh-CN" altLang="zh-CN" sz="1800" dirty="0"/>
              <a:t>有状态自动</a:t>
            </a:r>
            <a:r>
              <a:rPr lang="zh-CN" altLang="en-US" sz="1800" dirty="0"/>
              <a:t>配置：</a:t>
            </a:r>
            <a:r>
              <a:rPr lang="en-US" altLang="zh-CN" sz="1800" dirty="0"/>
              <a:t>DHCPv6</a:t>
            </a:r>
            <a:r>
              <a:rPr lang="zh-CN" altLang="zh-CN" sz="1800" dirty="0"/>
              <a:t>服务器自动配置</a:t>
            </a:r>
            <a:r>
              <a:rPr lang="en-US" altLang="zh-CN" sz="1800" dirty="0"/>
              <a:t>IPv6</a:t>
            </a:r>
            <a:r>
              <a:rPr lang="zh-CN" altLang="zh-CN" sz="1800" dirty="0"/>
              <a:t>地址</a:t>
            </a:r>
            <a:r>
              <a:rPr lang="en-US" altLang="zh-CN" sz="1800" dirty="0"/>
              <a:t>/</a:t>
            </a:r>
            <a:r>
              <a:rPr lang="zh-CN" altLang="zh-CN" sz="1800" dirty="0"/>
              <a:t>前缀及其他网络配置参数（</a:t>
            </a:r>
            <a:r>
              <a:rPr lang="en-US" altLang="zh-CN" sz="1800" dirty="0"/>
              <a:t>DNS</a:t>
            </a:r>
            <a:r>
              <a:rPr lang="zh-CN" altLang="zh-CN" sz="1800" dirty="0"/>
              <a:t>、</a:t>
            </a:r>
            <a:r>
              <a:rPr lang="en-US" altLang="zh-CN" sz="1800" dirty="0"/>
              <a:t>NIS</a:t>
            </a:r>
            <a:r>
              <a:rPr lang="zh-CN" altLang="zh-CN" sz="1800" dirty="0"/>
              <a:t>、</a:t>
            </a:r>
            <a:r>
              <a:rPr lang="en-US" altLang="zh-CN" sz="1800" dirty="0"/>
              <a:t>SNTP</a:t>
            </a:r>
            <a:r>
              <a:rPr lang="zh-CN" altLang="zh-CN" sz="1800" dirty="0"/>
              <a:t>服务器地址等参数）。</a:t>
            </a:r>
          </a:p>
          <a:p>
            <a:pPr lvl="1"/>
            <a:r>
              <a:rPr lang="en-US" altLang="zh-CN" sz="1800" dirty="0"/>
              <a:t>DHCPv6</a:t>
            </a:r>
            <a:r>
              <a:rPr lang="zh-CN" altLang="zh-CN" sz="1800" dirty="0"/>
              <a:t>无状态自动</a:t>
            </a:r>
            <a:r>
              <a:rPr lang="zh-CN" altLang="en-US" sz="1800" dirty="0"/>
              <a:t>配置：</a:t>
            </a:r>
            <a:r>
              <a:rPr lang="zh-CN" altLang="zh-CN" sz="1800" dirty="0"/>
              <a:t>主机</a:t>
            </a:r>
            <a:r>
              <a:rPr lang="en-US" altLang="zh-CN" sz="1800" dirty="0"/>
              <a:t>IPv6</a:t>
            </a:r>
            <a:r>
              <a:rPr lang="zh-CN" altLang="zh-CN" sz="1800" dirty="0"/>
              <a:t>地址仍然通过路由通告方式自动生成，</a:t>
            </a:r>
            <a:r>
              <a:rPr lang="en-US" altLang="zh-CN" sz="1800" dirty="0"/>
              <a:t>DHCPv6</a:t>
            </a:r>
            <a:r>
              <a:rPr lang="zh-CN" altLang="zh-CN" sz="1800" dirty="0"/>
              <a:t>服务器只分配除</a:t>
            </a:r>
            <a:r>
              <a:rPr lang="en-US" altLang="zh-CN" sz="1800" dirty="0"/>
              <a:t>IPv6</a:t>
            </a:r>
            <a:r>
              <a:rPr lang="zh-CN" altLang="zh-CN" sz="1800" dirty="0"/>
              <a:t>地址以外的配置参数，包括</a:t>
            </a:r>
            <a:r>
              <a:rPr lang="en-US" altLang="zh-CN" sz="1800" dirty="0"/>
              <a:t>DNS</a:t>
            </a:r>
            <a:r>
              <a:rPr lang="zh-CN" altLang="zh-CN" sz="1800" dirty="0"/>
              <a:t>服务器等参数。</a:t>
            </a:r>
          </a:p>
          <a:p>
            <a:pPr lvl="1"/>
            <a:r>
              <a:rPr lang="en-US" altLang="zh-CN" sz="1800" dirty="0"/>
              <a:t>DHCPv6 PD</a:t>
            </a:r>
            <a:r>
              <a:rPr lang="zh-CN" altLang="en-US" sz="1800" dirty="0"/>
              <a:t>（</a:t>
            </a:r>
            <a:r>
              <a:rPr lang="en-US" altLang="zh-CN" sz="1800" dirty="0"/>
              <a:t>Prefix Delegation</a:t>
            </a:r>
            <a:r>
              <a:rPr lang="zh-CN" altLang="en-US" sz="1800" dirty="0"/>
              <a:t>，前缀代理）</a:t>
            </a:r>
            <a:r>
              <a:rPr lang="zh-CN" altLang="zh-CN" sz="1800" dirty="0"/>
              <a:t>自动</a:t>
            </a:r>
            <a:r>
              <a:rPr lang="zh-CN" altLang="en-US" sz="1800" dirty="0"/>
              <a:t>配置：下层网络路由器不需要再手工指定用户侧链路的</a:t>
            </a:r>
            <a:r>
              <a:rPr lang="en-US" altLang="zh-CN" sz="1800" dirty="0"/>
              <a:t>IPv6</a:t>
            </a:r>
            <a:r>
              <a:rPr lang="zh-CN" altLang="en-US" sz="1800" dirty="0"/>
              <a:t>地址前缀，它只需要向上层网络路由器提出前缀分配申请，上层网络路由器便可以分配合适的地址前缀给下层路由器，下层路由器把获得的前缀（前缀一般长度小于</a:t>
            </a:r>
            <a:r>
              <a:rPr lang="en-US" altLang="zh-CN" sz="1800" dirty="0"/>
              <a:t>64</a:t>
            </a:r>
            <a:r>
              <a:rPr lang="zh-CN" altLang="en-US" sz="1800" dirty="0"/>
              <a:t>）进一步自动细分成</a:t>
            </a:r>
            <a:r>
              <a:rPr lang="en-US" altLang="zh-CN" sz="1800" dirty="0"/>
              <a:t>64</a:t>
            </a:r>
            <a:r>
              <a:rPr lang="zh-CN" altLang="en-US" sz="1800" dirty="0"/>
              <a:t>位前缀长度的子网网段，把细分的地址前缀再通过路由通告</a:t>
            </a:r>
            <a:r>
              <a:rPr lang="en-US" altLang="zh-CN" sz="1800" dirty="0"/>
              <a:t>(RA)</a:t>
            </a:r>
            <a:r>
              <a:rPr lang="zh-CN" altLang="en-US" sz="1800" dirty="0"/>
              <a:t>至与</a:t>
            </a:r>
            <a:r>
              <a:rPr lang="en-US" altLang="zh-CN" sz="1800" dirty="0"/>
              <a:t>IPv6</a:t>
            </a:r>
            <a:r>
              <a:rPr lang="zh-CN" altLang="en-US" sz="1800" dirty="0"/>
              <a:t>主机直连的用户链路上，实现主机的地址自动配置，从而完成整个</a:t>
            </a:r>
            <a:r>
              <a:rPr lang="en-US" altLang="zh-CN" sz="1800" dirty="0"/>
              <a:t>IPv6</a:t>
            </a:r>
            <a:r>
              <a:rPr lang="zh-CN" altLang="en-US" sz="1800" dirty="0"/>
              <a:t>网络的层次化布局。</a:t>
            </a:r>
          </a:p>
          <a:p>
            <a:pPr lvl="1"/>
            <a:endParaRPr lang="zh-CN" altLang="en-US" sz="18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8808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22"/>
          <p:cNvSpPr>
            <a:spLocks noChangeShapeType="1"/>
          </p:cNvSpPr>
          <p:nvPr/>
        </p:nvSpPr>
        <p:spPr bwMode="gray">
          <a:xfrm flipV="1">
            <a:off x="1503829" y="2722193"/>
            <a:ext cx="163551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24" name="Freeform 159"/>
          <p:cNvSpPr/>
          <p:nvPr/>
        </p:nvSpPr>
        <p:spPr bwMode="gray">
          <a:xfrm flipH="1">
            <a:off x="2477600" y="2227773"/>
            <a:ext cx="1611523" cy="779239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DHCPv6</a:t>
            </a:r>
            <a:r>
              <a:rPr lang="zh-CN" altLang="en-US" dirty="0"/>
              <a:t>网络构成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gray">
          <a:xfrm>
            <a:off x="5991102" y="1559305"/>
            <a:ext cx="5754811" cy="4593347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/>
              <a:t>DHCPv6</a:t>
            </a:r>
            <a:r>
              <a:rPr lang="zh-CN" altLang="en-US" sz="1800" dirty="0"/>
              <a:t>基本协议架构中，主要包括以下三种角色：</a:t>
            </a:r>
            <a:endParaRPr lang="en-US" altLang="zh-CN" sz="1800" dirty="0"/>
          </a:p>
          <a:p>
            <a:pPr lvl="1"/>
            <a:r>
              <a:rPr lang="en-US" altLang="zh-CN" sz="1600" dirty="0"/>
              <a:t>DHCPv6 Client</a:t>
            </a:r>
            <a:r>
              <a:rPr lang="zh-CN" altLang="en-US" sz="1600" dirty="0"/>
              <a:t>：</a:t>
            </a:r>
            <a:r>
              <a:rPr lang="en-US" altLang="zh-CN" sz="1600" dirty="0"/>
              <a:t>DHCPv6</a:t>
            </a:r>
            <a:r>
              <a:rPr lang="zh-CN" altLang="en-US" sz="1600" dirty="0"/>
              <a:t>客户端，通过与</a:t>
            </a:r>
            <a:r>
              <a:rPr lang="en-US" altLang="zh-CN" sz="1600" dirty="0"/>
              <a:t>DHCPv6</a:t>
            </a:r>
            <a:r>
              <a:rPr lang="zh-CN" altLang="en-US" sz="1600" dirty="0"/>
              <a:t>服务器进行报文交互，获取</a:t>
            </a:r>
            <a:r>
              <a:rPr lang="en-US" altLang="zh-CN" sz="1600" dirty="0"/>
              <a:t>IPv6</a:t>
            </a:r>
            <a:r>
              <a:rPr lang="zh-CN" altLang="en-US" sz="1600" dirty="0"/>
              <a:t>地址</a:t>
            </a:r>
            <a:r>
              <a:rPr lang="en-US" altLang="zh-CN" sz="1600" dirty="0"/>
              <a:t>/</a:t>
            </a:r>
            <a:r>
              <a:rPr lang="zh-CN" altLang="en-US" sz="1600" dirty="0"/>
              <a:t>前缀和其他网络配置参数，完成自身的网络配置。</a:t>
            </a:r>
            <a:endParaRPr lang="en-US" altLang="zh-CN" sz="1600" dirty="0"/>
          </a:p>
          <a:p>
            <a:pPr lvl="1"/>
            <a:r>
              <a:rPr lang="en-US" altLang="zh-CN" sz="1600" dirty="0"/>
              <a:t>DHCPv6</a:t>
            </a:r>
            <a:r>
              <a:rPr lang="zh-CN" altLang="en-US" sz="1600" dirty="0"/>
              <a:t> </a:t>
            </a:r>
            <a:r>
              <a:rPr lang="en-US" altLang="zh-CN" sz="1600" dirty="0"/>
              <a:t>Server</a:t>
            </a:r>
            <a:r>
              <a:rPr lang="zh-CN" altLang="en-US" sz="1600" dirty="0"/>
              <a:t>：</a:t>
            </a:r>
            <a:r>
              <a:rPr lang="en-US" altLang="zh-CN" sz="1600" dirty="0"/>
              <a:t>DHCPv6</a:t>
            </a:r>
            <a:r>
              <a:rPr lang="zh-CN" altLang="en-US" sz="1600" dirty="0"/>
              <a:t>服务器，负责处理来自客户端或中继的地址分配、地址续租、地址释放等请求，为客户端分配</a:t>
            </a:r>
            <a:r>
              <a:rPr lang="en-US" altLang="zh-CN" sz="1600" dirty="0"/>
              <a:t>IPv6</a:t>
            </a:r>
            <a:r>
              <a:rPr lang="zh-CN" altLang="en-US" sz="1600" dirty="0"/>
              <a:t>地址</a:t>
            </a:r>
            <a:r>
              <a:rPr lang="en-US" altLang="zh-CN" sz="1600" dirty="0"/>
              <a:t>/</a:t>
            </a:r>
            <a:r>
              <a:rPr lang="zh-CN" altLang="en-US" sz="1600" dirty="0"/>
              <a:t>前缀和其他网络配置参数。</a:t>
            </a:r>
          </a:p>
          <a:p>
            <a:pPr lvl="1"/>
            <a:r>
              <a:rPr lang="en-US" altLang="zh-CN" sz="1600" dirty="0"/>
              <a:t>DHCPv6</a:t>
            </a:r>
            <a:r>
              <a:rPr lang="zh-CN" altLang="en-US" sz="1600" dirty="0"/>
              <a:t> </a:t>
            </a:r>
            <a:r>
              <a:rPr lang="en-US" altLang="zh-CN" sz="1600" dirty="0"/>
              <a:t>Relay</a:t>
            </a:r>
            <a:r>
              <a:rPr lang="zh-CN" altLang="en-US" sz="1600" dirty="0"/>
              <a:t>：</a:t>
            </a:r>
            <a:r>
              <a:rPr lang="en-US" altLang="zh-CN" sz="1600" dirty="0"/>
              <a:t>DHCPv6</a:t>
            </a:r>
            <a:r>
              <a:rPr lang="zh-CN" altLang="en-US" sz="1600" dirty="0"/>
              <a:t>中继，负责转发来自客户端或服务器的</a:t>
            </a:r>
            <a:r>
              <a:rPr lang="en-US" altLang="zh-CN" sz="1600" dirty="0"/>
              <a:t>DHCPv6</a:t>
            </a:r>
            <a:r>
              <a:rPr lang="zh-CN" altLang="en-US" sz="1600" dirty="0"/>
              <a:t>报文，协助</a:t>
            </a:r>
            <a:r>
              <a:rPr lang="en-US" altLang="zh-CN" sz="1600" dirty="0"/>
              <a:t>DHCPv6</a:t>
            </a:r>
            <a:r>
              <a:rPr lang="zh-CN" altLang="en-US" sz="1600" dirty="0"/>
              <a:t>客户端和</a:t>
            </a:r>
            <a:r>
              <a:rPr lang="en-US" altLang="zh-CN" sz="1600" dirty="0"/>
              <a:t>DHCPv6</a:t>
            </a:r>
            <a:r>
              <a:rPr lang="zh-CN" altLang="en-US" sz="1600" dirty="0"/>
              <a:t>服务器完成地址配置功能。</a:t>
            </a:r>
          </a:p>
        </p:txBody>
      </p:sp>
      <p:sp>
        <p:nvSpPr>
          <p:cNvPr id="6" name="Line 22"/>
          <p:cNvSpPr>
            <a:spLocks noChangeShapeType="1"/>
          </p:cNvSpPr>
          <p:nvPr/>
        </p:nvSpPr>
        <p:spPr bwMode="gray">
          <a:xfrm flipV="1">
            <a:off x="5210152" y="2943591"/>
            <a:ext cx="0" cy="13235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7" name="Line 22"/>
          <p:cNvSpPr>
            <a:spLocks noChangeShapeType="1"/>
          </p:cNvSpPr>
          <p:nvPr/>
        </p:nvSpPr>
        <p:spPr bwMode="gray">
          <a:xfrm flipV="1">
            <a:off x="1254338" y="2899000"/>
            <a:ext cx="0" cy="136815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8" name="Line 22"/>
          <p:cNvSpPr>
            <a:spLocks noChangeShapeType="1"/>
          </p:cNvSpPr>
          <p:nvPr/>
        </p:nvSpPr>
        <p:spPr bwMode="gray">
          <a:xfrm flipV="1">
            <a:off x="4063289" y="2701269"/>
            <a:ext cx="87625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4" name="TextBox 31"/>
          <p:cNvSpPr txBox="1"/>
          <p:nvPr/>
        </p:nvSpPr>
        <p:spPr bwMode="gray">
          <a:xfrm>
            <a:off x="2556664" y="2401909"/>
            <a:ext cx="1427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IPv6 Network</a:t>
            </a:r>
            <a:endParaRPr lang="zh-CN" altLang="en-US" sz="1600" dirty="0"/>
          </a:p>
        </p:txBody>
      </p:sp>
      <p:sp>
        <p:nvSpPr>
          <p:cNvPr id="15" name="TextBox 32"/>
          <p:cNvSpPr txBox="1"/>
          <p:nvPr/>
        </p:nvSpPr>
        <p:spPr bwMode="gray">
          <a:xfrm>
            <a:off x="4628076" y="4703234"/>
            <a:ext cx="1837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Client</a:t>
            </a:r>
            <a:endParaRPr lang="zh-CN" altLang="en-US" sz="1200" dirty="0"/>
          </a:p>
        </p:txBody>
      </p:sp>
      <p:sp>
        <p:nvSpPr>
          <p:cNvPr id="16" name="TextBox 33"/>
          <p:cNvSpPr txBox="1"/>
          <p:nvPr/>
        </p:nvSpPr>
        <p:spPr bwMode="gray">
          <a:xfrm>
            <a:off x="699860" y="4681032"/>
            <a:ext cx="1241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Client</a:t>
            </a:r>
            <a:endParaRPr lang="zh-CN" altLang="en-US" sz="1200" dirty="0"/>
          </a:p>
        </p:txBody>
      </p:sp>
      <p:sp>
        <p:nvSpPr>
          <p:cNvPr id="17" name="TextBox 34"/>
          <p:cNvSpPr txBox="1"/>
          <p:nvPr/>
        </p:nvSpPr>
        <p:spPr bwMode="gray">
          <a:xfrm>
            <a:off x="699860" y="2163190"/>
            <a:ext cx="1921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Relay</a:t>
            </a:r>
            <a:endParaRPr lang="zh-CN" altLang="en-US" sz="1200" dirty="0"/>
          </a:p>
        </p:txBody>
      </p:sp>
      <p:sp>
        <p:nvSpPr>
          <p:cNvPr id="18" name="TextBox 35"/>
          <p:cNvSpPr txBox="1"/>
          <p:nvPr/>
        </p:nvSpPr>
        <p:spPr bwMode="gray">
          <a:xfrm>
            <a:off x="4628076" y="2171130"/>
            <a:ext cx="1923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Server</a:t>
            </a:r>
            <a:endParaRPr lang="zh-CN" altLang="en-US" sz="1200" dirty="0"/>
          </a:p>
        </p:txBody>
      </p:sp>
      <p:pic>
        <p:nvPicPr>
          <p:cNvPr id="20" name="图片 1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3829" y="2500793"/>
            <a:ext cx="540000" cy="442800"/>
          </a:xfrm>
          <a:prstGeom prst="rect">
            <a:avLst/>
          </a:prstGeom>
        </p:spPr>
      </p:pic>
      <p:pic>
        <p:nvPicPr>
          <p:cNvPr id="21" name="图片 20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963829" y="4225610"/>
            <a:ext cx="539063" cy="414000"/>
          </a:xfrm>
          <a:prstGeom prst="rect">
            <a:avLst/>
          </a:prstGeom>
        </p:spPr>
      </p:pic>
      <p:pic>
        <p:nvPicPr>
          <p:cNvPr id="22" name="图片 21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4941089" y="4239233"/>
            <a:ext cx="539063" cy="414000"/>
          </a:xfrm>
          <a:prstGeom prst="rect">
            <a:avLst/>
          </a:prstGeom>
        </p:spPr>
      </p:pic>
      <p:pic>
        <p:nvPicPr>
          <p:cNvPr id="23" name="图片 22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40152" y="2500793"/>
            <a:ext cx="540000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94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DHCPv6</a:t>
            </a:r>
            <a:r>
              <a:rPr lang="zh-CN" altLang="en-US" dirty="0"/>
              <a:t>中的常用概念</a:t>
            </a:r>
          </a:p>
        </p:txBody>
      </p:sp>
      <p:sp>
        <p:nvSpPr>
          <p:cNvPr id="5" name="圆角矩形 4"/>
          <p:cNvSpPr/>
          <p:nvPr/>
        </p:nvSpPr>
        <p:spPr bwMode="gray">
          <a:xfrm>
            <a:off x="671397" y="1266536"/>
            <a:ext cx="1920214" cy="480053"/>
          </a:xfrm>
          <a:prstGeom prst="roundRect">
            <a:avLst>
              <a:gd name="adj" fmla="val 6668"/>
            </a:avLst>
          </a:prstGeom>
          <a:solidFill>
            <a:srgbClr val="00B0F0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1219170"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+mn-ea"/>
              </a:rPr>
              <a:t>有效时间</a:t>
            </a:r>
            <a:endParaRPr lang="en-US" sz="16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6" name="圆角矩形 5"/>
          <p:cNvSpPr/>
          <p:nvPr/>
        </p:nvSpPr>
        <p:spPr bwMode="gray">
          <a:xfrm>
            <a:off x="2663327" y="1266536"/>
            <a:ext cx="8376708" cy="480053"/>
          </a:xfrm>
          <a:prstGeom prst="roundRect">
            <a:avLst>
              <a:gd name="adj" fmla="val 6668"/>
            </a:avLst>
          </a:prstGeom>
          <a:solidFill>
            <a:srgbClr val="F4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/>
            <a:r>
              <a:rPr lang="en-US" altLang="zh-CN" sz="1400" dirty="0"/>
              <a:t>Valid Lifetime</a:t>
            </a:r>
            <a:r>
              <a:rPr lang="zh-CN" altLang="en-US" sz="1400" dirty="0"/>
              <a:t>，</a:t>
            </a:r>
            <a:r>
              <a:rPr lang="zh-CN" altLang="zh-CN" sz="1400" dirty="0"/>
              <a:t>地址</a:t>
            </a:r>
            <a:r>
              <a:rPr lang="en-US" altLang="zh-CN" sz="1400" dirty="0"/>
              <a:t>/</a:t>
            </a:r>
            <a:r>
              <a:rPr lang="zh-CN" altLang="zh-CN" sz="1400" dirty="0"/>
              <a:t>前缀的生命周期。</a:t>
            </a:r>
          </a:p>
        </p:txBody>
      </p:sp>
      <p:sp>
        <p:nvSpPr>
          <p:cNvPr id="7" name="圆角矩形 6"/>
          <p:cNvSpPr/>
          <p:nvPr/>
        </p:nvSpPr>
        <p:spPr bwMode="gray">
          <a:xfrm>
            <a:off x="671397" y="2002617"/>
            <a:ext cx="1920214" cy="480053"/>
          </a:xfrm>
          <a:prstGeom prst="roundRect">
            <a:avLst>
              <a:gd name="adj" fmla="val 6668"/>
            </a:avLst>
          </a:prstGeom>
          <a:solidFill>
            <a:srgbClr val="00B0F0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优选时间</a:t>
            </a:r>
          </a:p>
        </p:txBody>
      </p:sp>
      <p:sp>
        <p:nvSpPr>
          <p:cNvPr id="8" name="圆角矩形 7"/>
          <p:cNvSpPr/>
          <p:nvPr/>
        </p:nvSpPr>
        <p:spPr bwMode="gray">
          <a:xfrm>
            <a:off x="2663327" y="2002617"/>
            <a:ext cx="8376708" cy="480053"/>
          </a:xfrm>
          <a:prstGeom prst="roundRect">
            <a:avLst>
              <a:gd name="adj" fmla="val 6668"/>
            </a:avLst>
          </a:prstGeom>
          <a:solidFill>
            <a:srgbClr val="F4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/>
            <a:r>
              <a:rPr lang="en-US" altLang="zh-CN" sz="1400" dirty="0"/>
              <a:t>Preferred Lifetime</a:t>
            </a:r>
            <a:r>
              <a:rPr lang="zh-CN" altLang="en-US" sz="1400" dirty="0"/>
              <a:t>，用于计算</a:t>
            </a:r>
            <a:r>
              <a:rPr lang="zh-CN" altLang="zh-CN" sz="1400" dirty="0"/>
              <a:t>续租时间</a:t>
            </a:r>
            <a:r>
              <a:rPr lang="zh-CN" altLang="en-US" sz="1400" dirty="0"/>
              <a:t>和重绑定时间</a:t>
            </a:r>
            <a:r>
              <a:rPr lang="zh-CN" altLang="zh-CN" sz="1400" dirty="0"/>
              <a:t>。</a:t>
            </a:r>
          </a:p>
        </p:txBody>
      </p:sp>
      <p:sp>
        <p:nvSpPr>
          <p:cNvPr id="9" name="圆角矩形 8"/>
          <p:cNvSpPr/>
          <p:nvPr/>
        </p:nvSpPr>
        <p:spPr bwMode="gray">
          <a:xfrm>
            <a:off x="671397" y="2738698"/>
            <a:ext cx="1920214" cy="480053"/>
          </a:xfrm>
          <a:prstGeom prst="roundRect">
            <a:avLst>
              <a:gd name="adj" fmla="val 6668"/>
            </a:avLst>
          </a:prstGeom>
          <a:solidFill>
            <a:srgbClr val="00B0F0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T1</a:t>
            </a:r>
            <a:endParaRPr lang="zh-CN" altLang="en-US" sz="16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10" name="圆角矩形 9"/>
          <p:cNvSpPr/>
          <p:nvPr/>
        </p:nvSpPr>
        <p:spPr bwMode="gray">
          <a:xfrm>
            <a:off x="2663327" y="2738698"/>
            <a:ext cx="8376708" cy="480053"/>
          </a:xfrm>
          <a:prstGeom prst="roundRect">
            <a:avLst>
              <a:gd name="adj" fmla="val 6668"/>
            </a:avLst>
          </a:prstGeom>
          <a:solidFill>
            <a:srgbClr val="F4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1219170"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IPv6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地址的续租（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Renew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）时间，默认是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Preferred Lifetime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的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0.5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倍。</a:t>
            </a:r>
          </a:p>
        </p:txBody>
      </p:sp>
      <p:sp>
        <p:nvSpPr>
          <p:cNvPr id="11" name="圆角矩形 10"/>
          <p:cNvSpPr/>
          <p:nvPr/>
        </p:nvSpPr>
        <p:spPr bwMode="gray">
          <a:xfrm>
            <a:off x="671397" y="3474780"/>
            <a:ext cx="1920214" cy="480053"/>
          </a:xfrm>
          <a:prstGeom prst="roundRect">
            <a:avLst>
              <a:gd name="adj" fmla="val 6668"/>
            </a:avLst>
          </a:prstGeom>
          <a:solidFill>
            <a:srgbClr val="00B0F0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T2</a:t>
            </a:r>
            <a:endParaRPr lang="zh-CN" altLang="en-US" sz="16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12" name="圆角矩形 11"/>
          <p:cNvSpPr/>
          <p:nvPr/>
        </p:nvSpPr>
        <p:spPr bwMode="gray">
          <a:xfrm>
            <a:off x="2663327" y="3474780"/>
            <a:ext cx="8376708" cy="480053"/>
          </a:xfrm>
          <a:prstGeom prst="roundRect">
            <a:avLst>
              <a:gd name="adj" fmla="val 6668"/>
            </a:avLst>
          </a:prstGeom>
          <a:solidFill>
            <a:srgbClr val="F4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1219170"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IPv6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地址的重绑定（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Rebind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）时间，默认是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Preferred Lifetime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的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0.8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倍。</a:t>
            </a:r>
          </a:p>
        </p:txBody>
      </p:sp>
      <p:sp>
        <p:nvSpPr>
          <p:cNvPr id="13" name="圆角矩形 12"/>
          <p:cNvSpPr/>
          <p:nvPr/>
        </p:nvSpPr>
        <p:spPr bwMode="gray">
          <a:xfrm>
            <a:off x="671397" y="4210861"/>
            <a:ext cx="1920214" cy="480053"/>
          </a:xfrm>
          <a:prstGeom prst="roundRect">
            <a:avLst>
              <a:gd name="adj" fmla="val 6668"/>
            </a:avLst>
          </a:prstGeom>
          <a:solidFill>
            <a:srgbClr val="00B0F0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IA</a:t>
            </a:r>
            <a:endParaRPr lang="zh-CN" altLang="en-US" sz="16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14" name="圆角矩形 13"/>
          <p:cNvSpPr/>
          <p:nvPr/>
        </p:nvSpPr>
        <p:spPr bwMode="gray">
          <a:xfrm>
            <a:off x="2663327" y="4210861"/>
            <a:ext cx="8376708" cy="480053"/>
          </a:xfrm>
          <a:prstGeom prst="roundRect">
            <a:avLst>
              <a:gd name="adj" fmla="val 6668"/>
            </a:avLst>
          </a:prstGeom>
          <a:solidFill>
            <a:srgbClr val="F4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1219170"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Identity association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，即身份联盟，是使得服务器和客户端能够识别、分组和管理一系列相关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IPv6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地址的结构，又分为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IA_NA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（非临时地址身份联盟）和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IA_PD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（代理前缀身份联盟）。</a:t>
            </a:r>
          </a:p>
        </p:txBody>
      </p:sp>
      <p:sp>
        <p:nvSpPr>
          <p:cNvPr id="15" name="圆角矩形 14"/>
          <p:cNvSpPr/>
          <p:nvPr/>
        </p:nvSpPr>
        <p:spPr bwMode="gray">
          <a:xfrm>
            <a:off x="671397" y="4946942"/>
            <a:ext cx="1920214" cy="480053"/>
          </a:xfrm>
          <a:prstGeom prst="roundRect">
            <a:avLst>
              <a:gd name="adj" fmla="val 6668"/>
            </a:avLst>
          </a:prstGeom>
          <a:solidFill>
            <a:srgbClr val="00B0F0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en-US" altLang="zh-CN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DUID</a:t>
            </a:r>
            <a:endParaRPr lang="zh-CN" altLang="en-US" sz="16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16" name="圆角矩形 15"/>
          <p:cNvSpPr/>
          <p:nvPr/>
        </p:nvSpPr>
        <p:spPr bwMode="gray">
          <a:xfrm>
            <a:off x="2663327" y="4946942"/>
            <a:ext cx="8376708" cy="480053"/>
          </a:xfrm>
          <a:prstGeom prst="roundRect">
            <a:avLst>
              <a:gd name="adj" fmla="val 6668"/>
            </a:avLst>
          </a:prstGeom>
          <a:solidFill>
            <a:srgbClr val="F4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altLang="zh-CN" sz="1400" dirty="0"/>
              <a:t>DHCP Unique Identifier</a:t>
            </a:r>
            <a:r>
              <a:rPr lang="zh-CN" altLang="en-US" sz="1400" dirty="0"/>
              <a:t>，即</a:t>
            </a:r>
            <a:r>
              <a:rPr lang="en-US" altLang="zh-CN" sz="1400" dirty="0"/>
              <a:t>DHCP</a:t>
            </a:r>
            <a:r>
              <a:rPr lang="zh-CN" altLang="en-US" sz="1400" dirty="0"/>
              <a:t>设备唯一标识符。</a:t>
            </a:r>
            <a:r>
              <a:rPr lang="zh-CN" altLang="zh-CN" sz="1400" dirty="0"/>
              <a:t>用来唯一标志一台设备，每个客户端、服务器、中继都有自己的</a:t>
            </a:r>
            <a:r>
              <a:rPr lang="en-US" altLang="zh-CN" sz="1400" dirty="0"/>
              <a:t>DUID</a:t>
            </a:r>
            <a:r>
              <a:rPr lang="zh-CN" altLang="zh-CN" sz="1400" dirty="0"/>
              <a:t>。</a:t>
            </a:r>
            <a:endParaRPr lang="en-US" altLang="zh-CN" sz="1400" dirty="0"/>
          </a:p>
        </p:txBody>
      </p:sp>
      <p:sp>
        <p:nvSpPr>
          <p:cNvPr id="17" name="圆角矩形 16"/>
          <p:cNvSpPr/>
          <p:nvPr/>
        </p:nvSpPr>
        <p:spPr bwMode="gray">
          <a:xfrm>
            <a:off x="671397" y="5683026"/>
            <a:ext cx="1920214" cy="480053"/>
          </a:xfrm>
          <a:prstGeom prst="roundRect">
            <a:avLst>
              <a:gd name="adj" fmla="val 6668"/>
            </a:avLst>
          </a:prstGeom>
          <a:solidFill>
            <a:srgbClr val="00B0F0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报文类型</a:t>
            </a:r>
          </a:p>
        </p:txBody>
      </p:sp>
      <p:sp>
        <p:nvSpPr>
          <p:cNvPr id="18" name="圆角矩形 17"/>
          <p:cNvSpPr/>
          <p:nvPr/>
        </p:nvSpPr>
        <p:spPr bwMode="gray">
          <a:xfrm>
            <a:off x="2663327" y="5683026"/>
            <a:ext cx="8376708" cy="480053"/>
          </a:xfrm>
          <a:prstGeom prst="roundRect">
            <a:avLst>
              <a:gd name="adj" fmla="val 6668"/>
            </a:avLst>
          </a:prstGeom>
          <a:solidFill>
            <a:srgbClr val="F4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1219170"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Solicit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Advertise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Request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Reply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Information-Request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Renew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Rebind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Release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Confirm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Decline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Reconfigure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Relay-Forward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、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Relay-Reply</a:t>
            </a: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rPr>
              <a:t>等。</a:t>
            </a:r>
            <a:endParaRPr lang="en-US" altLang="zh-CN" sz="14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2494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z="3500" dirty="0"/>
              <a:t>DHCPv6</a:t>
            </a:r>
            <a:r>
              <a:rPr lang="zh-CN" altLang="zh-CN" sz="3500" dirty="0"/>
              <a:t>有状态自动</a:t>
            </a:r>
            <a:r>
              <a:rPr lang="zh-CN" altLang="en-US" sz="3500" dirty="0"/>
              <a:t>配置 </a:t>
            </a:r>
            <a:r>
              <a:rPr lang="en-US" altLang="zh-CN" sz="3500" dirty="0"/>
              <a:t>- </a:t>
            </a:r>
            <a:r>
              <a:rPr lang="zh-CN" altLang="en-US" sz="3500" dirty="0"/>
              <a:t>四步交互</a:t>
            </a:r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0" lvl="0" indent="0">
              <a:buNone/>
            </a:pPr>
            <a:r>
              <a:rPr lang="zh-CN" altLang="en-US" sz="2200" dirty="0"/>
              <a:t>四步交互是指</a:t>
            </a:r>
            <a:r>
              <a:rPr lang="en-US" altLang="zh-CN" sz="2200" dirty="0"/>
              <a:t>DHCPv6</a:t>
            </a:r>
            <a:r>
              <a:rPr lang="zh-CN" altLang="en-US" sz="2200" dirty="0"/>
              <a:t>客户端与服务器交互四次来完成前缀</a:t>
            </a:r>
            <a:r>
              <a:rPr lang="en-US" altLang="zh-CN" sz="2200" dirty="0"/>
              <a:t>/</a:t>
            </a:r>
            <a:r>
              <a:rPr lang="zh-CN" altLang="en-US" sz="2200" dirty="0"/>
              <a:t>地址等参数获取的过程。</a:t>
            </a:r>
          </a:p>
        </p:txBody>
      </p:sp>
      <p:sp>
        <p:nvSpPr>
          <p:cNvPr id="52" name="文本占位符 2"/>
          <p:cNvSpPr txBox="1">
            <a:spLocks/>
          </p:cNvSpPr>
          <p:nvPr/>
        </p:nvSpPr>
        <p:spPr bwMode="gray">
          <a:xfrm>
            <a:off x="5678148" y="2102970"/>
            <a:ext cx="5939239" cy="4278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DHCPv6</a:t>
            </a:r>
            <a:r>
              <a:rPr lang="zh-CN" altLang="en-US" sz="1600" dirty="0"/>
              <a:t>客户端发送</a:t>
            </a:r>
            <a:r>
              <a:rPr lang="en-US" altLang="zh-CN" sz="1600" dirty="0"/>
              <a:t>Solicit</a:t>
            </a:r>
            <a:r>
              <a:rPr lang="zh-CN" altLang="en-US" sz="1600" dirty="0"/>
              <a:t>消息，请求</a:t>
            </a:r>
            <a:r>
              <a:rPr lang="en-US" altLang="zh-CN" sz="1600" dirty="0"/>
              <a:t>DHCPv6</a:t>
            </a:r>
            <a:r>
              <a:rPr lang="zh-CN" altLang="en-US" sz="1600" dirty="0"/>
              <a:t>服务器为其分配</a:t>
            </a:r>
            <a:r>
              <a:rPr lang="en-US" altLang="zh-CN" sz="1600" dirty="0"/>
              <a:t>IPv6</a:t>
            </a:r>
            <a:r>
              <a:rPr lang="zh-CN" altLang="en-US" sz="1600" dirty="0"/>
              <a:t>地址</a:t>
            </a:r>
            <a:r>
              <a:rPr lang="en-US" altLang="zh-CN" sz="1600" dirty="0"/>
              <a:t>/</a:t>
            </a:r>
            <a:r>
              <a:rPr lang="zh-CN" altLang="en-US" sz="1600" dirty="0"/>
              <a:t>前缀和网络配置参数。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DHCPv6</a:t>
            </a:r>
            <a:r>
              <a:rPr lang="zh-CN" altLang="en-US" sz="1600" dirty="0"/>
              <a:t>服务器回复</a:t>
            </a:r>
            <a:r>
              <a:rPr lang="en-US" altLang="zh-CN" sz="1600" dirty="0"/>
              <a:t>Advertise</a:t>
            </a:r>
            <a:r>
              <a:rPr lang="zh-CN" altLang="en-US" sz="1600" dirty="0"/>
              <a:t>消息，通知客户端可以为其分配的地址</a:t>
            </a:r>
            <a:r>
              <a:rPr lang="en-US" altLang="zh-CN" sz="1600" dirty="0"/>
              <a:t>/</a:t>
            </a:r>
            <a:r>
              <a:rPr lang="zh-CN" altLang="en-US" sz="1600" dirty="0"/>
              <a:t>前缀和网络配置参数。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如果</a:t>
            </a:r>
            <a:r>
              <a:rPr lang="en-US" altLang="zh-CN" sz="1600" dirty="0"/>
              <a:t>DHCPv6</a:t>
            </a:r>
            <a:r>
              <a:rPr lang="zh-CN" altLang="en-US" sz="1600" dirty="0"/>
              <a:t>客户端接收到多个服务器回复的</a:t>
            </a:r>
            <a:r>
              <a:rPr lang="en-US" altLang="zh-CN" sz="1600" dirty="0"/>
              <a:t>Advertise</a:t>
            </a:r>
            <a:r>
              <a:rPr lang="zh-CN" altLang="en-US" sz="1600" dirty="0"/>
              <a:t>消息，则根据消息接收的先后顺序、服务器优先级等，选择其中一台服务器，并向该服务器发送</a:t>
            </a:r>
            <a:r>
              <a:rPr lang="en-US" altLang="zh-CN" sz="1600" dirty="0"/>
              <a:t>Request</a:t>
            </a:r>
            <a:r>
              <a:rPr lang="zh-CN" altLang="en-US" sz="1600" dirty="0"/>
              <a:t>消息，请求服务器确认为其分配地址</a:t>
            </a:r>
            <a:r>
              <a:rPr lang="en-US" altLang="zh-CN" sz="1600" dirty="0"/>
              <a:t>/</a:t>
            </a:r>
            <a:r>
              <a:rPr lang="zh-CN" altLang="en-US" sz="1600" dirty="0"/>
              <a:t>前缀和网络配置参数。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DHCPv6</a:t>
            </a:r>
            <a:r>
              <a:rPr lang="zh-CN" altLang="en-US" sz="1600" dirty="0"/>
              <a:t>服务器回复</a:t>
            </a:r>
            <a:r>
              <a:rPr lang="en-US" altLang="zh-CN" sz="1600" dirty="0"/>
              <a:t>Reply</a:t>
            </a:r>
            <a:r>
              <a:rPr lang="zh-CN" altLang="en-US" sz="1600" dirty="0"/>
              <a:t>消息，确认将地址</a:t>
            </a:r>
            <a:r>
              <a:rPr lang="en-US" altLang="zh-CN" sz="1600" dirty="0"/>
              <a:t>/</a:t>
            </a:r>
            <a:r>
              <a:rPr lang="zh-CN" altLang="en-US" sz="1600" dirty="0"/>
              <a:t>前缀和网络配置参数分配给客户端使用。</a:t>
            </a:r>
          </a:p>
        </p:txBody>
      </p:sp>
      <p:cxnSp>
        <p:nvCxnSpPr>
          <p:cNvPr id="56" name="直接连接符 55"/>
          <p:cNvCxnSpPr/>
          <p:nvPr/>
        </p:nvCxnSpPr>
        <p:spPr bwMode="gray">
          <a:xfrm>
            <a:off x="1334260" y="2881871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 bwMode="gray">
          <a:xfrm>
            <a:off x="4934660" y="2881871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26"/>
          <p:cNvSpPr txBox="1"/>
          <p:nvPr/>
        </p:nvSpPr>
        <p:spPr bwMode="gray">
          <a:xfrm>
            <a:off x="727429" y="2105792"/>
            <a:ext cx="186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Client</a:t>
            </a:r>
            <a:endParaRPr lang="zh-CN" altLang="en-US" sz="1200" dirty="0"/>
          </a:p>
        </p:txBody>
      </p:sp>
      <p:sp>
        <p:nvSpPr>
          <p:cNvPr id="59" name="TextBox 27"/>
          <p:cNvSpPr txBox="1"/>
          <p:nvPr/>
        </p:nvSpPr>
        <p:spPr bwMode="gray">
          <a:xfrm>
            <a:off x="4356521" y="2133479"/>
            <a:ext cx="170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Server</a:t>
            </a:r>
            <a:endParaRPr lang="zh-CN" altLang="en-US" sz="1200" dirty="0"/>
          </a:p>
        </p:txBody>
      </p:sp>
      <p:pic>
        <p:nvPicPr>
          <p:cNvPr id="60" name="图片 5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664660" y="2426283"/>
            <a:ext cx="540000" cy="442800"/>
          </a:xfrm>
          <a:prstGeom prst="rect">
            <a:avLst/>
          </a:prstGeom>
        </p:spPr>
      </p:pic>
      <p:pic>
        <p:nvPicPr>
          <p:cNvPr id="61" name="图片 60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1055114" y="2438838"/>
            <a:ext cx="539063" cy="414000"/>
          </a:xfrm>
          <a:prstGeom prst="rect">
            <a:avLst/>
          </a:prstGeom>
        </p:spPr>
      </p:pic>
      <p:grpSp>
        <p:nvGrpSpPr>
          <p:cNvPr id="62" name="组合 61"/>
          <p:cNvGrpSpPr/>
          <p:nvPr/>
        </p:nvGrpSpPr>
        <p:grpSpPr bwMode="gray">
          <a:xfrm>
            <a:off x="1532134" y="3066504"/>
            <a:ext cx="3204651" cy="404533"/>
            <a:chOff x="1730009" y="4185798"/>
            <a:chExt cx="3204651" cy="404533"/>
          </a:xfrm>
        </p:grpSpPr>
        <p:sp>
          <p:nvSpPr>
            <p:cNvPr id="63" name="Oval 4"/>
            <p:cNvSpPr>
              <a:spLocks noChangeAspect="1"/>
            </p:cNvSpPr>
            <p:nvPr/>
          </p:nvSpPr>
          <p:spPr bwMode="gray">
            <a:xfrm>
              <a:off x="2682759" y="4238561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64" name="Straight Connector 73"/>
            <p:cNvCxnSpPr/>
            <p:nvPr/>
          </p:nvCxnSpPr>
          <p:spPr bwMode="gray">
            <a:xfrm>
              <a:off x="1730009" y="4590331"/>
              <a:ext cx="3204651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5" name="矩形 64"/>
            <p:cNvSpPr/>
            <p:nvPr/>
          </p:nvSpPr>
          <p:spPr bwMode="gray">
            <a:xfrm>
              <a:off x="3078774" y="4185798"/>
              <a:ext cx="1006607" cy="304763"/>
            </a:xfrm>
            <a:prstGeom prst="rect">
              <a:avLst/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Solicit</a:t>
              </a:r>
            </a:p>
          </p:txBody>
        </p:sp>
      </p:grpSp>
      <p:grpSp>
        <p:nvGrpSpPr>
          <p:cNvPr id="66" name="组合 65"/>
          <p:cNvGrpSpPr/>
          <p:nvPr/>
        </p:nvGrpSpPr>
        <p:grpSpPr bwMode="gray">
          <a:xfrm>
            <a:off x="1532134" y="4114390"/>
            <a:ext cx="3204651" cy="404533"/>
            <a:chOff x="1730009" y="4185798"/>
            <a:chExt cx="3204651" cy="404533"/>
          </a:xfrm>
        </p:grpSpPr>
        <p:sp>
          <p:nvSpPr>
            <p:cNvPr id="67" name="Oval 4"/>
            <p:cNvSpPr>
              <a:spLocks noChangeAspect="1"/>
            </p:cNvSpPr>
            <p:nvPr/>
          </p:nvSpPr>
          <p:spPr bwMode="gray">
            <a:xfrm>
              <a:off x="2682759" y="4227675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68" name="Straight Connector 73"/>
            <p:cNvCxnSpPr/>
            <p:nvPr/>
          </p:nvCxnSpPr>
          <p:spPr bwMode="gray">
            <a:xfrm>
              <a:off x="1730009" y="4590331"/>
              <a:ext cx="3204651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9" name="矩形 68"/>
            <p:cNvSpPr/>
            <p:nvPr/>
          </p:nvSpPr>
          <p:spPr bwMode="gray">
            <a:xfrm>
              <a:off x="3078775" y="4185798"/>
              <a:ext cx="1006606" cy="291908"/>
            </a:xfrm>
            <a:prstGeom prst="rect">
              <a:avLst/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Request</a:t>
              </a:r>
            </a:p>
          </p:txBody>
        </p:sp>
      </p:grpSp>
      <p:grpSp>
        <p:nvGrpSpPr>
          <p:cNvPr id="70" name="组合 69"/>
          <p:cNvGrpSpPr/>
          <p:nvPr/>
        </p:nvGrpSpPr>
        <p:grpSpPr bwMode="gray">
          <a:xfrm>
            <a:off x="1532134" y="3607340"/>
            <a:ext cx="3204649" cy="380443"/>
            <a:chOff x="5471310" y="4987046"/>
            <a:chExt cx="3204649" cy="380443"/>
          </a:xfrm>
        </p:grpSpPr>
        <p:cxnSp>
          <p:nvCxnSpPr>
            <p:cNvPr id="71" name="Straight Connector 73"/>
            <p:cNvCxnSpPr/>
            <p:nvPr/>
          </p:nvCxnSpPr>
          <p:spPr bwMode="gray">
            <a:xfrm flipH="1">
              <a:off x="5471310" y="5367489"/>
              <a:ext cx="320464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2" name="Oval 4"/>
            <p:cNvSpPr>
              <a:spLocks noChangeAspect="1"/>
            </p:cNvSpPr>
            <p:nvPr/>
          </p:nvSpPr>
          <p:spPr bwMode="gray">
            <a:xfrm>
              <a:off x="6424060" y="5007000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" name="矩形 72"/>
            <p:cNvSpPr/>
            <p:nvPr/>
          </p:nvSpPr>
          <p:spPr bwMode="gray">
            <a:xfrm>
              <a:off x="6820075" y="4987046"/>
              <a:ext cx="1006606" cy="291908"/>
            </a:xfrm>
            <a:prstGeom prst="rect">
              <a:avLst/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Advertise</a:t>
              </a:r>
            </a:p>
          </p:txBody>
        </p:sp>
      </p:grpSp>
      <p:grpSp>
        <p:nvGrpSpPr>
          <p:cNvPr id="74" name="组合 73"/>
          <p:cNvGrpSpPr/>
          <p:nvPr/>
        </p:nvGrpSpPr>
        <p:grpSpPr bwMode="gray">
          <a:xfrm>
            <a:off x="1532136" y="4681179"/>
            <a:ext cx="3204649" cy="380443"/>
            <a:chOff x="5471310" y="4987046"/>
            <a:chExt cx="3204649" cy="380443"/>
          </a:xfrm>
        </p:grpSpPr>
        <p:cxnSp>
          <p:nvCxnSpPr>
            <p:cNvPr id="75" name="Straight Connector 73"/>
            <p:cNvCxnSpPr/>
            <p:nvPr/>
          </p:nvCxnSpPr>
          <p:spPr bwMode="gray">
            <a:xfrm flipH="1">
              <a:off x="5471310" y="5367489"/>
              <a:ext cx="320464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6" name="Oval 4"/>
            <p:cNvSpPr>
              <a:spLocks noChangeAspect="1"/>
            </p:cNvSpPr>
            <p:nvPr/>
          </p:nvSpPr>
          <p:spPr bwMode="gray">
            <a:xfrm>
              <a:off x="6424060" y="5007000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4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7" name="矩形 76"/>
            <p:cNvSpPr/>
            <p:nvPr/>
          </p:nvSpPr>
          <p:spPr bwMode="gray">
            <a:xfrm>
              <a:off x="6820075" y="4987046"/>
              <a:ext cx="1006606" cy="291908"/>
            </a:xfrm>
            <a:prstGeom prst="rect">
              <a:avLst/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Reply</a:t>
              </a:r>
            </a:p>
          </p:txBody>
        </p:sp>
      </p:grpSp>
      <p:sp>
        <p:nvSpPr>
          <p:cNvPr id="27" name="Line 22"/>
          <p:cNvSpPr>
            <a:spLocks noChangeShapeType="1"/>
          </p:cNvSpPr>
          <p:nvPr/>
        </p:nvSpPr>
        <p:spPr bwMode="gray">
          <a:xfrm flipV="1">
            <a:off x="1592754" y="2618021"/>
            <a:ext cx="307190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157779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z="3500" dirty="0"/>
              <a:t>DHCPv6</a:t>
            </a:r>
            <a:r>
              <a:rPr lang="zh-CN" altLang="zh-CN" sz="3500" dirty="0"/>
              <a:t>有状态自动</a:t>
            </a:r>
            <a:r>
              <a:rPr lang="zh-CN" altLang="en-US" sz="3500" dirty="0"/>
              <a:t>配置 </a:t>
            </a:r>
            <a:r>
              <a:rPr lang="en-US" altLang="zh-CN" sz="3500" dirty="0"/>
              <a:t>- </a:t>
            </a:r>
            <a:r>
              <a:rPr lang="zh-CN" altLang="en-US" sz="3500" dirty="0"/>
              <a:t>两步交互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DHCPv6</a:t>
            </a:r>
            <a:r>
              <a:rPr lang="zh-CN" altLang="en-US" sz="2000" dirty="0"/>
              <a:t>客户端可以在发送的</a:t>
            </a:r>
            <a:r>
              <a:rPr lang="en-US" altLang="zh-CN" sz="2000" dirty="0"/>
              <a:t>Solicit</a:t>
            </a:r>
            <a:r>
              <a:rPr lang="zh-CN" altLang="en-US" sz="2000" dirty="0"/>
              <a:t>消息中携带</a:t>
            </a:r>
            <a:r>
              <a:rPr lang="en-US" altLang="zh-CN" sz="2000" dirty="0"/>
              <a:t>Rapid Commit</a:t>
            </a:r>
            <a:r>
              <a:rPr lang="zh-CN" altLang="en-US" sz="2000" dirty="0"/>
              <a:t>选项，标识客户端希望服务器能够快速为其分配地址</a:t>
            </a:r>
            <a:r>
              <a:rPr lang="en-US" altLang="zh-CN" sz="2000" dirty="0"/>
              <a:t>/</a:t>
            </a:r>
            <a:r>
              <a:rPr lang="zh-CN" altLang="en-US" sz="2000" dirty="0"/>
              <a:t>前缀和网络配置参数。</a:t>
            </a:r>
          </a:p>
          <a:p>
            <a:endParaRPr lang="zh-CN" altLang="en-US" sz="1800" dirty="0"/>
          </a:p>
        </p:txBody>
      </p:sp>
      <p:cxnSp>
        <p:nvCxnSpPr>
          <p:cNvPr id="19" name="直接连接符 18"/>
          <p:cNvCxnSpPr/>
          <p:nvPr/>
        </p:nvCxnSpPr>
        <p:spPr bwMode="gray">
          <a:xfrm>
            <a:off x="1485971" y="3348799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 bwMode="gray">
          <a:xfrm>
            <a:off x="5086371" y="3348799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6"/>
          <p:cNvSpPr txBox="1"/>
          <p:nvPr/>
        </p:nvSpPr>
        <p:spPr bwMode="gray">
          <a:xfrm>
            <a:off x="943886" y="2619472"/>
            <a:ext cx="186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Client</a:t>
            </a:r>
            <a:endParaRPr lang="zh-CN" altLang="en-US" sz="1200" dirty="0"/>
          </a:p>
        </p:txBody>
      </p:sp>
      <p:sp>
        <p:nvSpPr>
          <p:cNvPr id="22" name="TextBox 27"/>
          <p:cNvSpPr txBox="1"/>
          <p:nvPr/>
        </p:nvSpPr>
        <p:spPr bwMode="gray">
          <a:xfrm>
            <a:off x="4450969" y="2631464"/>
            <a:ext cx="170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Server</a:t>
            </a:r>
            <a:endParaRPr lang="zh-CN" altLang="en-US" sz="1200" dirty="0"/>
          </a:p>
        </p:txBody>
      </p:sp>
      <p:pic>
        <p:nvPicPr>
          <p:cNvPr id="23" name="图片 2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16371" y="2893211"/>
            <a:ext cx="540000" cy="442800"/>
          </a:xfrm>
          <a:prstGeom prst="rect">
            <a:avLst/>
          </a:prstGeom>
        </p:spPr>
      </p:pic>
      <p:pic>
        <p:nvPicPr>
          <p:cNvPr id="24" name="图片 23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1206825" y="2905766"/>
            <a:ext cx="539063" cy="414000"/>
          </a:xfrm>
          <a:prstGeom prst="rect">
            <a:avLst/>
          </a:prstGeom>
        </p:spPr>
      </p:pic>
      <p:sp>
        <p:nvSpPr>
          <p:cNvPr id="26" name="Oval 4"/>
          <p:cNvSpPr>
            <a:spLocks noChangeAspect="1"/>
          </p:cNvSpPr>
          <p:nvPr/>
        </p:nvSpPr>
        <p:spPr bwMode="gray">
          <a:xfrm>
            <a:off x="2636595" y="3657805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7" name="Straight Connector 73"/>
          <p:cNvCxnSpPr/>
          <p:nvPr/>
        </p:nvCxnSpPr>
        <p:spPr bwMode="gray">
          <a:xfrm>
            <a:off x="1742677" y="3990688"/>
            <a:ext cx="3204651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8" name="矩形 27"/>
          <p:cNvSpPr/>
          <p:nvPr/>
        </p:nvSpPr>
        <p:spPr bwMode="gray">
          <a:xfrm>
            <a:off x="3032610" y="3605042"/>
            <a:ext cx="1006607" cy="304763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Solicit</a:t>
            </a:r>
          </a:p>
        </p:txBody>
      </p:sp>
      <p:grpSp>
        <p:nvGrpSpPr>
          <p:cNvPr id="37" name="组合 36"/>
          <p:cNvGrpSpPr/>
          <p:nvPr/>
        </p:nvGrpSpPr>
        <p:grpSpPr bwMode="gray">
          <a:xfrm>
            <a:off x="1698083" y="4822230"/>
            <a:ext cx="3204649" cy="380443"/>
            <a:chOff x="5471310" y="4987046"/>
            <a:chExt cx="3204649" cy="380443"/>
          </a:xfrm>
        </p:grpSpPr>
        <p:cxnSp>
          <p:nvCxnSpPr>
            <p:cNvPr id="38" name="Straight Connector 73"/>
            <p:cNvCxnSpPr/>
            <p:nvPr/>
          </p:nvCxnSpPr>
          <p:spPr bwMode="gray">
            <a:xfrm flipH="1">
              <a:off x="5471310" y="5367489"/>
              <a:ext cx="320464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9" name="Oval 4"/>
            <p:cNvSpPr>
              <a:spLocks noChangeAspect="1"/>
            </p:cNvSpPr>
            <p:nvPr/>
          </p:nvSpPr>
          <p:spPr bwMode="gray">
            <a:xfrm>
              <a:off x="6424060" y="5007000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矩形 39"/>
            <p:cNvSpPr/>
            <p:nvPr/>
          </p:nvSpPr>
          <p:spPr bwMode="gray">
            <a:xfrm>
              <a:off x="6820075" y="4987046"/>
              <a:ext cx="1006606" cy="291908"/>
            </a:xfrm>
            <a:prstGeom prst="rect">
              <a:avLst/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Reply</a:t>
              </a:r>
            </a:p>
          </p:txBody>
        </p:sp>
      </p:grpSp>
      <p:sp>
        <p:nvSpPr>
          <p:cNvPr id="41" name="TextBox 18"/>
          <p:cNvSpPr txBox="1"/>
          <p:nvPr/>
        </p:nvSpPr>
        <p:spPr bwMode="gray">
          <a:xfrm>
            <a:off x="1878487" y="4036623"/>
            <a:ext cx="2952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zh-CN" altLang="en-US" sz="1400" dirty="0"/>
              <a:t>（携带</a:t>
            </a:r>
            <a:r>
              <a:rPr lang="en-US" altLang="zh-CN" sz="1400" dirty="0"/>
              <a:t>Rapid Commit</a:t>
            </a:r>
            <a:r>
              <a:rPr lang="zh-CN" altLang="en-US" sz="1400" dirty="0"/>
              <a:t>选项）</a:t>
            </a:r>
            <a:r>
              <a:rPr lang="en-US" altLang="zh-CN" sz="1400" dirty="0"/>
              <a:t> </a:t>
            </a:r>
          </a:p>
        </p:txBody>
      </p:sp>
      <p:sp>
        <p:nvSpPr>
          <p:cNvPr id="42" name="文本占位符 2"/>
          <p:cNvSpPr txBox="1">
            <a:spLocks/>
          </p:cNvSpPr>
          <p:nvPr/>
        </p:nvSpPr>
        <p:spPr bwMode="gray">
          <a:xfrm>
            <a:off x="6199831" y="2731175"/>
            <a:ext cx="5218227" cy="265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DHCPv6</a:t>
            </a:r>
            <a:r>
              <a:rPr lang="zh-CN" altLang="en-US" sz="1600" dirty="0"/>
              <a:t>客户端发送</a:t>
            </a:r>
            <a:r>
              <a:rPr lang="en-US" altLang="zh-CN" sz="1600" dirty="0"/>
              <a:t>Solicit</a:t>
            </a:r>
            <a:r>
              <a:rPr lang="zh-CN" altLang="en-US" sz="1600" dirty="0"/>
              <a:t>报文，携带</a:t>
            </a:r>
            <a:r>
              <a:rPr lang="en-US" altLang="zh-CN" sz="1600" dirty="0"/>
              <a:t>Rapid Commit</a:t>
            </a:r>
            <a:r>
              <a:rPr lang="zh-CN" altLang="en-US" sz="1600" dirty="0"/>
              <a:t>选项。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DHCPv6</a:t>
            </a:r>
            <a:r>
              <a:rPr lang="zh-CN" altLang="en-US" sz="1600" dirty="0"/>
              <a:t>服务器接收到</a:t>
            </a:r>
            <a:r>
              <a:rPr lang="en-US" altLang="zh-CN" sz="1600" dirty="0"/>
              <a:t>Solicit</a:t>
            </a:r>
            <a:r>
              <a:rPr lang="zh-CN" altLang="en-US" sz="1600" dirty="0"/>
              <a:t>报文后，将会判断，如果</a:t>
            </a:r>
            <a:r>
              <a:rPr lang="en-US" altLang="zh-CN" sz="1600" dirty="0"/>
              <a:t>DHCPv6</a:t>
            </a:r>
            <a:r>
              <a:rPr lang="zh-CN" altLang="en-US" sz="1600" dirty="0"/>
              <a:t>服务器支持快速分配，则直接返回</a:t>
            </a:r>
            <a:r>
              <a:rPr lang="en-US" altLang="zh-CN" sz="1600" dirty="0"/>
              <a:t>Reply</a:t>
            </a:r>
            <a:r>
              <a:rPr lang="zh-CN" altLang="en-US" sz="1600" dirty="0"/>
              <a:t>报文，为客户端分配</a:t>
            </a:r>
            <a:r>
              <a:rPr lang="en-US" altLang="zh-CN" sz="1600"/>
              <a:t>IPv6</a:t>
            </a:r>
            <a:r>
              <a:rPr lang="zh-CN" altLang="en-US" sz="1600"/>
              <a:t>地址</a:t>
            </a:r>
            <a:r>
              <a:rPr lang="en-US" altLang="zh-CN" sz="1600"/>
              <a:t>/</a:t>
            </a:r>
            <a:r>
              <a:rPr lang="zh-CN" altLang="en-US" sz="1600"/>
              <a:t>前缀和</a:t>
            </a:r>
            <a:r>
              <a:rPr lang="zh-CN" altLang="en-US" sz="1600" dirty="0"/>
              <a:t>其他网络配置参数。如果</a:t>
            </a:r>
            <a:r>
              <a:rPr lang="en-US" altLang="zh-CN" sz="1600" dirty="0"/>
              <a:t>DHCPv6</a:t>
            </a:r>
            <a:r>
              <a:rPr lang="zh-CN" altLang="en-US" sz="1600" dirty="0"/>
              <a:t>服务器不支持快速分配，则将采用四步交互方式。</a:t>
            </a: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gray">
          <a:xfrm flipV="1">
            <a:off x="1742677" y="3096428"/>
            <a:ext cx="307190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763929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22"/>
          <p:cNvSpPr>
            <a:spLocks noChangeShapeType="1"/>
          </p:cNvSpPr>
          <p:nvPr/>
        </p:nvSpPr>
        <p:spPr bwMode="gray">
          <a:xfrm flipV="1">
            <a:off x="1742677" y="3525556"/>
            <a:ext cx="310179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地址</a:t>
            </a:r>
            <a:r>
              <a:rPr lang="en-US" altLang="zh-CN" dirty="0"/>
              <a:t>/</a:t>
            </a:r>
            <a:r>
              <a:rPr lang="zh-CN" altLang="en-US" dirty="0"/>
              <a:t>前缀租约更新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0" indent="0">
              <a:buNone/>
            </a:pPr>
            <a:r>
              <a:rPr lang="en-US" altLang="zh-CN" dirty="0"/>
              <a:t>DHCPv6</a:t>
            </a:r>
            <a:r>
              <a:rPr lang="zh-CN" altLang="en-US" dirty="0"/>
              <a:t>服务器分配的</a:t>
            </a:r>
            <a:r>
              <a:rPr lang="en-US" altLang="zh-CN" dirty="0"/>
              <a:t>IPv6</a:t>
            </a:r>
            <a:r>
              <a:rPr lang="zh-CN" altLang="en-US" dirty="0"/>
              <a:t>地址</a:t>
            </a:r>
            <a:r>
              <a:rPr lang="en-US" altLang="zh-CN" dirty="0"/>
              <a:t>/</a:t>
            </a:r>
            <a:r>
              <a:rPr lang="zh-CN" altLang="en-US" dirty="0"/>
              <a:t>前缀具有有效时间。地址</a:t>
            </a:r>
            <a:r>
              <a:rPr lang="en-US" altLang="zh-CN" dirty="0"/>
              <a:t>/</a:t>
            </a:r>
            <a:r>
              <a:rPr lang="zh-CN" altLang="en-US" dirty="0"/>
              <a:t>前缀的租借时间超过有效时间后，</a:t>
            </a:r>
            <a:r>
              <a:rPr lang="en-US" altLang="zh-CN" dirty="0"/>
              <a:t>DHCPv6</a:t>
            </a:r>
            <a:r>
              <a:rPr lang="zh-CN" altLang="en-US" dirty="0"/>
              <a:t>客户端不能再使用该地址</a:t>
            </a:r>
            <a:r>
              <a:rPr lang="en-US" altLang="zh-CN" dirty="0"/>
              <a:t>/</a:t>
            </a:r>
            <a:r>
              <a:rPr lang="zh-CN" altLang="en-US" dirty="0"/>
              <a:t>前缀。因此，在有效时间超时之前，如果</a:t>
            </a:r>
            <a:r>
              <a:rPr lang="en-US" altLang="zh-CN" dirty="0"/>
              <a:t>DHCPv6</a:t>
            </a:r>
            <a:r>
              <a:rPr lang="zh-CN" altLang="en-US" dirty="0"/>
              <a:t>客户端希望继续使用该地址</a:t>
            </a:r>
            <a:r>
              <a:rPr lang="en-US" altLang="zh-CN" dirty="0"/>
              <a:t>/</a:t>
            </a:r>
            <a:r>
              <a:rPr lang="zh-CN" altLang="en-US" dirty="0"/>
              <a:t>前缀，则需要更新地址</a:t>
            </a:r>
            <a:r>
              <a:rPr lang="en-US" altLang="zh-CN" dirty="0"/>
              <a:t>/</a:t>
            </a:r>
            <a:r>
              <a:rPr lang="zh-CN" altLang="en-US" dirty="0"/>
              <a:t>前缀的租约。</a:t>
            </a:r>
          </a:p>
        </p:txBody>
      </p:sp>
      <p:sp>
        <p:nvSpPr>
          <p:cNvPr id="33" name="文本占位符 2"/>
          <p:cNvSpPr txBox="1">
            <a:spLocks/>
          </p:cNvSpPr>
          <p:nvPr/>
        </p:nvSpPr>
        <p:spPr bwMode="gray">
          <a:xfrm>
            <a:off x="6315579" y="2934661"/>
            <a:ext cx="5218227" cy="32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DHCPv6</a:t>
            </a:r>
            <a:r>
              <a:rPr lang="zh-CN" altLang="en-US" sz="1800" dirty="0"/>
              <a:t>客户端在</a:t>
            </a:r>
            <a:r>
              <a:rPr lang="en-US" altLang="zh-CN" sz="1800" dirty="0"/>
              <a:t>T1</a:t>
            </a:r>
            <a:r>
              <a:rPr lang="zh-CN" altLang="en-US" sz="1800" dirty="0"/>
              <a:t>时刻（默认为</a:t>
            </a:r>
            <a:r>
              <a:rPr lang="en-US" altLang="zh-CN" sz="1800" dirty="0"/>
              <a:t>Preferred Lifetime</a:t>
            </a:r>
            <a:r>
              <a:rPr lang="zh-CN" altLang="en-US" sz="1800" dirty="0"/>
              <a:t>的</a:t>
            </a:r>
            <a:r>
              <a:rPr lang="en-US" altLang="zh-CN" sz="1800" dirty="0"/>
              <a:t>1/2</a:t>
            </a:r>
            <a:r>
              <a:rPr lang="zh-CN" altLang="en-US" sz="1800" dirty="0"/>
              <a:t>）发送</a:t>
            </a:r>
            <a:r>
              <a:rPr lang="en-US" altLang="zh-CN" sz="1800" dirty="0"/>
              <a:t>Renew</a:t>
            </a:r>
            <a:r>
              <a:rPr lang="zh-CN" altLang="en-US" sz="1800" dirty="0"/>
              <a:t>报文</a:t>
            </a:r>
            <a:r>
              <a:rPr lang="zh-CN" altLang="en-US" sz="1800"/>
              <a:t>进行地址</a:t>
            </a:r>
            <a:r>
              <a:rPr lang="en-US" altLang="zh-CN" sz="1800"/>
              <a:t>/</a:t>
            </a:r>
            <a:r>
              <a:rPr lang="zh-CN" altLang="en-US" sz="1800"/>
              <a:t>前缀租约</a:t>
            </a:r>
            <a:r>
              <a:rPr lang="zh-CN" altLang="en-US" sz="1800" dirty="0"/>
              <a:t>更新请求。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 dirty="0"/>
              <a:t>如果</a:t>
            </a:r>
            <a:r>
              <a:rPr lang="en-US" altLang="zh-CN" sz="1800" dirty="0"/>
              <a:t>DHCPv6</a:t>
            </a:r>
            <a:r>
              <a:rPr lang="zh-CN" altLang="en-US" sz="1800" dirty="0"/>
              <a:t>客户端可以继续使用</a:t>
            </a:r>
            <a:r>
              <a:rPr lang="zh-CN" altLang="en-US" sz="1800"/>
              <a:t>该地址</a:t>
            </a:r>
            <a:r>
              <a:rPr lang="en-US" altLang="zh-CN" sz="1800"/>
              <a:t>/</a:t>
            </a:r>
            <a:r>
              <a:rPr lang="zh-CN" altLang="en-US" sz="1800"/>
              <a:t>前缀，</a:t>
            </a:r>
            <a:r>
              <a:rPr lang="zh-CN" altLang="en-US" sz="1800" dirty="0"/>
              <a:t>则</a:t>
            </a:r>
            <a:r>
              <a:rPr lang="en-US" altLang="zh-CN" sz="1800" dirty="0"/>
              <a:t>DHCPv6</a:t>
            </a:r>
            <a:r>
              <a:rPr lang="zh-CN" altLang="en-US" sz="1800" dirty="0"/>
              <a:t>服务器回应续约成功的</a:t>
            </a:r>
            <a:r>
              <a:rPr lang="en-US" altLang="zh-CN" sz="1800" dirty="0"/>
              <a:t>Reply</a:t>
            </a:r>
            <a:r>
              <a:rPr lang="zh-CN" altLang="en-US" sz="1800" dirty="0"/>
              <a:t>报文，通知</a:t>
            </a:r>
            <a:r>
              <a:rPr lang="en-US" altLang="zh-CN" sz="1800" dirty="0"/>
              <a:t>DHCPv6</a:t>
            </a:r>
            <a:r>
              <a:rPr lang="zh-CN" altLang="en-US" sz="1800" dirty="0"/>
              <a:t>客户端已经成功</a:t>
            </a:r>
            <a:r>
              <a:rPr lang="zh-CN" altLang="en-US" sz="1800"/>
              <a:t>更新地址</a:t>
            </a:r>
            <a:r>
              <a:rPr lang="en-US" altLang="zh-CN" sz="1800"/>
              <a:t>/</a:t>
            </a:r>
            <a:r>
              <a:rPr lang="zh-CN" altLang="en-US" sz="1800"/>
              <a:t>前缀租约</a:t>
            </a:r>
            <a:r>
              <a:rPr lang="zh-CN" altLang="en-US" sz="1800" dirty="0"/>
              <a:t>。否则，</a:t>
            </a:r>
            <a:r>
              <a:rPr lang="en-US" altLang="zh-CN" sz="1800" dirty="0"/>
              <a:t>DHCPv6</a:t>
            </a:r>
            <a:r>
              <a:rPr lang="zh-CN" altLang="en-US" sz="1800" dirty="0"/>
              <a:t>服务器回应续约失败的</a:t>
            </a:r>
            <a:r>
              <a:rPr lang="en-US" altLang="zh-CN" sz="1800" dirty="0"/>
              <a:t>Reply</a:t>
            </a:r>
            <a:r>
              <a:rPr lang="zh-CN" altLang="en-US" sz="1800" dirty="0"/>
              <a:t>报文，通知</a:t>
            </a:r>
            <a:r>
              <a:rPr lang="en-US" altLang="zh-CN" sz="1800" dirty="0"/>
              <a:t>DHCPv6</a:t>
            </a:r>
            <a:r>
              <a:rPr lang="zh-CN" altLang="en-US" sz="1800" dirty="0"/>
              <a:t>客户端不能获得新的租约。</a:t>
            </a:r>
          </a:p>
        </p:txBody>
      </p:sp>
      <p:cxnSp>
        <p:nvCxnSpPr>
          <p:cNvPr id="34" name="直接连接符 33"/>
          <p:cNvCxnSpPr/>
          <p:nvPr/>
        </p:nvCxnSpPr>
        <p:spPr bwMode="gray">
          <a:xfrm>
            <a:off x="1514073" y="3752850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 bwMode="gray">
          <a:xfrm>
            <a:off x="5114473" y="3752850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26"/>
          <p:cNvSpPr txBox="1"/>
          <p:nvPr/>
        </p:nvSpPr>
        <p:spPr bwMode="gray">
          <a:xfrm>
            <a:off x="935734" y="2978573"/>
            <a:ext cx="186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Client</a:t>
            </a:r>
            <a:endParaRPr lang="zh-CN" altLang="en-US" sz="1200" dirty="0"/>
          </a:p>
        </p:txBody>
      </p:sp>
      <p:sp>
        <p:nvSpPr>
          <p:cNvPr id="37" name="TextBox 27"/>
          <p:cNvSpPr txBox="1"/>
          <p:nvPr/>
        </p:nvSpPr>
        <p:spPr bwMode="gray">
          <a:xfrm>
            <a:off x="4532989" y="2972701"/>
            <a:ext cx="170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Server</a:t>
            </a:r>
            <a:endParaRPr lang="zh-CN" altLang="en-US" sz="1200" dirty="0"/>
          </a:p>
        </p:txBody>
      </p:sp>
      <p:pic>
        <p:nvPicPr>
          <p:cNvPr id="38" name="图片 3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44473" y="3297262"/>
            <a:ext cx="540000" cy="442800"/>
          </a:xfrm>
          <a:prstGeom prst="rect">
            <a:avLst/>
          </a:prstGeom>
        </p:spPr>
      </p:pic>
      <p:pic>
        <p:nvPicPr>
          <p:cNvPr id="39" name="图片 38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1234927" y="3309817"/>
            <a:ext cx="539063" cy="414000"/>
          </a:xfrm>
          <a:prstGeom prst="rect">
            <a:avLst/>
          </a:prstGeom>
        </p:spPr>
      </p:pic>
      <p:sp>
        <p:nvSpPr>
          <p:cNvPr id="40" name="Oval 4"/>
          <p:cNvSpPr>
            <a:spLocks noChangeAspect="1"/>
          </p:cNvSpPr>
          <p:nvPr/>
        </p:nvSpPr>
        <p:spPr bwMode="gray">
          <a:xfrm>
            <a:off x="2664697" y="4061856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1" name="Straight Connector 73"/>
          <p:cNvCxnSpPr/>
          <p:nvPr/>
        </p:nvCxnSpPr>
        <p:spPr bwMode="gray">
          <a:xfrm>
            <a:off x="1770779" y="4394739"/>
            <a:ext cx="3204651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2" name="矩形 41"/>
          <p:cNvSpPr/>
          <p:nvPr/>
        </p:nvSpPr>
        <p:spPr bwMode="gray">
          <a:xfrm>
            <a:off x="3060712" y="4009093"/>
            <a:ext cx="1006607" cy="304763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Renew</a:t>
            </a:r>
          </a:p>
        </p:txBody>
      </p:sp>
      <p:grpSp>
        <p:nvGrpSpPr>
          <p:cNvPr id="43" name="组合 42"/>
          <p:cNvGrpSpPr/>
          <p:nvPr/>
        </p:nvGrpSpPr>
        <p:grpSpPr bwMode="gray">
          <a:xfrm>
            <a:off x="1726185" y="5226281"/>
            <a:ext cx="3204649" cy="380443"/>
            <a:chOff x="5471310" y="4987046"/>
            <a:chExt cx="3204649" cy="380443"/>
          </a:xfrm>
        </p:grpSpPr>
        <p:cxnSp>
          <p:nvCxnSpPr>
            <p:cNvPr id="44" name="Straight Connector 73"/>
            <p:cNvCxnSpPr/>
            <p:nvPr/>
          </p:nvCxnSpPr>
          <p:spPr bwMode="gray">
            <a:xfrm flipH="1">
              <a:off x="5471310" y="5367489"/>
              <a:ext cx="320464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5" name="Oval 4"/>
            <p:cNvSpPr>
              <a:spLocks noChangeAspect="1"/>
            </p:cNvSpPr>
            <p:nvPr/>
          </p:nvSpPr>
          <p:spPr bwMode="gray">
            <a:xfrm>
              <a:off x="6424060" y="5007000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" name="矩形 45"/>
            <p:cNvSpPr/>
            <p:nvPr/>
          </p:nvSpPr>
          <p:spPr bwMode="gray">
            <a:xfrm>
              <a:off x="6820075" y="4987046"/>
              <a:ext cx="1006606" cy="291908"/>
            </a:xfrm>
            <a:prstGeom prst="rect">
              <a:avLst/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Reply</a:t>
              </a:r>
            </a:p>
          </p:txBody>
        </p:sp>
      </p:grpSp>
      <p:sp>
        <p:nvSpPr>
          <p:cNvPr id="47" name="TextBox 15"/>
          <p:cNvSpPr txBox="1"/>
          <p:nvPr/>
        </p:nvSpPr>
        <p:spPr bwMode="gray">
          <a:xfrm>
            <a:off x="934418" y="4187941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T1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46321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地址</a:t>
            </a:r>
            <a:r>
              <a:rPr lang="en-US" altLang="zh-CN" dirty="0"/>
              <a:t>/</a:t>
            </a:r>
            <a:r>
              <a:rPr lang="zh-CN" altLang="en-US" dirty="0"/>
              <a:t>前缀租约更新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0" indent="0">
              <a:buNone/>
            </a:pPr>
            <a:r>
              <a:rPr lang="zh-CN" altLang="en-US" dirty="0"/>
              <a:t>如果</a:t>
            </a:r>
            <a:r>
              <a:rPr lang="en-US" altLang="zh-CN" dirty="0"/>
              <a:t>DHCPv6</a:t>
            </a:r>
            <a:r>
              <a:rPr lang="zh-CN" altLang="en-US" dirty="0"/>
              <a:t>服务器未响应</a:t>
            </a:r>
            <a:r>
              <a:rPr lang="en-US" altLang="zh-CN" dirty="0"/>
              <a:t>T1</a:t>
            </a:r>
            <a:r>
              <a:rPr lang="zh-CN" altLang="en-US" dirty="0"/>
              <a:t>时刻</a:t>
            </a:r>
            <a:r>
              <a:rPr lang="en-US" altLang="zh-CN" dirty="0"/>
              <a:t>DHCPv6</a:t>
            </a:r>
            <a:r>
              <a:rPr lang="zh-CN" altLang="en-US" dirty="0"/>
              <a:t>客户端发出的</a:t>
            </a:r>
            <a:r>
              <a:rPr lang="en-US" altLang="zh-CN" dirty="0"/>
              <a:t>Renew</a:t>
            </a:r>
            <a:r>
              <a:rPr lang="zh-CN" altLang="en-US" dirty="0"/>
              <a:t>请求，则客户端会在</a:t>
            </a:r>
            <a:r>
              <a:rPr lang="en-US" altLang="zh-CN" dirty="0"/>
              <a:t>T2</a:t>
            </a:r>
            <a:r>
              <a:rPr lang="zh-CN" altLang="en-US" dirty="0"/>
              <a:t>（默认为</a:t>
            </a:r>
            <a:r>
              <a:rPr lang="en-US" altLang="zh-CN" dirty="0"/>
              <a:t>Preferred Lifetime</a:t>
            </a:r>
            <a:r>
              <a:rPr lang="zh-CN" altLang="en-US" dirty="0"/>
              <a:t>的</a:t>
            </a:r>
            <a:r>
              <a:rPr lang="en-US" altLang="zh-CN" dirty="0"/>
              <a:t>0.8</a:t>
            </a:r>
            <a:r>
              <a:rPr lang="zh-CN" altLang="en-US" dirty="0"/>
              <a:t>倍）向所有</a:t>
            </a:r>
            <a:r>
              <a:rPr lang="en-US" altLang="zh-CN" dirty="0"/>
              <a:t>DHCPv6</a:t>
            </a:r>
            <a:r>
              <a:rPr lang="zh-CN" altLang="en-US" dirty="0"/>
              <a:t>服务器组播发送</a:t>
            </a:r>
            <a:r>
              <a:rPr lang="en-US" altLang="zh-CN" dirty="0"/>
              <a:t>Rebind</a:t>
            </a:r>
            <a:r>
              <a:rPr lang="zh-CN" altLang="en-US" dirty="0"/>
              <a:t>请求更新租约。</a:t>
            </a:r>
          </a:p>
          <a:p>
            <a:endParaRPr lang="zh-CN" altLang="en-US" dirty="0"/>
          </a:p>
        </p:txBody>
      </p:sp>
      <p:cxnSp>
        <p:nvCxnSpPr>
          <p:cNvPr id="20" name="直接连接符 19"/>
          <p:cNvCxnSpPr/>
          <p:nvPr/>
        </p:nvCxnSpPr>
        <p:spPr bwMode="gray">
          <a:xfrm>
            <a:off x="3300628" y="4270708"/>
            <a:ext cx="0" cy="36004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9"/>
          <p:cNvSpPr txBox="1"/>
          <p:nvPr/>
        </p:nvSpPr>
        <p:spPr bwMode="gray">
          <a:xfrm>
            <a:off x="833102" y="4981768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T2</a:t>
            </a:r>
            <a:endParaRPr lang="zh-CN" altLang="en-US" sz="1600" b="1" dirty="0"/>
          </a:p>
        </p:txBody>
      </p:sp>
      <p:cxnSp>
        <p:nvCxnSpPr>
          <p:cNvPr id="24" name="直接连接符 23"/>
          <p:cNvCxnSpPr/>
          <p:nvPr/>
        </p:nvCxnSpPr>
        <p:spPr bwMode="gray">
          <a:xfrm>
            <a:off x="1413257" y="3497063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 bwMode="gray">
          <a:xfrm>
            <a:off x="5013657" y="3497063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6"/>
          <p:cNvSpPr txBox="1"/>
          <p:nvPr/>
        </p:nvSpPr>
        <p:spPr bwMode="gray">
          <a:xfrm>
            <a:off x="833602" y="2736589"/>
            <a:ext cx="186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Client</a:t>
            </a:r>
            <a:endParaRPr lang="zh-CN" altLang="en-US" sz="1200" dirty="0"/>
          </a:p>
        </p:txBody>
      </p:sp>
      <p:sp>
        <p:nvSpPr>
          <p:cNvPr id="27" name="TextBox 27"/>
          <p:cNvSpPr txBox="1"/>
          <p:nvPr/>
        </p:nvSpPr>
        <p:spPr bwMode="gray">
          <a:xfrm>
            <a:off x="4393033" y="2739493"/>
            <a:ext cx="170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Server</a:t>
            </a:r>
            <a:endParaRPr lang="zh-CN" altLang="en-US" sz="1200" dirty="0"/>
          </a:p>
        </p:txBody>
      </p:sp>
      <p:pic>
        <p:nvPicPr>
          <p:cNvPr id="28" name="图片 2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43657" y="3041475"/>
            <a:ext cx="540000" cy="442800"/>
          </a:xfrm>
          <a:prstGeom prst="rect">
            <a:avLst/>
          </a:prstGeom>
        </p:spPr>
      </p:pic>
      <p:pic>
        <p:nvPicPr>
          <p:cNvPr id="29" name="图片 28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1134111" y="3054030"/>
            <a:ext cx="539063" cy="414000"/>
          </a:xfrm>
          <a:prstGeom prst="rect">
            <a:avLst/>
          </a:prstGeom>
        </p:spPr>
      </p:pic>
      <p:sp>
        <p:nvSpPr>
          <p:cNvPr id="30" name="Oval 4"/>
          <p:cNvSpPr>
            <a:spLocks noChangeAspect="1"/>
          </p:cNvSpPr>
          <p:nvPr/>
        </p:nvSpPr>
        <p:spPr bwMode="gray">
          <a:xfrm>
            <a:off x="2563881" y="3806069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1" name="Straight Connector 73"/>
          <p:cNvCxnSpPr/>
          <p:nvPr/>
        </p:nvCxnSpPr>
        <p:spPr bwMode="gray">
          <a:xfrm>
            <a:off x="1669963" y="4138952"/>
            <a:ext cx="3204651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2" name="矩形 31"/>
          <p:cNvSpPr/>
          <p:nvPr/>
        </p:nvSpPr>
        <p:spPr bwMode="gray">
          <a:xfrm>
            <a:off x="2959896" y="3753306"/>
            <a:ext cx="1006607" cy="304763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Renew</a:t>
            </a:r>
          </a:p>
        </p:txBody>
      </p:sp>
      <p:cxnSp>
        <p:nvCxnSpPr>
          <p:cNvPr id="34" name="Straight Connector 73"/>
          <p:cNvCxnSpPr/>
          <p:nvPr/>
        </p:nvCxnSpPr>
        <p:spPr bwMode="gray">
          <a:xfrm flipH="1">
            <a:off x="1650212" y="5665817"/>
            <a:ext cx="320464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5" name="Oval 4"/>
          <p:cNvSpPr>
            <a:spLocks noChangeAspect="1"/>
          </p:cNvSpPr>
          <p:nvPr/>
        </p:nvSpPr>
        <p:spPr bwMode="gray">
          <a:xfrm>
            <a:off x="2563881" y="5305328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2959896" y="5285374"/>
            <a:ext cx="1006606" cy="291908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Reply</a:t>
            </a:r>
          </a:p>
        </p:txBody>
      </p:sp>
      <p:sp>
        <p:nvSpPr>
          <p:cNvPr id="37" name="TextBox 15"/>
          <p:cNvSpPr txBox="1"/>
          <p:nvPr/>
        </p:nvSpPr>
        <p:spPr bwMode="gray">
          <a:xfrm>
            <a:off x="833602" y="3932154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T1</a:t>
            </a:r>
            <a:endParaRPr lang="zh-CN" altLang="en-US" sz="1600" b="1" dirty="0"/>
          </a:p>
        </p:txBody>
      </p:sp>
      <p:sp>
        <p:nvSpPr>
          <p:cNvPr id="38" name="Oval 4"/>
          <p:cNvSpPr>
            <a:spLocks noChangeAspect="1"/>
          </p:cNvSpPr>
          <p:nvPr/>
        </p:nvSpPr>
        <p:spPr bwMode="gray">
          <a:xfrm>
            <a:off x="2567092" y="4817471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9" name="Straight Connector 73"/>
          <p:cNvCxnSpPr/>
          <p:nvPr/>
        </p:nvCxnSpPr>
        <p:spPr bwMode="gray">
          <a:xfrm>
            <a:off x="1673174" y="5150354"/>
            <a:ext cx="3204651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0" name="矩形 39"/>
          <p:cNvSpPr/>
          <p:nvPr/>
        </p:nvSpPr>
        <p:spPr bwMode="gray">
          <a:xfrm>
            <a:off x="2963107" y="4764708"/>
            <a:ext cx="1006607" cy="304763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Rebind</a:t>
            </a:r>
          </a:p>
        </p:txBody>
      </p:sp>
      <p:sp>
        <p:nvSpPr>
          <p:cNvPr id="41" name="文本占位符 2"/>
          <p:cNvSpPr txBox="1">
            <a:spLocks/>
          </p:cNvSpPr>
          <p:nvPr/>
        </p:nvSpPr>
        <p:spPr bwMode="gray">
          <a:xfrm>
            <a:off x="6106408" y="2524822"/>
            <a:ext cx="5552192" cy="1712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DHCPv6</a:t>
            </a:r>
            <a:r>
              <a:rPr lang="zh-CN" altLang="en-US" sz="1800" dirty="0"/>
              <a:t>客户端在</a:t>
            </a:r>
            <a:r>
              <a:rPr lang="en-US" altLang="zh-CN" sz="1800" dirty="0"/>
              <a:t>T1</a:t>
            </a:r>
            <a:r>
              <a:rPr lang="zh-CN" altLang="en-US" sz="1800" dirty="0"/>
              <a:t>时刻发送</a:t>
            </a:r>
            <a:r>
              <a:rPr lang="en-US" altLang="zh-CN" sz="1800" dirty="0"/>
              <a:t>Renew</a:t>
            </a:r>
            <a:r>
              <a:rPr lang="zh-CN" altLang="en-US" sz="1800" dirty="0"/>
              <a:t>请求更新租约，但是没有收到</a:t>
            </a:r>
            <a:r>
              <a:rPr lang="en-US" altLang="zh-CN" sz="1800" dirty="0"/>
              <a:t>DHCPv6</a:t>
            </a:r>
            <a:r>
              <a:rPr lang="zh-CN" altLang="en-US" sz="1800" dirty="0"/>
              <a:t>服务器的回应报文。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DHCPv6</a:t>
            </a:r>
            <a:r>
              <a:rPr lang="zh-CN" altLang="en-US" sz="1800" dirty="0"/>
              <a:t>客户端在</a:t>
            </a:r>
            <a:r>
              <a:rPr lang="en-US" altLang="zh-CN" sz="1800" dirty="0"/>
              <a:t>T2</a:t>
            </a:r>
            <a:r>
              <a:rPr lang="zh-CN" altLang="en-US" sz="1800" dirty="0"/>
              <a:t>时刻，向所有</a:t>
            </a:r>
            <a:r>
              <a:rPr lang="en-US" altLang="zh-CN" sz="1800" dirty="0"/>
              <a:t>DHCPv6</a:t>
            </a:r>
            <a:r>
              <a:rPr lang="zh-CN" altLang="en-US" sz="1800" dirty="0"/>
              <a:t>服务器组播发送</a:t>
            </a:r>
            <a:r>
              <a:rPr lang="en-US" altLang="zh-CN" sz="1800" dirty="0"/>
              <a:t>Rebind</a:t>
            </a:r>
            <a:r>
              <a:rPr lang="zh-CN" altLang="en-US" sz="1800" dirty="0"/>
              <a:t>报文请求更新租约。</a:t>
            </a:r>
            <a:endParaRPr lang="en-US" altLang="zh-CN" sz="18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800" dirty="0"/>
              <a:t>如果</a:t>
            </a:r>
            <a:r>
              <a:rPr lang="en-US" altLang="zh-CN" sz="1800" dirty="0"/>
              <a:t>DHCPv6</a:t>
            </a:r>
            <a:r>
              <a:rPr lang="zh-CN" altLang="en-US" sz="1800" dirty="0"/>
              <a:t>客户端可以继续使用</a:t>
            </a:r>
            <a:r>
              <a:rPr lang="zh-CN" altLang="en-US" sz="1800"/>
              <a:t>该地址</a:t>
            </a:r>
            <a:r>
              <a:rPr lang="en-US" altLang="zh-CN" sz="1800"/>
              <a:t>/</a:t>
            </a:r>
            <a:r>
              <a:rPr lang="zh-CN" altLang="en-US" sz="1800"/>
              <a:t>前缀，</a:t>
            </a:r>
            <a:r>
              <a:rPr lang="zh-CN" altLang="en-US" sz="1800" dirty="0"/>
              <a:t>则</a:t>
            </a:r>
            <a:r>
              <a:rPr lang="en-US" altLang="zh-CN" sz="1800" dirty="0"/>
              <a:t>DHCPv6</a:t>
            </a:r>
            <a:r>
              <a:rPr lang="zh-CN" altLang="en-US" sz="1800" dirty="0"/>
              <a:t>服务器回应续约成功的</a:t>
            </a:r>
            <a:r>
              <a:rPr lang="en-US" altLang="zh-CN" sz="1800" dirty="0"/>
              <a:t>Reply</a:t>
            </a:r>
            <a:r>
              <a:rPr lang="zh-CN" altLang="en-US" sz="1800" dirty="0"/>
              <a:t>报文，通知</a:t>
            </a:r>
            <a:r>
              <a:rPr lang="en-US" altLang="zh-CN" sz="1800" dirty="0"/>
              <a:t>DHCPv6</a:t>
            </a:r>
            <a:r>
              <a:rPr lang="zh-CN" altLang="en-US" sz="1800" dirty="0"/>
              <a:t>客户端已经成功</a:t>
            </a:r>
            <a:r>
              <a:rPr lang="zh-CN" altLang="en-US" sz="1800"/>
              <a:t>更新地址</a:t>
            </a:r>
            <a:r>
              <a:rPr lang="en-US" altLang="zh-CN" sz="1800"/>
              <a:t>/</a:t>
            </a:r>
            <a:r>
              <a:rPr lang="zh-CN" altLang="en-US" sz="1800"/>
              <a:t>前缀租约</a:t>
            </a:r>
            <a:r>
              <a:rPr lang="zh-CN" altLang="en-US" sz="1800" dirty="0"/>
              <a:t>。否则</a:t>
            </a:r>
            <a:r>
              <a:rPr lang="en-US" altLang="zh-CN" sz="1800" dirty="0"/>
              <a:t>DHCPv6</a:t>
            </a:r>
            <a:r>
              <a:rPr lang="zh-CN" altLang="en-US" sz="1800" dirty="0"/>
              <a:t>服务器回应续约失败的</a:t>
            </a:r>
            <a:r>
              <a:rPr lang="en-US" altLang="zh-CN" sz="1800" dirty="0"/>
              <a:t>Reply</a:t>
            </a:r>
            <a:r>
              <a:rPr lang="zh-CN" altLang="en-US" sz="1800" dirty="0"/>
              <a:t>报文，通知</a:t>
            </a:r>
            <a:r>
              <a:rPr lang="en-US" altLang="zh-CN" sz="1800" dirty="0"/>
              <a:t>DHCPv6</a:t>
            </a:r>
            <a:r>
              <a:rPr lang="zh-CN" altLang="en-US" sz="1800" dirty="0"/>
              <a:t>客户端不能获得新的租约。</a:t>
            </a:r>
          </a:p>
          <a:p>
            <a:pPr marL="342900" indent="-342900">
              <a:buFont typeface="+mj-lt"/>
              <a:buAutoNum type="arabicPeriod"/>
            </a:pPr>
            <a:endParaRPr lang="zh-CN" altLang="en-US" sz="1600" dirty="0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gray">
          <a:xfrm flipV="1">
            <a:off x="1650212" y="3272892"/>
            <a:ext cx="310179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471468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z="3500" dirty="0"/>
              <a:t>DHCPv6</a:t>
            </a:r>
            <a:r>
              <a:rPr lang="zh-CN" altLang="en-US" sz="3500" dirty="0"/>
              <a:t>无</a:t>
            </a:r>
            <a:r>
              <a:rPr lang="zh-CN" altLang="zh-CN" sz="3500" dirty="0"/>
              <a:t>状态自动</a:t>
            </a:r>
            <a:r>
              <a:rPr lang="zh-CN" altLang="en-US" sz="3500" dirty="0"/>
              <a:t>配置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0" indent="0">
              <a:buNone/>
            </a:pPr>
            <a:r>
              <a:rPr lang="en-US" altLang="zh-CN" dirty="0"/>
              <a:t>DHCPv6</a:t>
            </a:r>
            <a:r>
              <a:rPr lang="zh-CN" altLang="en-US" dirty="0"/>
              <a:t>服务器为已经具有</a:t>
            </a:r>
            <a:r>
              <a:rPr lang="en-US" altLang="zh-CN" dirty="0"/>
              <a:t>IPv6</a:t>
            </a:r>
            <a:r>
              <a:rPr lang="zh-CN" altLang="en-US" dirty="0"/>
              <a:t>地址</a:t>
            </a:r>
            <a:r>
              <a:rPr lang="en-US" altLang="zh-CN" dirty="0"/>
              <a:t>/</a:t>
            </a:r>
            <a:r>
              <a:rPr lang="zh-CN" altLang="en-US" dirty="0"/>
              <a:t>前缀的客户端分配除地址</a:t>
            </a:r>
            <a:r>
              <a:rPr lang="en-US" altLang="zh-CN" dirty="0"/>
              <a:t>/</a:t>
            </a:r>
            <a:r>
              <a:rPr lang="zh-CN" altLang="en-US" dirty="0"/>
              <a:t>前缀以外的其他网络配置参数，该过程称为</a:t>
            </a:r>
            <a:r>
              <a:rPr lang="en-US" altLang="zh-CN" dirty="0"/>
              <a:t>DHCPv6</a:t>
            </a:r>
            <a:r>
              <a:rPr lang="zh-CN" altLang="en-US" dirty="0"/>
              <a:t>无状态自动配置。</a:t>
            </a:r>
          </a:p>
          <a:p>
            <a:endParaRPr lang="zh-CN" altLang="en-US" dirty="0"/>
          </a:p>
        </p:txBody>
      </p:sp>
      <p:sp>
        <p:nvSpPr>
          <p:cNvPr id="13" name="TextBox 13"/>
          <p:cNvSpPr txBox="1"/>
          <p:nvPr/>
        </p:nvSpPr>
        <p:spPr bwMode="gray">
          <a:xfrm>
            <a:off x="1586504" y="5316188"/>
            <a:ext cx="3168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/>
            <a:r>
              <a:rPr lang="zh-CN" altLang="en-US" sz="1600" dirty="0"/>
              <a:t>（携带主机请求的网络配置参数）</a:t>
            </a:r>
            <a:endParaRPr lang="en-US" altLang="zh-CN" sz="1600" dirty="0"/>
          </a:p>
        </p:txBody>
      </p:sp>
      <p:sp>
        <p:nvSpPr>
          <p:cNvPr id="16" name="TextBox 14"/>
          <p:cNvSpPr txBox="1"/>
          <p:nvPr/>
        </p:nvSpPr>
        <p:spPr bwMode="gray">
          <a:xfrm>
            <a:off x="1557399" y="4114508"/>
            <a:ext cx="3498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zh-CN" altLang="en-US" sz="1600" dirty="0"/>
              <a:t>（携带</a:t>
            </a:r>
            <a:r>
              <a:rPr lang="en-US" altLang="zh-CN" sz="1600" dirty="0"/>
              <a:t>Option Request</a:t>
            </a:r>
            <a:r>
              <a:rPr lang="zh-CN" altLang="en-US" sz="1600" dirty="0"/>
              <a:t>选项）</a:t>
            </a:r>
            <a:endParaRPr lang="en-US" altLang="zh-CN" sz="1600" dirty="0"/>
          </a:p>
        </p:txBody>
      </p:sp>
      <p:cxnSp>
        <p:nvCxnSpPr>
          <p:cNvPr id="19" name="直接连接符 18"/>
          <p:cNvCxnSpPr/>
          <p:nvPr/>
        </p:nvCxnSpPr>
        <p:spPr bwMode="gray">
          <a:xfrm>
            <a:off x="1447460" y="3444932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 bwMode="gray">
          <a:xfrm>
            <a:off x="5047860" y="3444932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6"/>
          <p:cNvSpPr txBox="1"/>
          <p:nvPr/>
        </p:nvSpPr>
        <p:spPr bwMode="gray">
          <a:xfrm>
            <a:off x="928606" y="2708764"/>
            <a:ext cx="186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Client</a:t>
            </a:r>
            <a:endParaRPr lang="zh-CN" altLang="en-US" sz="1200" dirty="0"/>
          </a:p>
        </p:txBody>
      </p:sp>
      <p:sp>
        <p:nvSpPr>
          <p:cNvPr id="22" name="TextBox 27"/>
          <p:cNvSpPr txBox="1"/>
          <p:nvPr/>
        </p:nvSpPr>
        <p:spPr bwMode="gray">
          <a:xfrm>
            <a:off x="4466376" y="2688170"/>
            <a:ext cx="170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Server</a:t>
            </a:r>
            <a:endParaRPr lang="zh-CN" altLang="en-US" sz="1200" dirty="0"/>
          </a:p>
        </p:txBody>
      </p:sp>
      <p:pic>
        <p:nvPicPr>
          <p:cNvPr id="23" name="图片 2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77860" y="2989344"/>
            <a:ext cx="540000" cy="442800"/>
          </a:xfrm>
          <a:prstGeom prst="rect">
            <a:avLst/>
          </a:prstGeom>
        </p:spPr>
      </p:pic>
      <p:pic>
        <p:nvPicPr>
          <p:cNvPr id="24" name="图片 23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1168314" y="3001899"/>
            <a:ext cx="539063" cy="414000"/>
          </a:xfrm>
          <a:prstGeom prst="rect">
            <a:avLst/>
          </a:prstGeom>
        </p:spPr>
      </p:pic>
      <p:sp>
        <p:nvSpPr>
          <p:cNvPr id="25" name="Oval 4"/>
          <p:cNvSpPr>
            <a:spLocks noChangeAspect="1"/>
          </p:cNvSpPr>
          <p:nvPr/>
        </p:nvSpPr>
        <p:spPr bwMode="gray">
          <a:xfrm>
            <a:off x="1980719" y="3782440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6" name="Straight Connector 73"/>
          <p:cNvCxnSpPr/>
          <p:nvPr/>
        </p:nvCxnSpPr>
        <p:spPr bwMode="gray">
          <a:xfrm>
            <a:off x="1704166" y="4086821"/>
            <a:ext cx="3204651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7" name="矩形 26"/>
          <p:cNvSpPr/>
          <p:nvPr/>
        </p:nvSpPr>
        <p:spPr bwMode="gray">
          <a:xfrm>
            <a:off x="2361766" y="3762372"/>
            <a:ext cx="1987581" cy="271954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Information-Request</a:t>
            </a:r>
          </a:p>
        </p:txBody>
      </p:sp>
      <p:grpSp>
        <p:nvGrpSpPr>
          <p:cNvPr id="28" name="组合 27"/>
          <p:cNvGrpSpPr/>
          <p:nvPr/>
        </p:nvGrpSpPr>
        <p:grpSpPr bwMode="gray">
          <a:xfrm>
            <a:off x="1659572" y="4918363"/>
            <a:ext cx="3204649" cy="380443"/>
            <a:chOff x="5471310" y="4987046"/>
            <a:chExt cx="3204649" cy="380443"/>
          </a:xfrm>
        </p:grpSpPr>
        <p:cxnSp>
          <p:nvCxnSpPr>
            <p:cNvPr id="29" name="Straight Connector 73"/>
            <p:cNvCxnSpPr/>
            <p:nvPr/>
          </p:nvCxnSpPr>
          <p:spPr bwMode="gray">
            <a:xfrm flipH="1">
              <a:off x="5471310" y="5367489"/>
              <a:ext cx="320464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0" name="Oval 4"/>
            <p:cNvSpPr>
              <a:spLocks noChangeAspect="1"/>
            </p:cNvSpPr>
            <p:nvPr/>
          </p:nvSpPr>
          <p:spPr bwMode="gray">
            <a:xfrm>
              <a:off x="6424060" y="5007000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矩形 30"/>
            <p:cNvSpPr/>
            <p:nvPr/>
          </p:nvSpPr>
          <p:spPr bwMode="gray">
            <a:xfrm>
              <a:off x="6820075" y="4987046"/>
              <a:ext cx="1006606" cy="291908"/>
            </a:xfrm>
            <a:prstGeom prst="rect">
              <a:avLst/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Reply</a:t>
              </a:r>
            </a:p>
          </p:txBody>
        </p:sp>
      </p:grpSp>
      <p:sp>
        <p:nvSpPr>
          <p:cNvPr id="33" name="文本占位符 2"/>
          <p:cNvSpPr txBox="1">
            <a:spLocks/>
          </p:cNvSpPr>
          <p:nvPr/>
        </p:nvSpPr>
        <p:spPr bwMode="gray">
          <a:xfrm>
            <a:off x="5890308" y="2199957"/>
            <a:ext cx="5836025" cy="407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DHCPv6</a:t>
            </a:r>
            <a:r>
              <a:rPr lang="zh-CN" altLang="en-US" sz="1800" dirty="0"/>
              <a:t>客户端以组播的方式向</a:t>
            </a:r>
            <a:r>
              <a:rPr lang="en-US" altLang="zh-CN" sz="1800" dirty="0"/>
              <a:t>DHCPv6</a:t>
            </a:r>
            <a:r>
              <a:rPr lang="zh-CN" altLang="en-US" sz="1800" dirty="0"/>
              <a:t>服务器发送</a:t>
            </a:r>
            <a:r>
              <a:rPr lang="en-US" altLang="zh-CN" sz="1800" dirty="0"/>
              <a:t>Information-request</a:t>
            </a:r>
            <a:r>
              <a:rPr lang="zh-CN" altLang="en-US" sz="1800" dirty="0"/>
              <a:t>报文，该报文中携带</a:t>
            </a:r>
            <a:r>
              <a:rPr lang="en-US" altLang="zh-CN" sz="1800" dirty="0"/>
              <a:t>Option Request</a:t>
            </a:r>
            <a:r>
              <a:rPr lang="zh-CN" altLang="en-US" sz="1800" dirty="0"/>
              <a:t>选项，指定客户端需要从服务器获取的配置参数。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 dirty="0"/>
              <a:t>服务器收到该报文后，为客户端分配网络配置参数，并单播发送</a:t>
            </a:r>
            <a:r>
              <a:rPr lang="en-US" altLang="zh-CN" sz="1800" dirty="0"/>
              <a:t>Reply</a:t>
            </a:r>
            <a:r>
              <a:rPr lang="zh-CN" altLang="en-US" sz="1800" dirty="0"/>
              <a:t>报文将网络配置参数返回给客户端。客户端检查</a:t>
            </a:r>
            <a:r>
              <a:rPr lang="en-US" altLang="zh-CN" sz="1800" dirty="0"/>
              <a:t>Reply</a:t>
            </a:r>
            <a:r>
              <a:rPr lang="zh-CN" altLang="en-US" sz="1800" dirty="0"/>
              <a:t>报文中提供的信息，如果与</a:t>
            </a:r>
            <a:r>
              <a:rPr lang="en-US" altLang="zh-CN" sz="1800" dirty="0"/>
              <a:t>Information-request</a:t>
            </a:r>
            <a:r>
              <a:rPr lang="zh-CN" altLang="en-US" sz="1800" dirty="0"/>
              <a:t>报文中请求的配置参数相符，则按照</a:t>
            </a:r>
            <a:r>
              <a:rPr lang="en-US" altLang="zh-CN" sz="1800" dirty="0"/>
              <a:t>Reply</a:t>
            </a:r>
            <a:r>
              <a:rPr lang="zh-CN" altLang="en-US" sz="1800" dirty="0"/>
              <a:t>报文中提供的参数进行网络配置；否则，忽略该参数。</a:t>
            </a:r>
          </a:p>
          <a:p>
            <a:pPr marL="342900" indent="-342900">
              <a:buFont typeface="+mj-lt"/>
              <a:buAutoNum type="arabicPeriod"/>
            </a:pPr>
            <a:endParaRPr lang="zh-CN" altLang="en-US" sz="1600" dirty="0"/>
          </a:p>
        </p:txBody>
      </p:sp>
      <p:sp>
        <p:nvSpPr>
          <p:cNvPr id="32" name="Line 22"/>
          <p:cNvSpPr>
            <a:spLocks noChangeShapeType="1"/>
          </p:cNvSpPr>
          <p:nvPr/>
        </p:nvSpPr>
        <p:spPr bwMode="gray">
          <a:xfrm flipV="1">
            <a:off x="1704166" y="3200703"/>
            <a:ext cx="310179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776650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Line 22"/>
          <p:cNvSpPr>
            <a:spLocks noChangeShapeType="1"/>
          </p:cNvSpPr>
          <p:nvPr/>
        </p:nvSpPr>
        <p:spPr bwMode="gray">
          <a:xfrm flipV="1">
            <a:off x="1044142" y="3116482"/>
            <a:ext cx="429257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z="3500" dirty="0"/>
              <a:t>DHCPv6 PD</a:t>
            </a:r>
            <a:r>
              <a:rPr lang="zh-CN" altLang="zh-CN" sz="3500" dirty="0"/>
              <a:t>自动</a:t>
            </a:r>
            <a:r>
              <a:rPr lang="zh-CN" altLang="en-US" sz="3500" dirty="0"/>
              <a:t>配置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68317" y="1233488"/>
            <a:ext cx="11276183" cy="106349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在一个层次化的网络结构中，不同层次的</a:t>
            </a:r>
            <a:r>
              <a:rPr lang="en-US" altLang="zh-CN" sz="1800" dirty="0"/>
              <a:t>IPv6</a:t>
            </a:r>
            <a:r>
              <a:rPr lang="zh-CN" altLang="en-US" sz="1800" dirty="0"/>
              <a:t>地址配置一般是手工指定的。手工配置</a:t>
            </a:r>
            <a:r>
              <a:rPr lang="en-US" altLang="zh-CN" sz="1800" dirty="0"/>
              <a:t>IPv6</a:t>
            </a:r>
            <a:r>
              <a:rPr lang="zh-CN" altLang="en-US" sz="1800" dirty="0"/>
              <a:t>地址扩展性不佳，不利于</a:t>
            </a:r>
            <a:r>
              <a:rPr lang="en-US" altLang="zh-CN" sz="1800" dirty="0"/>
              <a:t>IPv6</a:t>
            </a:r>
            <a:r>
              <a:rPr lang="zh-CN" altLang="en-US" sz="1800" dirty="0"/>
              <a:t>地址的统一规划管理。</a:t>
            </a:r>
            <a:r>
              <a:rPr lang="en-US" altLang="zh-CN" sz="1800" dirty="0"/>
              <a:t>DHCPv6 PD</a:t>
            </a:r>
            <a:r>
              <a:rPr lang="zh-CN" altLang="en-US" sz="1800" dirty="0"/>
              <a:t>可以解决这个问题。</a:t>
            </a:r>
            <a:endParaRPr lang="en-US" altLang="zh-CN" sz="1800" dirty="0"/>
          </a:p>
        </p:txBody>
      </p:sp>
      <p:cxnSp>
        <p:nvCxnSpPr>
          <p:cNvPr id="4" name="直接连接符 3"/>
          <p:cNvCxnSpPr/>
          <p:nvPr/>
        </p:nvCxnSpPr>
        <p:spPr bwMode="gray">
          <a:xfrm>
            <a:off x="880953" y="3442339"/>
            <a:ext cx="0" cy="245043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63676" y="2915177"/>
            <a:ext cx="540000" cy="4428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 bwMode="gray">
          <a:xfrm>
            <a:off x="2737612" y="3414289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>
            <a:off x="5594684" y="3389587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6"/>
          <p:cNvSpPr txBox="1"/>
          <p:nvPr/>
        </p:nvSpPr>
        <p:spPr bwMode="gray">
          <a:xfrm>
            <a:off x="2207441" y="2572826"/>
            <a:ext cx="1432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 Client</a:t>
            </a:r>
            <a:endParaRPr lang="zh-CN" altLang="en-US" sz="1200" dirty="0"/>
          </a:p>
        </p:txBody>
      </p:sp>
      <p:sp>
        <p:nvSpPr>
          <p:cNvPr id="9" name="TextBox 27"/>
          <p:cNvSpPr txBox="1"/>
          <p:nvPr/>
        </p:nvSpPr>
        <p:spPr bwMode="gray">
          <a:xfrm>
            <a:off x="4849621" y="2572826"/>
            <a:ext cx="1514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Server</a:t>
            </a:r>
            <a:endParaRPr lang="zh-CN" altLang="en-US" sz="1200" dirty="0"/>
          </a:p>
        </p:txBody>
      </p:sp>
      <p:pic>
        <p:nvPicPr>
          <p:cNvPr id="10" name="图片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36716" y="2917754"/>
            <a:ext cx="540000" cy="442800"/>
          </a:xfrm>
          <a:prstGeom prst="rect">
            <a:avLst/>
          </a:prstGeom>
        </p:spPr>
      </p:pic>
      <p:pic>
        <p:nvPicPr>
          <p:cNvPr id="11" name="图片 10" descr="PC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 bwMode="gray">
          <a:xfrm>
            <a:off x="557415" y="2906360"/>
            <a:ext cx="539063" cy="414000"/>
          </a:xfrm>
          <a:prstGeom prst="rect">
            <a:avLst/>
          </a:prstGeom>
        </p:spPr>
      </p:pic>
      <p:sp>
        <p:nvSpPr>
          <p:cNvPr id="12" name="Oval 4"/>
          <p:cNvSpPr>
            <a:spLocks noChangeAspect="1"/>
          </p:cNvSpPr>
          <p:nvPr/>
        </p:nvSpPr>
        <p:spPr bwMode="gray">
          <a:xfrm>
            <a:off x="3115681" y="3664837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3" name="Straight Connector 73"/>
          <p:cNvCxnSpPr/>
          <p:nvPr/>
        </p:nvCxnSpPr>
        <p:spPr bwMode="gray">
          <a:xfrm>
            <a:off x="2875322" y="3991423"/>
            <a:ext cx="258701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4" name="矩形 13"/>
          <p:cNvSpPr/>
          <p:nvPr/>
        </p:nvSpPr>
        <p:spPr bwMode="gray">
          <a:xfrm>
            <a:off x="3462644" y="3443691"/>
            <a:ext cx="1620317" cy="492296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Solicit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IA_NA+IA_PD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Oval 4"/>
          <p:cNvSpPr>
            <a:spLocks noChangeAspect="1"/>
          </p:cNvSpPr>
          <p:nvPr/>
        </p:nvSpPr>
        <p:spPr bwMode="gray">
          <a:xfrm>
            <a:off x="3323306" y="4676653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7" name="Straight Connector 73"/>
          <p:cNvCxnSpPr/>
          <p:nvPr/>
        </p:nvCxnSpPr>
        <p:spPr bwMode="gray">
          <a:xfrm>
            <a:off x="2875322" y="5039309"/>
            <a:ext cx="258701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8" name="矩形 17"/>
          <p:cNvSpPr/>
          <p:nvPr/>
        </p:nvSpPr>
        <p:spPr bwMode="gray">
          <a:xfrm>
            <a:off x="3719322" y="4634776"/>
            <a:ext cx="1006606" cy="291908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Request</a:t>
            </a:r>
          </a:p>
        </p:txBody>
      </p:sp>
      <p:cxnSp>
        <p:nvCxnSpPr>
          <p:cNvPr id="20" name="Straight Connector 73"/>
          <p:cNvCxnSpPr/>
          <p:nvPr/>
        </p:nvCxnSpPr>
        <p:spPr bwMode="gray">
          <a:xfrm flipH="1">
            <a:off x="2875323" y="4508169"/>
            <a:ext cx="258701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1" name="Oval 4"/>
          <p:cNvSpPr>
            <a:spLocks noChangeAspect="1"/>
          </p:cNvSpPr>
          <p:nvPr/>
        </p:nvSpPr>
        <p:spPr bwMode="gray">
          <a:xfrm>
            <a:off x="3323306" y="4147680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21"/>
          <p:cNvSpPr/>
          <p:nvPr/>
        </p:nvSpPr>
        <p:spPr bwMode="gray">
          <a:xfrm>
            <a:off x="3719321" y="4127726"/>
            <a:ext cx="1006606" cy="291908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Advertise</a:t>
            </a:r>
          </a:p>
        </p:txBody>
      </p:sp>
      <p:cxnSp>
        <p:nvCxnSpPr>
          <p:cNvPr id="24" name="Straight Connector 73"/>
          <p:cNvCxnSpPr/>
          <p:nvPr/>
        </p:nvCxnSpPr>
        <p:spPr bwMode="gray">
          <a:xfrm flipH="1">
            <a:off x="2875325" y="5582008"/>
            <a:ext cx="258701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5" name="Oval 4"/>
          <p:cNvSpPr>
            <a:spLocks noChangeAspect="1"/>
          </p:cNvSpPr>
          <p:nvPr/>
        </p:nvSpPr>
        <p:spPr bwMode="gray">
          <a:xfrm>
            <a:off x="3323308" y="5221519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3719323" y="5201565"/>
            <a:ext cx="1006606" cy="291908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Reply</a:t>
            </a:r>
          </a:p>
        </p:txBody>
      </p:sp>
      <p:cxnSp>
        <p:nvCxnSpPr>
          <p:cNvPr id="27" name="Straight Connector 73"/>
          <p:cNvCxnSpPr/>
          <p:nvPr/>
        </p:nvCxnSpPr>
        <p:spPr bwMode="gray">
          <a:xfrm flipH="1">
            <a:off x="1044143" y="4750972"/>
            <a:ext cx="153931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8" name="Oval 4"/>
          <p:cNvSpPr>
            <a:spLocks noChangeAspect="1"/>
          </p:cNvSpPr>
          <p:nvPr/>
        </p:nvSpPr>
        <p:spPr bwMode="gray">
          <a:xfrm>
            <a:off x="984899" y="4390483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1466590" y="4310743"/>
            <a:ext cx="759299" cy="331740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RA</a:t>
            </a:r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TextBox 11"/>
          <p:cNvSpPr txBox="1"/>
          <p:nvPr/>
        </p:nvSpPr>
        <p:spPr bwMode="gray">
          <a:xfrm>
            <a:off x="557415" y="2572825"/>
            <a:ext cx="1785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PC</a:t>
            </a:r>
            <a:endParaRPr lang="zh-CN" altLang="en-US" sz="1200" dirty="0"/>
          </a:p>
        </p:txBody>
      </p:sp>
      <p:sp>
        <p:nvSpPr>
          <p:cNvPr id="39" name="文本占位符 2"/>
          <p:cNvSpPr txBox="1">
            <a:spLocks/>
          </p:cNvSpPr>
          <p:nvPr/>
        </p:nvSpPr>
        <p:spPr bwMode="gray">
          <a:xfrm>
            <a:off x="6106408" y="2085340"/>
            <a:ext cx="5552192" cy="4084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DHCPv6</a:t>
            </a:r>
            <a:r>
              <a:rPr lang="zh-CN" altLang="en-US" sz="1400" dirty="0"/>
              <a:t>客户端发送</a:t>
            </a:r>
            <a:r>
              <a:rPr lang="en-US" altLang="zh-CN" sz="1400" dirty="0"/>
              <a:t>Solicit</a:t>
            </a:r>
            <a:r>
              <a:rPr lang="zh-CN" altLang="en-US" sz="1400" dirty="0"/>
              <a:t>报文，请求</a:t>
            </a:r>
            <a:r>
              <a:rPr lang="en-US" altLang="zh-CN" sz="1400" dirty="0"/>
              <a:t>DHCPv6</a:t>
            </a:r>
            <a:r>
              <a:rPr lang="zh-CN" altLang="en-US" sz="1400" dirty="0"/>
              <a:t>服务器为其分配</a:t>
            </a:r>
            <a:r>
              <a:rPr lang="en-US" altLang="zh-CN" sz="1400" dirty="0"/>
              <a:t>IA_NA</a:t>
            </a:r>
            <a:r>
              <a:rPr lang="zh-CN" altLang="en-US" sz="1400" dirty="0"/>
              <a:t>地址和</a:t>
            </a:r>
            <a:r>
              <a:rPr lang="en-US" altLang="zh-CN" sz="1400" dirty="0"/>
              <a:t>IA_PD</a:t>
            </a:r>
            <a:r>
              <a:rPr lang="zh-CN" altLang="en-US" sz="1400" dirty="0"/>
              <a:t>前缀。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DHCPv6</a:t>
            </a:r>
            <a:r>
              <a:rPr lang="zh-CN" altLang="en-US" sz="1400" dirty="0"/>
              <a:t>服务器回复</a:t>
            </a:r>
            <a:r>
              <a:rPr lang="en-US" altLang="zh-CN" sz="1400" dirty="0"/>
              <a:t>Advertise</a:t>
            </a:r>
            <a:r>
              <a:rPr lang="zh-CN" altLang="en-US" sz="1400" dirty="0"/>
              <a:t>报文，通知客户端可以为其分配的</a:t>
            </a:r>
            <a:r>
              <a:rPr lang="en-US" altLang="zh-CN" sz="1400" dirty="0"/>
              <a:t>IPv6</a:t>
            </a:r>
            <a:r>
              <a:rPr lang="zh-CN" altLang="en-US" sz="1400" dirty="0"/>
              <a:t>地址和前缀。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如果客户端接收到多个服务器回复的</a:t>
            </a:r>
            <a:r>
              <a:rPr lang="en-US" altLang="zh-CN" sz="1400" dirty="0"/>
              <a:t>Advertise</a:t>
            </a:r>
            <a:r>
              <a:rPr lang="zh-CN" altLang="en-US" sz="1400" dirty="0"/>
              <a:t>报文，则根据</a:t>
            </a:r>
            <a:r>
              <a:rPr lang="en-US" altLang="zh-CN" sz="1400" dirty="0"/>
              <a:t>Advertise</a:t>
            </a:r>
            <a:r>
              <a:rPr lang="zh-CN" altLang="en-US" sz="1400" dirty="0"/>
              <a:t>报文中的服务器优先级等参数，选择优先级最高的一</a:t>
            </a:r>
            <a:r>
              <a:rPr lang="zh-CN" altLang="en-US" sz="1400"/>
              <a:t>台服务器（若服务器优先级一样，则选择带有该客户端需要的配置参数的</a:t>
            </a:r>
            <a:r>
              <a:rPr lang="en-US" altLang="zh-CN" sz="1400"/>
              <a:t>Advertise</a:t>
            </a:r>
            <a:r>
              <a:rPr lang="zh-CN" altLang="en-US" sz="1400"/>
              <a:t>报文） ，</a:t>
            </a:r>
            <a:r>
              <a:rPr lang="zh-CN" altLang="en-US" sz="1400" dirty="0"/>
              <a:t>并向其发送</a:t>
            </a:r>
            <a:r>
              <a:rPr lang="en-US" altLang="zh-CN" sz="1400" dirty="0"/>
              <a:t>Request</a:t>
            </a:r>
            <a:r>
              <a:rPr lang="zh-CN" altLang="en-US" sz="1400" dirty="0"/>
              <a:t>报文，请求为其分配地址</a:t>
            </a:r>
            <a:r>
              <a:rPr lang="en-US" altLang="zh-CN" sz="1400" dirty="0"/>
              <a:t>/</a:t>
            </a:r>
            <a:r>
              <a:rPr lang="zh-CN" altLang="en-US" sz="1400" dirty="0"/>
              <a:t>前缀。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DHCPv6</a:t>
            </a:r>
            <a:r>
              <a:rPr lang="zh-CN" altLang="en-US" sz="1400" dirty="0"/>
              <a:t>服务器回复</a:t>
            </a:r>
            <a:r>
              <a:rPr lang="en-US" altLang="zh-CN" sz="1400" dirty="0"/>
              <a:t>Reply</a:t>
            </a:r>
            <a:r>
              <a:rPr lang="zh-CN" altLang="en-US" sz="1400" dirty="0"/>
              <a:t>报文，确认将</a:t>
            </a:r>
            <a:r>
              <a:rPr lang="en-US" altLang="zh-CN" sz="1400" dirty="0"/>
              <a:t>IPv6</a:t>
            </a:r>
            <a:r>
              <a:rPr lang="zh-CN" altLang="en-US" sz="1400" dirty="0"/>
              <a:t>地址</a:t>
            </a:r>
            <a:r>
              <a:rPr lang="en-US" altLang="zh-CN" sz="1400" dirty="0"/>
              <a:t>/</a:t>
            </a:r>
            <a:r>
              <a:rPr lang="zh-CN" altLang="en-US" sz="1400" dirty="0"/>
              <a:t>前缀分配给</a:t>
            </a:r>
            <a:r>
              <a:rPr lang="en-US" altLang="zh-CN" sz="1400" dirty="0"/>
              <a:t>DHCPv6</a:t>
            </a:r>
            <a:r>
              <a:rPr lang="zh-CN" altLang="en-US" sz="1400" dirty="0"/>
              <a:t>客户端。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DHCPv6</a:t>
            </a:r>
            <a:r>
              <a:rPr lang="zh-CN" altLang="en-US" sz="1400" dirty="0"/>
              <a:t>客户端在收到</a:t>
            </a:r>
            <a:r>
              <a:rPr lang="en-US" altLang="zh-CN" sz="1400" dirty="0"/>
              <a:t>PD</a:t>
            </a:r>
            <a:r>
              <a:rPr lang="zh-CN" altLang="en-US" sz="1400" dirty="0"/>
              <a:t>前缀后，与终端进行</a:t>
            </a:r>
            <a:r>
              <a:rPr lang="en-US" altLang="zh-CN" sz="1400" dirty="0"/>
              <a:t>RS/RA</a:t>
            </a:r>
            <a:r>
              <a:rPr lang="zh-CN" altLang="en-US" sz="1400" dirty="0"/>
              <a:t>报文交互，在</a:t>
            </a:r>
            <a:r>
              <a:rPr lang="en-US" altLang="zh-CN" sz="1400" dirty="0"/>
              <a:t>RA</a:t>
            </a:r>
            <a:r>
              <a:rPr lang="zh-CN" altLang="en-US" sz="1400" dirty="0"/>
              <a:t>报文中将携带获取到的</a:t>
            </a:r>
            <a:r>
              <a:rPr lang="en-US" altLang="zh-CN" sz="1400" dirty="0"/>
              <a:t>PD</a:t>
            </a:r>
            <a:r>
              <a:rPr lang="zh-CN" altLang="en-US" sz="1400" dirty="0"/>
              <a:t>前缀下发至终端。</a:t>
            </a:r>
          </a:p>
        </p:txBody>
      </p:sp>
    </p:spTree>
    <p:extLst>
      <p:ext uri="{BB962C8B-B14F-4D97-AF65-F5344CB8AC3E}">
        <p14:creationId xmlns:p14="http://schemas.microsoft.com/office/powerpoint/2010/main" val="3616430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ine 22"/>
          <p:cNvSpPr>
            <a:spLocks noChangeShapeType="1"/>
          </p:cNvSpPr>
          <p:nvPr/>
        </p:nvSpPr>
        <p:spPr bwMode="gray">
          <a:xfrm flipV="1">
            <a:off x="975942" y="3266608"/>
            <a:ext cx="47360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DHCPv6</a:t>
            </a:r>
            <a:r>
              <a:rPr lang="zh-CN" altLang="en-US" dirty="0"/>
              <a:t>中继工作过程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0" indent="0">
              <a:buNone/>
            </a:pPr>
            <a:r>
              <a:rPr lang="zh-CN" altLang="en-US" dirty="0"/>
              <a:t>当服务器和客户端不在一个网段时，需要使用到</a:t>
            </a:r>
            <a:r>
              <a:rPr lang="en-US" altLang="zh-CN" dirty="0"/>
              <a:t>DHCPv6</a:t>
            </a:r>
            <a:r>
              <a:rPr lang="zh-CN" altLang="en-US" dirty="0"/>
              <a:t>中继来完成</a:t>
            </a:r>
            <a:r>
              <a:rPr lang="en-US" altLang="zh-CN" dirty="0"/>
              <a:t>IPv6</a:t>
            </a:r>
            <a:r>
              <a:rPr lang="zh-CN" altLang="en-US" dirty="0"/>
              <a:t>地址</a:t>
            </a:r>
            <a:r>
              <a:rPr lang="en-US" altLang="zh-CN" dirty="0"/>
              <a:t>/</a:t>
            </a:r>
            <a:r>
              <a:rPr lang="zh-CN" altLang="en-US" dirty="0"/>
              <a:t>前缀和其他网络配置参数的获取。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gray">
          <a:xfrm>
            <a:off x="360196" y="1254617"/>
            <a:ext cx="11567947" cy="846575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200" dirty="0"/>
          </a:p>
        </p:txBody>
      </p:sp>
      <p:cxnSp>
        <p:nvCxnSpPr>
          <p:cNvPr id="7" name="直接连接符 6"/>
          <p:cNvCxnSpPr/>
          <p:nvPr/>
        </p:nvCxnSpPr>
        <p:spPr bwMode="gray">
          <a:xfrm flipH="1">
            <a:off x="739597" y="3462630"/>
            <a:ext cx="1" cy="220119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gray">
          <a:xfrm>
            <a:off x="5846523" y="3489926"/>
            <a:ext cx="0" cy="217389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1"/>
          <p:cNvSpPr txBox="1"/>
          <p:nvPr/>
        </p:nvSpPr>
        <p:spPr bwMode="gray">
          <a:xfrm>
            <a:off x="409375" y="2680348"/>
            <a:ext cx="1785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Client</a:t>
            </a:r>
            <a:endParaRPr lang="zh-CN" altLang="en-US" sz="1200" dirty="0"/>
          </a:p>
        </p:txBody>
      </p:sp>
      <p:sp>
        <p:nvSpPr>
          <p:cNvPr id="12" name="TextBox 12"/>
          <p:cNvSpPr txBox="1"/>
          <p:nvPr/>
        </p:nvSpPr>
        <p:spPr bwMode="gray">
          <a:xfrm>
            <a:off x="4893829" y="2685701"/>
            <a:ext cx="1365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Server</a:t>
            </a:r>
            <a:endParaRPr lang="zh-CN" altLang="en-US" sz="1200" dirty="0"/>
          </a:p>
        </p:txBody>
      </p:sp>
      <p:cxnSp>
        <p:nvCxnSpPr>
          <p:cNvPr id="15" name="直接连接符 14"/>
          <p:cNvCxnSpPr/>
          <p:nvPr/>
        </p:nvCxnSpPr>
        <p:spPr bwMode="gray">
          <a:xfrm>
            <a:off x="3330554" y="3489926"/>
            <a:ext cx="0" cy="217389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1"/>
          <p:cNvSpPr txBox="1"/>
          <p:nvPr/>
        </p:nvSpPr>
        <p:spPr bwMode="gray">
          <a:xfrm>
            <a:off x="2524791" y="2673871"/>
            <a:ext cx="2186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Relay Agent</a:t>
            </a:r>
            <a:endParaRPr lang="zh-CN" altLang="en-US" sz="1200" dirty="0"/>
          </a:p>
        </p:txBody>
      </p:sp>
      <p:pic>
        <p:nvPicPr>
          <p:cNvPr id="22" name="图片 2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76523" y="3033949"/>
            <a:ext cx="540000" cy="442800"/>
          </a:xfrm>
          <a:prstGeom prst="rect">
            <a:avLst/>
          </a:prstGeom>
        </p:spPr>
      </p:pic>
      <p:pic>
        <p:nvPicPr>
          <p:cNvPr id="23" name="图片 22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470066" y="3039607"/>
            <a:ext cx="539063" cy="414000"/>
          </a:xfrm>
          <a:prstGeom prst="rect">
            <a:avLst/>
          </a:prstGeom>
        </p:spPr>
      </p:pic>
      <p:pic>
        <p:nvPicPr>
          <p:cNvPr id="24" name="图片 23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02435" y="3033949"/>
            <a:ext cx="540000" cy="442800"/>
          </a:xfrm>
          <a:prstGeom prst="rect">
            <a:avLst/>
          </a:prstGeom>
        </p:spPr>
      </p:pic>
      <p:sp>
        <p:nvSpPr>
          <p:cNvPr id="64" name="Oval 4"/>
          <p:cNvSpPr>
            <a:spLocks noChangeAspect="1"/>
          </p:cNvSpPr>
          <p:nvPr/>
        </p:nvSpPr>
        <p:spPr bwMode="gray">
          <a:xfrm>
            <a:off x="858441" y="3718948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5" name="Straight Connector 73"/>
          <p:cNvCxnSpPr/>
          <p:nvPr/>
        </p:nvCxnSpPr>
        <p:spPr bwMode="gray">
          <a:xfrm>
            <a:off x="858441" y="4081604"/>
            <a:ext cx="237757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6" name="矩形 65"/>
          <p:cNvSpPr/>
          <p:nvPr/>
        </p:nvSpPr>
        <p:spPr bwMode="gray">
          <a:xfrm>
            <a:off x="1177694" y="3672138"/>
            <a:ext cx="1944535" cy="345620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DHCPv6 message</a:t>
            </a:r>
          </a:p>
        </p:txBody>
      </p:sp>
      <p:sp>
        <p:nvSpPr>
          <p:cNvPr id="79" name="Oval 4"/>
          <p:cNvSpPr>
            <a:spLocks noChangeAspect="1"/>
          </p:cNvSpPr>
          <p:nvPr/>
        </p:nvSpPr>
        <p:spPr bwMode="gray">
          <a:xfrm>
            <a:off x="3491923" y="4018886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0" name="Straight Connector 73"/>
          <p:cNvCxnSpPr/>
          <p:nvPr/>
        </p:nvCxnSpPr>
        <p:spPr bwMode="gray">
          <a:xfrm>
            <a:off x="3491923" y="4381542"/>
            <a:ext cx="225839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81" name="矩形 80"/>
          <p:cNvSpPr/>
          <p:nvPr/>
        </p:nvSpPr>
        <p:spPr bwMode="gray">
          <a:xfrm>
            <a:off x="3767482" y="3972076"/>
            <a:ext cx="1944535" cy="345620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Relay-Forward</a:t>
            </a:r>
          </a:p>
        </p:txBody>
      </p:sp>
      <p:sp>
        <p:nvSpPr>
          <p:cNvPr id="82" name="Oval 4"/>
          <p:cNvSpPr>
            <a:spLocks noChangeAspect="1"/>
          </p:cNvSpPr>
          <p:nvPr/>
        </p:nvSpPr>
        <p:spPr bwMode="gray">
          <a:xfrm>
            <a:off x="3491923" y="4607697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3" name="Straight Connector 73"/>
          <p:cNvCxnSpPr/>
          <p:nvPr/>
        </p:nvCxnSpPr>
        <p:spPr bwMode="gray">
          <a:xfrm flipH="1">
            <a:off x="3489615" y="4986158"/>
            <a:ext cx="222240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84" name="矩形 83"/>
          <p:cNvSpPr/>
          <p:nvPr/>
        </p:nvSpPr>
        <p:spPr bwMode="gray">
          <a:xfrm>
            <a:off x="3767482" y="4560887"/>
            <a:ext cx="1944535" cy="345620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Relay-Reply</a:t>
            </a:r>
          </a:p>
        </p:txBody>
      </p:sp>
      <p:sp>
        <p:nvSpPr>
          <p:cNvPr id="85" name="Oval 4"/>
          <p:cNvSpPr>
            <a:spLocks noChangeAspect="1"/>
          </p:cNvSpPr>
          <p:nvPr/>
        </p:nvSpPr>
        <p:spPr bwMode="gray">
          <a:xfrm>
            <a:off x="858441" y="5004030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6" name="Straight Connector 73"/>
          <p:cNvCxnSpPr/>
          <p:nvPr/>
        </p:nvCxnSpPr>
        <p:spPr bwMode="gray">
          <a:xfrm flipH="1">
            <a:off x="858441" y="5368843"/>
            <a:ext cx="237757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88" name="矩形 87"/>
          <p:cNvSpPr/>
          <p:nvPr/>
        </p:nvSpPr>
        <p:spPr bwMode="gray">
          <a:xfrm>
            <a:off x="1157900" y="4946862"/>
            <a:ext cx="1944535" cy="345620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DHCPv6 message</a:t>
            </a:r>
          </a:p>
        </p:txBody>
      </p:sp>
      <p:sp>
        <p:nvSpPr>
          <p:cNvPr id="91" name="文本占位符 2"/>
          <p:cNvSpPr txBox="1">
            <a:spLocks/>
          </p:cNvSpPr>
          <p:nvPr/>
        </p:nvSpPr>
        <p:spPr bwMode="gray">
          <a:xfrm>
            <a:off x="6138028" y="1861355"/>
            <a:ext cx="5665893" cy="4520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DHCPv6</a:t>
            </a:r>
            <a:r>
              <a:rPr lang="zh-CN" altLang="en-US" sz="1800" dirty="0"/>
              <a:t>客户端向所有</a:t>
            </a:r>
            <a:r>
              <a:rPr lang="en-US" altLang="zh-CN" sz="1800" dirty="0"/>
              <a:t>DHCPv6</a:t>
            </a:r>
            <a:r>
              <a:rPr lang="zh-CN" altLang="en-US" sz="1800" dirty="0"/>
              <a:t>服务器和</a:t>
            </a:r>
            <a:r>
              <a:rPr lang="en-US" altLang="zh-CN" sz="1800" dirty="0"/>
              <a:t>DHCPv6</a:t>
            </a:r>
            <a:r>
              <a:rPr lang="zh-CN" altLang="en-US" sz="1800" dirty="0"/>
              <a:t>中继的组播地址</a:t>
            </a:r>
            <a:r>
              <a:rPr lang="en-US" altLang="zh-CN" sz="1800" dirty="0"/>
              <a:t>FF02::1:2</a:t>
            </a:r>
            <a:r>
              <a:rPr lang="zh-CN" altLang="en-US" sz="1800" dirty="0"/>
              <a:t>发送请求报文。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DHCPv6</a:t>
            </a:r>
            <a:r>
              <a:rPr lang="zh-CN" altLang="en-US" sz="1800" dirty="0"/>
              <a:t>中继收到客户端的报文后，将其封装在</a:t>
            </a:r>
            <a:r>
              <a:rPr lang="en-US" altLang="zh-CN" sz="1800" dirty="0"/>
              <a:t>Relay-Forward</a:t>
            </a:r>
            <a:r>
              <a:rPr lang="zh-CN" altLang="en-US" sz="1800" dirty="0"/>
              <a:t>报文的中继消息选项中，并将</a:t>
            </a:r>
            <a:r>
              <a:rPr lang="en-US" altLang="zh-CN" sz="1800" dirty="0"/>
              <a:t>Relay-Forward</a:t>
            </a:r>
            <a:r>
              <a:rPr lang="zh-CN" altLang="en-US" sz="1800" dirty="0"/>
              <a:t>报文发送给</a:t>
            </a:r>
            <a:r>
              <a:rPr lang="en-US" altLang="zh-CN" sz="1800" dirty="0"/>
              <a:t>DHCPv6</a:t>
            </a:r>
            <a:r>
              <a:rPr lang="zh-CN" altLang="en-US" sz="1800" dirty="0"/>
              <a:t>服务器或下一跳中继。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DHCPv6</a:t>
            </a:r>
            <a:r>
              <a:rPr lang="zh-CN" altLang="en-US" sz="1800" dirty="0"/>
              <a:t>服务器从</a:t>
            </a:r>
            <a:r>
              <a:rPr lang="en-US" altLang="zh-CN" sz="1800" dirty="0"/>
              <a:t>Relay-Forward</a:t>
            </a:r>
            <a:r>
              <a:rPr lang="zh-CN" altLang="en-US" sz="1800" dirty="0"/>
              <a:t>报文中解析出</a:t>
            </a:r>
            <a:r>
              <a:rPr lang="en-US" altLang="zh-CN" sz="1800" dirty="0"/>
              <a:t>DHCPv6</a:t>
            </a:r>
            <a:r>
              <a:rPr lang="zh-CN" altLang="en-US" sz="1800" dirty="0"/>
              <a:t>客户端的请求，为</a:t>
            </a:r>
            <a:r>
              <a:rPr lang="en-US" altLang="zh-CN" sz="1800" dirty="0"/>
              <a:t>DHCPv6</a:t>
            </a:r>
            <a:r>
              <a:rPr lang="zh-CN" altLang="en-US" sz="1800" dirty="0"/>
              <a:t>客户端选取</a:t>
            </a:r>
            <a:r>
              <a:rPr lang="en-US" altLang="zh-CN" sz="1800" dirty="0"/>
              <a:t>IPv6</a:t>
            </a:r>
            <a:r>
              <a:rPr lang="zh-CN" altLang="en-US" sz="1800" dirty="0"/>
              <a:t>地址和其他配置</a:t>
            </a:r>
            <a:r>
              <a:rPr lang="zh-CN" altLang="en-US" sz="1800"/>
              <a:t>参数，并</a:t>
            </a:r>
            <a:r>
              <a:rPr lang="zh-CN" altLang="en-US" sz="1800" dirty="0"/>
              <a:t>将</a:t>
            </a:r>
            <a:r>
              <a:rPr lang="en-US" altLang="zh-CN" sz="1800" dirty="0"/>
              <a:t>Relay-Reply</a:t>
            </a:r>
            <a:r>
              <a:rPr lang="zh-CN" altLang="en-US" sz="1800" dirty="0"/>
              <a:t>报文发送给</a:t>
            </a:r>
            <a:r>
              <a:rPr lang="en-US" altLang="zh-CN" sz="1800" dirty="0"/>
              <a:t>DHCPv6</a:t>
            </a:r>
            <a:r>
              <a:rPr lang="zh-CN" altLang="en-US" sz="1800" dirty="0"/>
              <a:t>中继。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DHCPv6</a:t>
            </a:r>
            <a:r>
              <a:rPr lang="zh-CN" altLang="en-US" sz="1800" dirty="0"/>
              <a:t>中继从</a:t>
            </a:r>
            <a:r>
              <a:rPr lang="en-US" altLang="zh-CN" sz="1800" dirty="0"/>
              <a:t>Relay-Reply</a:t>
            </a:r>
            <a:r>
              <a:rPr lang="zh-CN" altLang="en-US" sz="1800" dirty="0"/>
              <a:t>报文中解析出</a:t>
            </a:r>
            <a:r>
              <a:rPr lang="en-US" altLang="zh-CN" sz="1800" dirty="0"/>
              <a:t>DHCPv6</a:t>
            </a:r>
            <a:r>
              <a:rPr lang="zh-CN" altLang="en-US" sz="1800" dirty="0"/>
              <a:t>服务器的应答，转发给</a:t>
            </a:r>
            <a:r>
              <a:rPr lang="en-US" altLang="zh-CN" sz="1800" dirty="0"/>
              <a:t>DHCPv6</a:t>
            </a:r>
            <a:r>
              <a:rPr lang="zh-CN" altLang="en-US" sz="1800" dirty="0"/>
              <a:t>客户端。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52972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ine 22"/>
          <p:cNvSpPr>
            <a:spLocks noChangeShapeType="1"/>
          </p:cNvSpPr>
          <p:nvPr/>
        </p:nvSpPr>
        <p:spPr bwMode="gray">
          <a:xfrm flipV="1">
            <a:off x="3899665" y="3366935"/>
            <a:ext cx="360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DHCPv6</a:t>
            </a:r>
            <a:r>
              <a:rPr lang="zh-CN" altLang="en-US" dirty="0"/>
              <a:t>地址确认过程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0" indent="0">
              <a:buNone/>
            </a:pPr>
            <a:r>
              <a:rPr lang="zh-CN" altLang="en-US" dirty="0"/>
              <a:t>当客户端有断电、掉线、漫游等情况发生时，客户端会发送</a:t>
            </a:r>
            <a:r>
              <a:rPr lang="en-US" altLang="zh-CN" dirty="0"/>
              <a:t>Confirm</a:t>
            </a:r>
            <a:r>
              <a:rPr lang="zh-CN" altLang="en-US" dirty="0"/>
              <a:t>报文确认自己</a:t>
            </a:r>
            <a:r>
              <a:rPr lang="zh-CN" altLang="en-US"/>
              <a:t>的</a:t>
            </a:r>
            <a:r>
              <a:rPr lang="en-US" altLang="zh-CN"/>
              <a:t>IPv6</a:t>
            </a:r>
            <a:r>
              <a:rPr lang="zh-CN" altLang="en-US"/>
              <a:t>地址</a:t>
            </a:r>
            <a:r>
              <a:rPr lang="zh-CN" altLang="en-US" dirty="0"/>
              <a:t>是否可用。如果客户端确认的地址是合法的，则</a:t>
            </a:r>
            <a:r>
              <a:rPr lang="zh-CN" altLang="en-US"/>
              <a:t>服务器回应；</a:t>
            </a:r>
            <a:r>
              <a:rPr lang="zh-CN" altLang="en-US" dirty="0"/>
              <a:t>如果没有回应，则客户端需要重新启动地址申请流程。</a:t>
            </a:r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gray">
          <a:xfrm>
            <a:off x="652462" y="1376363"/>
            <a:ext cx="10769475" cy="972699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 dirty="0"/>
          </a:p>
        </p:txBody>
      </p:sp>
      <p:cxnSp>
        <p:nvCxnSpPr>
          <p:cNvPr id="19" name="直接连接符 18"/>
          <p:cNvCxnSpPr/>
          <p:nvPr/>
        </p:nvCxnSpPr>
        <p:spPr bwMode="gray">
          <a:xfrm>
            <a:off x="3899664" y="3586618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 bwMode="gray">
          <a:xfrm>
            <a:off x="7500064" y="3586618"/>
            <a:ext cx="0" cy="24738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6"/>
          <p:cNvSpPr txBox="1"/>
          <p:nvPr/>
        </p:nvSpPr>
        <p:spPr bwMode="gray">
          <a:xfrm>
            <a:off x="3447325" y="2815606"/>
            <a:ext cx="186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Client</a:t>
            </a:r>
            <a:endParaRPr lang="zh-CN" altLang="en-US" sz="1200" dirty="0"/>
          </a:p>
        </p:txBody>
      </p:sp>
      <p:sp>
        <p:nvSpPr>
          <p:cNvPr id="22" name="TextBox 27"/>
          <p:cNvSpPr txBox="1"/>
          <p:nvPr/>
        </p:nvSpPr>
        <p:spPr bwMode="gray">
          <a:xfrm>
            <a:off x="6803072" y="2843293"/>
            <a:ext cx="170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Server</a:t>
            </a:r>
            <a:endParaRPr lang="zh-CN" altLang="en-US" sz="1200" dirty="0"/>
          </a:p>
        </p:txBody>
      </p:sp>
      <p:pic>
        <p:nvPicPr>
          <p:cNvPr id="23" name="图片 2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30064" y="3131030"/>
            <a:ext cx="540000" cy="442800"/>
          </a:xfrm>
          <a:prstGeom prst="rect">
            <a:avLst/>
          </a:prstGeom>
        </p:spPr>
      </p:pic>
      <p:pic>
        <p:nvPicPr>
          <p:cNvPr id="24" name="图片 23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3620518" y="3143585"/>
            <a:ext cx="539063" cy="414000"/>
          </a:xfrm>
          <a:prstGeom prst="rect">
            <a:avLst/>
          </a:prstGeom>
        </p:spPr>
      </p:pic>
      <p:sp>
        <p:nvSpPr>
          <p:cNvPr id="25" name="Oval 4"/>
          <p:cNvSpPr>
            <a:spLocks noChangeAspect="1"/>
          </p:cNvSpPr>
          <p:nvPr/>
        </p:nvSpPr>
        <p:spPr bwMode="gray">
          <a:xfrm>
            <a:off x="5050288" y="3895624"/>
            <a:ext cx="252000" cy="252000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6" name="Straight Connector 73"/>
          <p:cNvCxnSpPr/>
          <p:nvPr/>
        </p:nvCxnSpPr>
        <p:spPr bwMode="gray">
          <a:xfrm>
            <a:off x="4156370" y="4228507"/>
            <a:ext cx="3204651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7" name="矩形 26"/>
          <p:cNvSpPr/>
          <p:nvPr/>
        </p:nvSpPr>
        <p:spPr bwMode="gray">
          <a:xfrm>
            <a:off x="5446303" y="3842861"/>
            <a:ext cx="1006607" cy="304763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Confirm</a:t>
            </a:r>
          </a:p>
        </p:txBody>
      </p:sp>
      <p:grpSp>
        <p:nvGrpSpPr>
          <p:cNvPr id="28" name="组合 27"/>
          <p:cNvGrpSpPr/>
          <p:nvPr/>
        </p:nvGrpSpPr>
        <p:grpSpPr bwMode="gray">
          <a:xfrm>
            <a:off x="4111776" y="5060049"/>
            <a:ext cx="3204649" cy="380443"/>
            <a:chOff x="5471310" y="4987046"/>
            <a:chExt cx="3204649" cy="380443"/>
          </a:xfrm>
        </p:grpSpPr>
        <p:cxnSp>
          <p:nvCxnSpPr>
            <p:cNvPr id="29" name="Straight Connector 73"/>
            <p:cNvCxnSpPr/>
            <p:nvPr/>
          </p:nvCxnSpPr>
          <p:spPr bwMode="gray">
            <a:xfrm flipH="1">
              <a:off x="5471310" y="5367489"/>
              <a:ext cx="320464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0" name="Oval 4"/>
            <p:cNvSpPr>
              <a:spLocks noChangeAspect="1"/>
            </p:cNvSpPr>
            <p:nvPr/>
          </p:nvSpPr>
          <p:spPr bwMode="gray">
            <a:xfrm>
              <a:off x="6424060" y="5007000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矩形 30"/>
            <p:cNvSpPr/>
            <p:nvPr/>
          </p:nvSpPr>
          <p:spPr bwMode="gray">
            <a:xfrm>
              <a:off x="6820075" y="4987046"/>
              <a:ext cx="1006606" cy="291908"/>
            </a:xfrm>
            <a:prstGeom prst="rect">
              <a:avLst/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Reply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9201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ine 22"/>
          <p:cNvSpPr>
            <a:spLocks noChangeShapeType="1"/>
          </p:cNvSpPr>
          <p:nvPr/>
        </p:nvSpPr>
        <p:spPr bwMode="gray">
          <a:xfrm flipV="1">
            <a:off x="4023252" y="3110391"/>
            <a:ext cx="360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DHCPv6</a:t>
            </a:r>
            <a:r>
              <a:rPr lang="zh-CN" altLang="en-US" dirty="0"/>
              <a:t>地址冲突检测过程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68317" y="1233488"/>
            <a:ext cx="11276183" cy="108328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客户端完成地址申请后，会在开始使用该地址前发起</a:t>
            </a:r>
            <a:r>
              <a:rPr lang="en-US" altLang="zh-CN" dirty="0"/>
              <a:t>DAD</a:t>
            </a:r>
            <a:r>
              <a:rPr lang="zh-CN" altLang="en-US" dirty="0"/>
              <a:t>探测。如果</a:t>
            </a:r>
            <a:r>
              <a:rPr lang="en-US" altLang="zh-CN" dirty="0"/>
              <a:t>DAD</a:t>
            </a:r>
            <a:r>
              <a:rPr lang="zh-CN" altLang="en-US" dirty="0"/>
              <a:t>检测到地址存在冲突，则客户端发送</a:t>
            </a:r>
            <a:r>
              <a:rPr lang="en-US" altLang="zh-CN" dirty="0"/>
              <a:t>Decline</a:t>
            </a:r>
            <a:r>
              <a:rPr lang="zh-CN" altLang="en-US" dirty="0"/>
              <a:t>消息通知服务器，并不再使用该地址。</a:t>
            </a:r>
          </a:p>
          <a:p>
            <a:endParaRPr lang="zh-CN" altLang="en-US" dirty="0"/>
          </a:p>
        </p:txBody>
      </p:sp>
      <p:cxnSp>
        <p:nvCxnSpPr>
          <p:cNvPr id="17" name="直接连接符 16"/>
          <p:cNvCxnSpPr>
            <a:stCxn id="22" idx="2"/>
          </p:cNvCxnSpPr>
          <p:nvPr/>
        </p:nvCxnSpPr>
        <p:spPr bwMode="gray">
          <a:xfrm>
            <a:off x="4016617" y="3297334"/>
            <a:ext cx="0" cy="248928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21" idx="2"/>
          </p:cNvCxnSpPr>
          <p:nvPr/>
        </p:nvCxnSpPr>
        <p:spPr bwMode="gray">
          <a:xfrm flipH="1">
            <a:off x="7623652" y="3313578"/>
            <a:ext cx="0" cy="24730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26"/>
          <p:cNvSpPr txBox="1"/>
          <p:nvPr/>
        </p:nvSpPr>
        <p:spPr bwMode="gray">
          <a:xfrm>
            <a:off x="3577333" y="2578942"/>
            <a:ext cx="184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Client</a:t>
            </a:r>
            <a:endParaRPr lang="zh-CN" altLang="en-US" sz="1200" dirty="0"/>
          </a:p>
        </p:txBody>
      </p:sp>
      <p:sp>
        <p:nvSpPr>
          <p:cNvPr id="20" name="TextBox 27"/>
          <p:cNvSpPr txBox="1"/>
          <p:nvPr/>
        </p:nvSpPr>
        <p:spPr bwMode="gray">
          <a:xfrm>
            <a:off x="6931243" y="2606629"/>
            <a:ext cx="1684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Server</a:t>
            </a:r>
            <a:endParaRPr lang="zh-CN" altLang="en-US" sz="1200" dirty="0"/>
          </a:p>
        </p:txBody>
      </p:sp>
      <p:pic>
        <p:nvPicPr>
          <p:cNvPr id="21" name="图片 2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359620" y="2906177"/>
            <a:ext cx="534032" cy="407401"/>
          </a:xfrm>
          <a:prstGeom prst="rect">
            <a:avLst/>
          </a:prstGeom>
        </p:spPr>
      </p:pic>
      <p:pic>
        <p:nvPicPr>
          <p:cNvPr id="22" name="图片 21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3750064" y="2887910"/>
            <a:ext cx="533105" cy="409424"/>
          </a:xfrm>
          <a:prstGeom prst="rect">
            <a:avLst/>
          </a:prstGeom>
        </p:spPr>
      </p:pic>
      <p:sp>
        <p:nvSpPr>
          <p:cNvPr id="23" name="Oval 4"/>
          <p:cNvSpPr>
            <a:spLocks noChangeAspect="1"/>
          </p:cNvSpPr>
          <p:nvPr/>
        </p:nvSpPr>
        <p:spPr bwMode="gray">
          <a:xfrm>
            <a:off x="5176660" y="3624509"/>
            <a:ext cx="249215" cy="249215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4" name="Straight Connector 73"/>
          <p:cNvCxnSpPr/>
          <p:nvPr/>
        </p:nvCxnSpPr>
        <p:spPr bwMode="gray">
          <a:xfrm>
            <a:off x="4315377" y="3954608"/>
            <a:ext cx="316923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5" name="矩形 24"/>
          <p:cNvSpPr/>
          <p:nvPr/>
        </p:nvSpPr>
        <p:spPr bwMode="gray">
          <a:xfrm>
            <a:off x="5581017" y="3593326"/>
            <a:ext cx="995481" cy="280399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Decline</a:t>
            </a:r>
          </a:p>
        </p:txBody>
      </p:sp>
      <p:grpSp>
        <p:nvGrpSpPr>
          <p:cNvPr id="26" name="组合 25"/>
          <p:cNvGrpSpPr/>
          <p:nvPr/>
        </p:nvGrpSpPr>
        <p:grpSpPr bwMode="gray">
          <a:xfrm>
            <a:off x="4270783" y="4816564"/>
            <a:ext cx="3169230" cy="350029"/>
            <a:chOff x="5471310" y="4987046"/>
            <a:chExt cx="3204649" cy="380443"/>
          </a:xfrm>
        </p:grpSpPr>
        <p:cxnSp>
          <p:nvCxnSpPr>
            <p:cNvPr id="27" name="Straight Connector 73"/>
            <p:cNvCxnSpPr/>
            <p:nvPr/>
          </p:nvCxnSpPr>
          <p:spPr bwMode="gray">
            <a:xfrm flipH="1">
              <a:off x="5471310" y="5367489"/>
              <a:ext cx="320464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8" name="Oval 4"/>
            <p:cNvSpPr>
              <a:spLocks noChangeAspect="1"/>
            </p:cNvSpPr>
            <p:nvPr/>
          </p:nvSpPr>
          <p:spPr bwMode="gray">
            <a:xfrm>
              <a:off x="6424060" y="5007000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矩形 28"/>
            <p:cNvSpPr/>
            <p:nvPr/>
          </p:nvSpPr>
          <p:spPr bwMode="gray">
            <a:xfrm>
              <a:off x="6820075" y="4987046"/>
              <a:ext cx="1006606" cy="291908"/>
            </a:xfrm>
            <a:prstGeom prst="rect">
              <a:avLst/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Reply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6630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ine 22"/>
          <p:cNvSpPr>
            <a:spLocks noChangeShapeType="1"/>
          </p:cNvSpPr>
          <p:nvPr/>
        </p:nvSpPr>
        <p:spPr bwMode="gray">
          <a:xfrm flipV="1">
            <a:off x="4357497" y="3028504"/>
            <a:ext cx="360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DHCPv6</a:t>
            </a:r>
            <a:r>
              <a:rPr lang="zh-CN" altLang="en-US" dirty="0"/>
              <a:t>地址释放过程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0" indent="0">
              <a:buNone/>
            </a:pPr>
            <a:r>
              <a:rPr lang="zh-CN" altLang="en-US" dirty="0"/>
              <a:t>当客户端不需要再使用某地址时，将发送</a:t>
            </a:r>
            <a:r>
              <a:rPr lang="en-US" altLang="zh-CN" dirty="0"/>
              <a:t>Release</a:t>
            </a:r>
            <a:r>
              <a:rPr lang="zh-CN" altLang="en-US" dirty="0"/>
              <a:t>消息至服务器，发起释放地址的交互流程。</a:t>
            </a:r>
          </a:p>
          <a:p>
            <a:endParaRPr lang="zh-CN" altLang="en-US" dirty="0"/>
          </a:p>
        </p:txBody>
      </p:sp>
      <p:cxnSp>
        <p:nvCxnSpPr>
          <p:cNvPr id="20" name="直接连接符 19"/>
          <p:cNvCxnSpPr>
            <a:stCxn id="25" idx="2"/>
          </p:cNvCxnSpPr>
          <p:nvPr/>
        </p:nvCxnSpPr>
        <p:spPr bwMode="gray">
          <a:xfrm>
            <a:off x="4350862" y="3234144"/>
            <a:ext cx="0" cy="248928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24" idx="2"/>
          </p:cNvCxnSpPr>
          <p:nvPr/>
        </p:nvCxnSpPr>
        <p:spPr bwMode="gray">
          <a:xfrm flipH="1">
            <a:off x="7957897" y="3250388"/>
            <a:ext cx="0" cy="24730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6"/>
          <p:cNvSpPr txBox="1"/>
          <p:nvPr/>
        </p:nvSpPr>
        <p:spPr bwMode="gray">
          <a:xfrm>
            <a:off x="3761914" y="2461618"/>
            <a:ext cx="184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Client</a:t>
            </a:r>
            <a:endParaRPr lang="zh-CN" altLang="en-US" sz="1200" dirty="0"/>
          </a:p>
        </p:txBody>
      </p:sp>
      <p:sp>
        <p:nvSpPr>
          <p:cNvPr id="23" name="TextBox 27"/>
          <p:cNvSpPr txBox="1"/>
          <p:nvPr/>
        </p:nvSpPr>
        <p:spPr bwMode="gray">
          <a:xfrm>
            <a:off x="7286444" y="2489305"/>
            <a:ext cx="1684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DHCPv6 Server</a:t>
            </a:r>
            <a:endParaRPr lang="zh-CN" altLang="en-US" sz="1200" dirty="0"/>
          </a:p>
        </p:txBody>
      </p:sp>
      <p:pic>
        <p:nvPicPr>
          <p:cNvPr id="24" name="图片 2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93865" y="2842987"/>
            <a:ext cx="534032" cy="407401"/>
          </a:xfrm>
          <a:prstGeom prst="rect">
            <a:avLst/>
          </a:prstGeom>
        </p:spPr>
      </p:pic>
      <p:pic>
        <p:nvPicPr>
          <p:cNvPr id="25" name="图片 24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4084309" y="2824720"/>
            <a:ext cx="533105" cy="409424"/>
          </a:xfrm>
          <a:prstGeom prst="rect">
            <a:avLst/>
          </a:prstGeom>
        </p:spPr>
      </p:pic>
      <p:sp>
        <p:nvSpPr>
          <p:cNvPr id="26" name="Oval 4"/>
          <p:cNvSpPr>
            <a:spLocks noChangeAspect="1"/>
          </p:cNvSpPr>
          <p:nvPr/>
        </p:nvSpPr>
        <p:spPr bwMode="gray">
          <a:xfrm>
            <a:off x="5510905" y="3561319"/>
            <a:ext cx="249215" cy="249215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7" name="Straight Connector 73"/>
          <p:cNvCxnSpPr/>
          <p:nvPr/>
        </p:nvCxnSpPr>
        <p:spPr bwMode="gray">
          <a:xfrm>
            <a:off x="4649622" y="3891418"/>
            <a:ext cx="316923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8" name="矩形 27"/>
          <p:cNvSpPr/>
          <p:nvPr/>
        </p:nvSpPr>
        <p:spPr bwMode="gray">
          <a:xfrm>
            <a:off x="5915262" y="3530136"/>
            <a:ext cx="995481" cy="280399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Release</a:t>
            </a:r>
          </a:p>
        </p:txBody>
      </p:sp>
      <p:grpSp>
        <p:nvGrpSpPr>
          <p:cNvPr id="29" name="组合 28"/>
          <p:cNvGrpSpPr/>
          <p:nvPr/>
        </p:nvGrpSpPr>
        <p:grpSpPr bwMode="gray">
          <a:xfrm>
            <a:off x="4605028" y="4753374"/>
            <a:ext cx="3169230" cy="350029"/>
            <a:chOff x="5471310" y="4987046"/>
            <a:chExt cx="3204649" cy="380443"/>
          </a:xfrm>
        </p:grpSpPr>
        <p:cxnSp>
          <p:nvCxnSpPr>
            <p:cNvPr id="30" name="Straight Connector 73"/>
            <p:cNvCxnSpPr/>
            <p:nvPr/>
          </p:nvCxnSpPr>
          <p:spPr bwMode="gray">
            <a:xfrm flipH="1">
              <a:off x="5471310" y="5367489"/>
              <a:ext cx="320464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1" name="Oval 4"/>
            <p:cNvSpPr>
              <a:spLocks noChangeAspect="1"/>
            </p:cNvSpPr>
            <p:nvPr/>
          </p:nvSpPr>
          <p:spPr bwMode="gray">
            <a:xfrm>
              <a:off x="6424060" y="5007000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矩形 31"/>
            <p:cNvSpPr/>
            <p:nvPr/>
          </p:nvSpPr>
          <p:spPr bwMode="gray">
            <a:xfrm>
              <a:off x="6820075" y="4987046"/>
              <a:ext cx="1006606" cy="291908"/>
            </a:xfrm>
            <a:prstGeom prst="rect">
              <a:avLst/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Reply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8119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DHCPv6</a:t>
            </a:r>
            <a:r>
              <a:rPr lang="zh-CN" altLang="en-US" dirty="0"/>
              <a:t>报文总结</a:t>
            </a:r>
          </a:p>
        </p:txBody>
      </p:sp>
      <p:graphicFrame>
        <p:nvGraphicFramePr>
          <p:cNvPr id="4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4054711"/>
              </p:ext>
            </p:extLst>
          </p:nvPr>
        </p:nvGraphicFramePr>
        <p:xfrm>
          <a:off x="870176" y="1339014"/>
          <a:ext cx="10331224" cy="483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1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19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/>
                        </a:rPr>
                        <a:t>报文类型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/>
                        </a:rPr>
                        <a:t>报文作用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46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Solicit</a:t>
                      </a:r>
                      <a:endParaRPr 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客户端发送该消息，请求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服务器为其分配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IPv6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地址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前缀和网络配置参数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35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Advertise</a:t>
                      </a:r>
                      <a:endParaRPr 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r>
                        <a:rPr lang="zh-CN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服务器</a:t>
                      </a:r>
                      <a:r>
                        <a:rPr lang="zh-CN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发送</a:t>
                      </a:r>
                      <a:r>
                        <a:rPr lang="en-US" altLang="zh-CN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Advertise</a:t>
                      </a:r>
                      <a:r>
                        <a:rPr lang="zh-CN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消息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，通知客户端可以为其分配的地址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前缀和网络配置参数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0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Request</a:t>
                      </a:r>
                      <a:endParaRPr 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如果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客户端接收到多个服务器回复的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Advertise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消息，则根据消息接收的先后顺序、服务器优先级等，选择其中一台服务器，并向该服务器发送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Request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消息，请求服务器确认为其分配地址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前缀和网络配置参数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2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Reply</a:t>
                      </a:r>
                      <a:endParaRPr 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r>
                        <a:rPr lang="zh-CN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服务器</a:t>
                      </a:r>
                      <a:r>
                        <a:rPr lang="zh-CN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发送</a:t>
                      </a:r>
                      <a:r>
                        <a:rPr lang="en-US" altLang="zh-CN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Reply</a:t>
                      </a:r>
                      <a:r>
                        <a:rPr lang="zh-CN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消息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，确认将地址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前缀和网络配置参数分配给客户端使用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31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Information-Request</a:t>
                      </a:r>
                      <a:endParaRPr 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客户端向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服务器发送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Information-request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报文，该报文中携带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Option Request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选项，指定客户端需要从服务器获取的配置参数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12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Renew</a:t>
                      </a:r>
                      <a:endParaRPr 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地址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前缀租借时间到达时间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T1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时，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客户端会向为它分配地址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前缀的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服务器单播发送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Renew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报文，以进行地址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前缀租约的更新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9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Rebind</a:t>
                      </a:r>
                      <a:endParaRPr 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如果在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T1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时发送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Renew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请求更新租约，但是没有收到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服务器的回应报文，则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客户端会在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T2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时，向所有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服务器组播发送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Rebind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报文请求更新租约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29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Confirm</a:t>
                      </a:r>
                      <a:endParaRPr 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当有断电、掉线、漫游等情况发生时，客户端会发送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Confirm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报文确认自己的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IP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地址是否可用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38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Decline</a:t>
                      </a:r>
                      <a:endParaRPr 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当客户端发现地址冲突时，发送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Decline</a:t>
                      </a:r>
                      <a:r>
                        <a:rPr 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通知服务器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97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地址自动配置比较</a:t>
            </a:r>
          </a:p>
        </p:txBody>
      </p:sp>
      <p:graphicFrame>
        <p:nvGraphicFramePr>
          <p:cNvPr id="4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6882560"/>
              </p:ext>
            </p:extLst>
          </p:nvPr>
        </p:nvGraphicFramePr>
        <p:xfrm>
          <a:off x="1037473" y="1481485"/>
          <a:ext cx="9947359" cy="370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2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7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/>
                        </a:rPr>
                        <a:t>地址</a:t>
                      </a:r>
                      <a:r>
                        <a:rPr lang="zh-CN" altLang="en-US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/>
                        </a:rPr>
                        <a:t>配置</a:t>
                      </a:r>
                      <a:endParaRPr lang="zh-CN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/>
                        </a:rPr>
                        <a:t>基于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/>
                        </a:rPr>
                        <a:t>DHCPv6</a:t>
                      </a:r>
                      <a:endParaRPr lang="zh-CN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/>
                        </a:rPr>
                        <a:t>基于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/>
                        </a:rPr>
                        <a:t>NDP</a:t>
                      </a:r>
                      <a:endParaRPr lang="zh-CN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49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地址管理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有状态。服务器端存储用户地址或前缀的分配和释放信息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无状态。不保存用户地址分配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信息</a:t>
                      </a:r>
                      <a:endParaRPr lang="zh-CN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74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部署价值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支持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128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bit</a:t>
                      </a: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地址和不同长度的前缀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分配，</a:t>
                      </a: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扩展性强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只支持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64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bit</a:t>
                      </a: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前缀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配置</a:t>
                      </a: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，扩展性差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62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实现难度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配置</a:t>
                      </a: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复杂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配置</a:t>
                      </a: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简单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13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安全性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应用层协议，安全性强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/>
                        </a:rPr>
                        <a:t>安全性较差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478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地址配置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方式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地址无状态自动配置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DHCPv6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b="1" dirty="0"/>
              <a:t>IPv6</a:t>
            </a:r>
            <a:r>
              <a:rPr lang="zh-CN" altLang="en-US" b="1" dirty="0"/>
              <a:t>地址自动配置实现</a:t>
            </a:r>
          </a:p>
        </p:txBody>
      </p:sp>
    </p:spTree>
    <p:extLst>
      <p:ext uri="{BB962C8B-B14F-4D97-AF65-F5344CB8AC3E}">
        <p14:creationId xmlns:p14="http://schemas.microsoft.com/office/powerpoint/2010/main" val="2639686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基本配置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 bwMode="gray">
          <a:xfrm>
            <a:off x="1008063" y="1780631"/>
            <a:ext cx="10417179" cy="338554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[Huawei]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ipv6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527529" y="136531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使能设备转发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IPv6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单播报文的能力</a:t>
            </a:r>
          </a:p>
        </p:txBody>
      </p:sp>
      <p:sp>
        <p:nvSpPr>
          <p:cNvPr id="9" name="矩形 8"/>
          <p:cNvSpPr/>
          <p:nvPr/>
        </p:nvSpPr>
        <p:spPr bwMode="gray">
          <a:xfrm>
            <a:off x="1008064" y="2611269"/>
            <a:ext cx="10417178" cy="338554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[Huawei-GigabitEthernet0/0/0]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ipv6 enable</a:t>
            </a:r>
            <a:endParaRPr lang="zh-CN" altLang="en-US" sz="1600" b="1" i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gray">
          <a:xfrm>
            <a:off x="1008063" y="3441907"/>
            <a:ext cx="10417178" cy="338554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[Huawei-GigabitEthernet0/0/0]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ipv6 address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ipv6-address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 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link-local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 bwMode="gray">
          <a:xfrm>
            <a:off x="527529" y="3026588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手工配置接口的链路本地地址</a:t>
            </a:r>
          </a:p>
        </p:txBody>
      </p:sp>
      <p:sp>
        <p:nvSpPr>
          <p:cNvPr id="13" name="矩形 12"/>
          <p:cNvSpPr/>
          <p:nvPr/>
        </p:nvSpPr>
        <p:spPr bwMode="gray">
          <a:xfrm>
            <a:off x="1008064" y="4311723"/>
            <a:ext cx="10417176" cy="338554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[Huawei-GigabitEthernet0/0/0]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ipv6 address auto link-local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527529" y="2195950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使能接口转发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IPv6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单播报文的能力</a:t>
            </a:r>
          </a:p>
        </p:txBody>
      </p:sp>
      <p:sp>
        <p:nvSpPr>
          <p:cNvPr id="14" name="矩形 13"/>
          <p:cNvSpPr/>
          <p:nvPr/>
        </p:nvSpPr>
        <p:spPr bwMode="gray">
          <a:xfrm>
            <a:off x="984209" y="5142361"/>
            <a:ext cx="10437730" cy="338554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[Huawei-GigabitEthernet0/0/0]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ipv6 address </a:t>
            </a:r>
            <a:r>
              <a:rPr lang="en-US" altLang="zh-CN" sz="1600" dirty="0"/>
              <a:t>{ </a:t>
            </a:r>
            <a:r>
              <a:rPr lang="en-US" altLang="zh-CN" sz="1600" i="1" dirty="0"/>
              <a:t>ipv6-address</a:t>
            </a:r>
            <a:r>
              <a:rPr lang="en-US" altLang="zh-CN" sz="1600" dirty="0"/>
              <a:t> </a:t>
            </a:r>
            <a:r>
              <a:rPr lang="en-US" altLang="zh-CN" sz="1600" i="1" dirty="0"/>
              <a:t>prefix-length</a:t>
            </a:r>
            <a:r>
              <a:rPr lang="en-US" altLang="zh-CN" sz="1600" dirty="0"/>
              <a:t> | </a:t>
            </a:r>
            <a:r>
              <a:rPr lang="en-US" altLang="zh-CN" sz="1600" i="1" dirty="0"/>
              <a:t>ipv6-address</a:t>
            </a:r>
            <a:r>
              <a:rPr lang="en-US" altLang="zh-CN" sz="1600" dirty="0"/>
              <a:t>/</a:t>
            </a:r>
            <a:r>
              <a:rPr lang="en-US" altLang="zh-CN" sz="1600" i="1" dirty="0"/>
              <a:t>prefix-length</a:t>
            </a:r>
            <a:r>
              <a:rPr lang="en-US" altLang="zh-CN" sz="1600" dirty="0"/>
              <a:t> }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  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 bwMode="gray">
          <a:xfrm>
            <a:off x="527529" y="472704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5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手工配置接口的全球单播地址</a:t>
            </a:r>
          </a:p>
        </p:txBody>
      </p:sp>
      <p:sp>
        <p:nvSpPr>
          <p:cNvPr id="17" name="矩形 16"/>
          <p:cNvSpPr/>
          <p:nvPr/>
        </p:nvSpPr>
        <p:spPr bwMode="gray">
          <a:xfrm>
            <a:off x="984209" y="5973002"/>
            <a:ext cx="10441030" cy="338554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[Huawei-GigabitEthernet0/0/0]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ipv6 address auto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{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global | 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dhcp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}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22" name="矩形 21"/>
          <p:cNvSpPr/>
          <p:nvPr/>
        </p:nvSpPr>
        <p:spPr bwMode="gray">
          <a:xfrm>
            <a:off x="527529" y="3857226"/>
            <a:ext cx="11089232" cy="377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lnSpc>
                <a:spcPts val="2400"/>
              </a:lnSpc>
              <a:buFont typeface="+mj-lt"/>
              <a:buAutoNum type="arabicPeriod" startAt="4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自动配置接口的链路本地地址。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527529" y="5557680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6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自动配置接口的全球单播地址</a:t>
            </a:r>
          </a:p>
        </p:txBody>
      </p:sp>
    </p:spTree>
    <p:extLst>
      <p:ext uri="{BB962C8B-B14F-4D97-AF65-F5344CB8AC3E}">
        <p14:creationId xmlns:p14="http://schemas.microsoft.com/office/powerpoint/2010/main" val="35165135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基本配置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 bwMode="gray">
          <a:xfrm>
            <a:off x="562401" y="1376756"/>
            <a:ext cx="11089232" cy="770701"/>
            <a:chOff x="527529" y="1365312"/>
            <a:chExt cx="11089232" cy="770701"/>
          </a:xfrm>
        </p:grpSpPr>
        <p:sp>
          <p:nvSpPr>
            <p:cNvPr id="3" name="矩形 2"/>
            <p:cNvSpPr/>
            <p:nvPr/>
          </p:nvSpPr>
          <p:spPr bwMode="gray">
            <a:xfrm>
              <a:off x="1008063" y="1797459"/>
              <a:ext cx="10441031" cy="338554"/>
            </a:xfrm>
            <a:prstGeom prst="rect">
              <a:avLst/>
            </a:prstGeom>
            <a:solidFill>
              <a:srgbClr val="F4FBFE"/>
            </a:solidFill>
            <a:ln>
              <a:solidFill>
                <a:srgbClr val="99DFF9"/>
              </a:solidFill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[</a:t>
              </a:r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Huawei]</a:t>
              </a:r>
              <a:r>
                <a:rPr lang="en-US" altLang="zh-CN" sz="1600" b="1"/>
                <a:t> display ipv6 interface</a:t>
              </a:r>
              <a:r>
                <a:rPr lang="en-US" altLang="zh-CN" sz="1600"/>
                <a:t> [ </a:t>
              </a:r>
              <a:r>
                <a:rPr lang="en-US" altLang="zh-CN" sz="1600" i="1"/>
                <a:t>interface-type interface-number</a:t>
              </a:r>
              <a:r>
                <a:rPr lang="en-US" altLang="zh-CN" sz="1600"/>
                <a:t> | </a:t>
              </a:r>
              <a:r>
                <a:rPr lang="en-US" altLang="zh-CN" sz="1600" b="1"/>
                <a:t>brief</a:t>
              </a:r>
              <a:r>
                <a:rPr lang="en-US" altLang="zh-CN" sz="1600"/>
                <a:t> ]</a:t>
              </a:r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 </a:t>
              </a:r>
              <a:endParaRPr lang="zh-CN" altLang="en-US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endParaRPr>
            </a:p>
          </p:txBody>
        </p:sp>
        <p:sp>
          <p:nvSpPr>
            <p:cNvPr id="4" name="矩形 3"/>
            <p:cNvSpPr/>
            <p:nvPr/>
          </p:nvSpPr>
          <p:spPr bwMode="gray">
            <a:xfrm>
              <a:off x="527529" y="1365312"/>
              <a:ext cx="1108923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fontAlgn="auto">
                <a:buFont typeface="+mj-lt"/>
                <a:buAutoNum type="arabicPeriod" startAt="7"/>
              </a:pPr>
              <a:r>
                <a:rPr lang="zh-CN" altLang="en-US" sz="1600" dirty="0"/>
                <a:t>查看接口的</a:t>
              </a:r>
              <a:r>
                <a:rPr lang="en-US" altLang="zh-CN" sz="1600" dirty="0"/>
                <a:t>IPv6</a:t>
              </a:r>
              <a:r>
                <a:rPr lang="zh-CN" altLang="en-US" sz="1600" dirty="0"/>
                <a:t>信息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 bwMode="gray">
          <a:xfrm>
            <a:off x="562401" y="2324722"/>
            <a:ext cx="11089232" cy="770701"/>
            <a:chOff x="527529" y="3277058"/>
            <a:chExt cx="11089232" cy="770701"/>
          </a:xfrm>
        </p:grpSpPr>
        <p:sp>
          <p:nvSpPr>
            <p:cNvPr id="8" name="矩形 7"/>
            <p:cNvSpPr/>
            <p:nvPr/>
          </p:nvSpPr>
          <p:spPr bwMode="gray">
            <a:xfrm>
              <a:off x="1008063" y="3709205"/>
              <a:ext cx="10441031" cy="338554"/>
            </a:xfrm>
            <a:prstGeom prst="rect">
              <a:avLst/>
            </a:prstGeom>
            <a:solidFill>
              <a:srgbClr val="F4FBFE"/>
            </a:solidFill>
            <a:ln>
              <a:solidFill>
                <a:srgbClr val="99DFF9"/>
              </a:solidFill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[Huawei] </a:t>
              </a:r>
              <a:r>
                <a:rPr lang="en-US" altLang="zh-CN" sz="1600" b="1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display ipv6 neighbors </a:t>
              </a:r>
              <a:endPara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 bwMode="gray">
            <a:xfrm>
              <a:off x="527529" y="3277058"/>
              <a:ext cx="1108923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fontAlgn="auto">
                <a:buFont typeface="+mj-lt"/>
                <a:buAutoNum type="arabicPeriod" startAt="8"/>
              </a:pP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查看邻居表项信息</a:t>
              </a:r>
            </a:p>
          </p:txBody>
        </p:sp>
      </p:grpSp>
      <p:grpSp>
        <p:nvGrpSpPr>
          <p:cNvPr id="5" name="组合 4"/>
          <p:cNvGrpSpPr/>
          <p:nvPr/>
        </p:nvGrpSpPr>
        <p:grpSpPr bwMode="gray">
          <a:xfrm>
            <a:off x="562401" y="3272688"/>
            <a:ext cx="11113087" cy="2047303"/>
            <a:chOff x="503674" y="4485137"/>
            <a:chExt cx="11113087" cy="2047303"/>
          </a:xfrm>
        </p:grpSpPr>
        <p:sp>
          <p:nvSpPr>
            <p:cNvPr id="14" name="矩形 13"/>
            <p:cNvSpPr/>
            <p:nvPr/>
          </p:nvSpPr>
          <p:spPr bwMode="gray">
            <a:xfrm>
              <a:off x="960354" y="5000956"/>
              <a:ext cx="10464886" cy="338554"/>
            </a:xfrm>
            <a:prstGeom prst="rect">
              <a:avLst/>
            </a:prstGeom>
            <a:solidFill>
              <a:srgbClr val="F4FBFE"/>
            </a:solidFill>
            <a:ln>
              <a:solidFill>
                <a:srgbClr val="99DFF9"/>
              </a:solidFill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[Huawei-GigabitEthernet0/0/0] </a:t>
              </a:r>
              <a:r>
                <a:rPr lang="en-US" altLang="zh-CN" sz="1600" b="1" dirty="0"/>
                <a:t>undo ipv6 </a:t>
              </a:r>
              <a:r>
                <a:rPr lang="en-US" altLang="zh-CN" sz="1600" b="1" dirty="0" err="1"/>
                <a:t>nd</a:t>
              </a:r>
              <a:r>
                <a:rPr lang="en-US" altLang="zh-CN" sz="1600" b="1" dirty="0"/>
                <a:t> </a:t>
              </a:r>
              <a:r>
                <a:rPr lang="en-US" altLang="zh-CN" sz="1600" b="1" dirty="0" err="1"/>
                <a:t>ra</a:t>
              </a:r>
              <a:r>
                <a:rPr lang="en-US" altLang="zh-CN" sz="1600" b="1" dirty="0"/>
                <a:t> halt</a:t>
              </a:r>
              <a:endPara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endParaRPr>
            </a:p>
          </p:txBody>
        </p:sp>
        <p:sp>
          <p:nvSpPr>
            <p:cNvPr id="15" name="矩形 14"/>
            <p:cNvSpPr/>
            <p:nvPr/>
          </p:nvSpPr>
          <p:spPr bwMode="gray">
            <a:xfrm>
              <a:off x="503674" y="4485137"/>
              <a:ext cx="1108923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fontAlgn="auto">
                <a:buFont typeface="+mj-lt"/>
                <a:buAutoNum type="arabicPeriod" startAt="9"/>
              </a:pPr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使能接口发布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RA</a:t>
              </a: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报文功能</a:t>
              </a:r>
            </a:p>
          </p:txBody>
        </p:sp>
        <p:sp>
          <p:nvSpPr>
            <p:cNvPr id="16" name="矩形 15"/>
            <p:cNvSpPr/>
            <p:nvPr/>
          </p:nvSpPr>
          <p:spPr bwMode="gray">
            <a:xfrm>
              <a:off x="1008062" y="5516777"/>
              <a:ext cx="10608699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lnSpc>
                  <a:spcPts val="2400"/>
                </a:lnSpc>
              </a:pP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默认情况下，华为路由器接口抑制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ICMPv6 RA</a:t>
              </a: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报文的发送。此时，本网络的主机将不会定期收到更新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IPv6</a:t>
              </a: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地址前缀的信息。若需要周期性的向主机发布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RA</a:t>
              </a: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报文中的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IPv6</a:t>
              </a: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地址前缀和有状态自动配置标志位的信息时，使用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undo ipv6 </a:t>
              </a:r>
              <a:r>
                <a:rPr lang="en-US" altLang="zh-CN" sz="1600" dirty="0" err="1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nd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 </a:t>
              </a:r>
              <a:r>
                <a:rPr lang="en-US" altLang="zh-CN" sz="1600" dirty="0" err="1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ra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 halt</a:t>
              </a: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命令使能系统发布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RA</a:t>
              </a: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rPr>
                <a:t>报文的功能。</a:t>
              </a:r>
              <a:endPara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0634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gray">
          <a:xfrm>
            <a:off x="644576" y="1252523"/>
            <a:ext cx="5224429" cy="2698566"/>
          </a:xfrm>
          <a:prstGeom prst="rect">
            <a:avLst/>
          </a:prstGeom>
          <a:solidFill>
            <a:srgbClr val="F4FBFE"/>
          </a:solidFill>
          <a:ln w="9525">
            <a:solidFill>
              <a:srgbClr val="99DFF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地址配置举例</a:t>
            </a:r>
            <a:r>
              <a:rPr lang="en-US" altLang="zh-CN" dirty="0"/>
              <a:t> – </a:t>
            </a:r>
            <a:r>
              <a:rPr lang="zh-CN" altLang="en-US" dirty="0"/>
              <a:t>静态配置</a:t>
            </a: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6063879" y="1286550"/>
            <a:ext cx="5649912" cy="7042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</a:rPr>
              <a:t>R1</a:t>
            </a:r>
            <a:r>
              <a:rPr lang="zh-CN" altLang="en-US" sz="1600" dirty="0">
                <a:solidFill>
                  <a:srgbClr val="000000"/>
                </a:solidFill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</a:rPr>
              <a:t>R2</a:t>
            </a:r>
            <a:r>
              <a:rPr lang="zh-CN" altLang="en-US" sz="1600" dirty="0">
                <a:solidFill>
                  <a:srgbClr val="000000"/>
                </a:solidFill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</a:rPr>
              <a:t>R3</a:t>
            </a:r>
            <a:r>
              <a:rPr lang="zh-CN" altLang="en-US" sz="1600" dirty="0">
                <a:solidFill>
                  <a:srgbClr val="000000"/>
                </a:solidFill>
              </a:rPr>
              <a:t>使能</a:t>
            </a:r>
            <a:r>
              <a:rPr lang="en-US" altLang="zh-CN" sz="1600" dirty="0">
                <a:solidFill>
                  <a:srgbClr val="000000"/>
                </a:solidFill>
              </a:rPr>
              <a:t>IPv6</a:t>
            </a:r>
            <a:r>
              <a:rPr lang="zh-CN" altLang="en-US" sz="1600" dirty="0">
                <a:solidFill>
                  <a:srgbClr val="000000"/>
                </a:solidFill>
              </a:rPr>
              <a:t>，并且让接口自动生成链路本地地址（以</a:t>
            </a:r>
            <a:r>
              <a:rPr lang="en-US" altLang="zh-CN" sz="1600" dirty="0">
                <a:solidFill>
                  <a:srgbClr val="000000"/>
                </a:solidFill>
              </a:rPr>
              <a:t>R1</a:t>
            </a:r>
            <a:r>
              <a:rPr lang="zh-CN" altLang="en-US" sz="1600" dirty="0">
                <a:solidFill>
                  <a:srgbClr val="000000"/>
                </a:solidFill>
              </a:rPr>
              <a:t>为例）。</a:t>
            </a:r>
          </a:p>
        </p:txBody>
      </p:sp>
      <p:sp>
        <p:nvSpPr>
          <p:cNvPr id="37" name="Rectangle 3"/>
          <p:cNvSpPr/>
          <p:nvPr/>
        </p:nvSpPr>
        <p:spPr bwMode="gray">
          <a:xfrm>
            <a:off x="6237573" y="2001220"/>
            <a:ext cx="5184365" cy="1303809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tIns="0" bIns="36000" anchor="ctr" anchorCtr="0">
            <a:spAutoFit/>
          </a:bodyPr>
          <a:lstStyle/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[R1]ipv6 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[R1]interface </a:t>
            </a:r>
            <a:r>
              <a:rPr lang="en-US" altLang="zh-CN" sz="1400" dirty="0" err="1">
                <a:cs typeface="Courier New" panose="02070309020205020404" pitchFamily="49" charset="0"/>
              </a:rPr>
              <a:t>GigabitEthernet</a:t>
            </a:r>
            <a:r>
              <a:rPr lang="en-US" altLang="zh-CN" sz="1400" dirty="0">
                <a:cs typeface="Courier New" panose="02070309020205020404" pitchFamily="49" charset="0"/>
              </a:rPr>
              <a:t> 0/0/0	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[R1-GigabitEthernet0/0/0]ipv6 enable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[R1-GigabitEthernet0/0/0]ipv6 address auto link-local </a:t>
            </a: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134374" y="3631950"/>
            <a:ext cx="5649912" cy="3964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 startAt="2"/>
            </a:pPr>
            <a:r>
              <a:rPr lang="zh-CN" altLang="en-US" sz="1600" dirty="0">
                <a:solidFill>
                  <a:srgbClr val="000000"/>
                </a:solidFill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</a:rPr>
              <a:t>R1</a:t>
            </a:r>
            <a:r>
              <a:rPr lang="zh-CN" altLang="en-US" sz="1600" dirty="0">
                <a:solidFill>
                  <a:srgbClr val="000000"/>
                </a:solidFill>
              </a:rPr>
              <a:t>的接口上配置</a:t>
            </a:r>
            <a:r>
              <a:rPr lang="en-US" altLang="zh-CN" sz="1600" dirty="0">
                <a:solidFill>
                  <a:srgbClr val="000000"/>
                </a:solidFill>
              </a:rPr>
              <a:t>IPv6</a:t>
            </a:r>
            <a:r>
              <a:rPr lang="zh-CN" altLang="en-US" sz="1600" dirty="0">
                <a:solidFill>
                  <a:srgbClr val="000000"/>
                </a:solidFill>
              </a:rPr>
              <a:t>全球单播地址</a:t>
            </a: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442020" y="3959029"/>
            <a:ext cx="54269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ts val="24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prstClr val="black"/>
                </a:solidFill>
              </a:rPr>
              <a:t>配置需求：</a:t>
            </a:r>
            <a:endParaRPr lang="en-US" altLang="zh-CN" sz="1400" dirty="0">
              <a:solidFill>
                <a:prstClr val="black"/>
              </a:solidFill>
            </a:endParaRPr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/>
              <a:t>R1</a:t>
            </a:r>
            <a:r>
              <a:rPr lang="zh-CN" altLang="en-US" sz="1400" dirty="0"/>
              <a:t>的</a:t>
            </a:r>
            <a:r>
              <a:rPr lang="en-US" altLang="zh-CN" sz="1400" dirty="0"/>
              <a:t>GE0/0/0</a:t>
            </a:r>
            <a:r>
              <a:rPr lang="zh-CN" altLang="en-US" sz="1400" dirty="0"/>
              <a:t>和</a:t>
            </a:r>
            <a:r>
              <a:rPr lang="en-US" altLang="zh-CN" sz="1400" dirty="0"/>
              <a:t>GE0/0/1</a:t>
            </a:r>
            <a:r>
              <a:rPr lang="zh-CN" altLang="en-US" sz="1400" dirty="0"/>
              <a:t>接口采用手工方式配置</a:t>
            </a:r>
            <a:r>
              <a:rPr lang="en-US" altLang="zh-CN" sz="1400" dirty="0"/>
              <a:t>IPv6</a:t>
            </a:r>
            <a:r>
              <a:rPr lang="zh-CN" altLang="en-US" sz="1400" dirty="0"/>
              <a:t>地址。</a:t>
            </a:r>
            <a:endParaRPr lang="en-US" altLang="zh-CN" sz="1400" dirty="0"/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R2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GE0/0/0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接口通过无状态地址自动配置的方式获取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地址。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R3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GE0/0/0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接口通过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DHCPv6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的方式获取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地址。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endParaRPr lang="en-US" altLang="zh-CN" sz="1400" dirty="0"/>
          </a:p>
        </p:txBody>
      </p:sp>
      <p:grpSp>
        <p:nvGrpSpPr>
          <p:cNvPr id="41" name="组合 40"/>
          <p:cNvGrpSpPr/>
          <p:nvPr/>
        </p:nvGrpSpPr>
        <p:grpSpPr bwMode="gray">
          <a:xfrm>
            <a:off x="1876745" y="1216433"/>
            <a:ext cx="3554064" cy="2588807"/>
            <a:chOff x="494500" y="1496825"/>
            <a:chExt cx="3554064" cy="2588807"/>
          </a:xfrm>
        </p:grpSpPr>
        <p:cxnSp>
          <p:nvCxnSpPr>
            <p:cNvPr id="43" name="直接连接符 42"/>
            <p:cNvCxnSpPr>
              <a:stCxn id="45" idx="3"/>
              <a:endCxn id="50" idx="3"/>
            </p:cNvCxnSpPr>
            <p:nvPr/>
          </p:nvCxnSpPr>
          <p:spPr bwMode="gray">
            <a:xfrm>
              <a:off x="1153037" y="2012467"/>
              <a:ext cx="2251777" cy="781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" name="矩形 43"/>
            <p:cNvSpPr/>
            <p:nvPr/>
          </p:nvSpPr>
          <p:spPr bwMode="gray">
            <a:xfrm rot="1181421">
              <a:off x="1046172" y="2151984"/>
              <a:ext cx="11721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GE0/0/0</a:t>
              </a: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94500" y="1742467"/>
              <a:ext cx="658537" cy="540000"/>
            </a:xfrm>
            <a:prstGeom prst="rect">
              <a:avLst/>
            </a:prstGeom>
          </p:spPr>
        </p:pic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94500" y="3273799"/>
              <a:ext cx="658537" cy="540000"/>
            </a:xfrm>
            <a:prstGeom prst="rect">
              <a:avLst/>
            </a:prstGeom>
          </p:spPr>
        </p:pic>
        <p:sp>
          <p:nvSpPr>
            <p:cNvPr id="48" name="矩形 47"/>
            <p:cNvSpPr/>
            <p:nvPr/>
          </p:nvSpPr>
          <p:spPr bwMode="gray">
            <a:xfrm>
              <a:off x="535736" y="3777855"/>
              <a:ext cx="57606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R2</a:t>
              </a:r>
            </a:p>
          </p:txBody>
        </p:sp>
        <p:cxnSp>
          <p:nvCxnSpPr>
            <p:cNvPr id="49" name="直接连接符 48"/>
            <p:cNvCxnSpPr>
              <a:stCxn id="47" idx="3"/>
              <a:endCxn id="50" idx="3"/>
            </p:cNvCxnSpPr>
            <p:nvPr/>
          </p:nvCxnSpPr>
          <p:spPr bwMode="gray">
            <a:xfrm flipV="1">
              <a:off x="1153037" y="2793807"/>
              <a:ext cx="2251777" cy="74999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46277" y="2523807"/>
              <a:ext cx="658537" cy="540000"/>
            </a:xfrm>
            <a:prstGeom prst="rect">
              <a:avLst/>
            </a:prstGeom>
          </p:spPr>
        </p:pic>
        <p:sp>
          <p:nvSpPr>
            <p:cNvPr id="53" name="矩形 52"/>
            <p:cNvSpPr/>
            <p:nvPr/>
          </p:nvSpPr>
          <p:spPr bwMode="gray">
            <a:xfrm>
              <a:off x="2285093" y="2664391"/>
              <a:ext cx="57606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R1</a:t>
              </a:r>
            </a:p>
          </p:txBody>
        </p:sp>
        <p:sp>
          <p:nvSpPr>
            <p:cNvPr id="54" name="矩形 53"/>
            <p:cNvSpPr/>
            <p:nvPr/>
          </p:nvSpPr>
          <p:spPr bwMode="gray">
            <a:xfrm>
              <a:off x="535736" y="1496825"/>
              <a:ext cx="57606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R3</a:t>
              </a:r>
            </a:p>
          </p:txBody>
        </p:sp>
        <p:sp>
          <p:nvSpPr>
            <p:cNvPr id="55" name="矩形 54"/>
            <p:cNvSpPr/>
            <p:nvPr/>
          </p:nvSpPr>
          <p:spPr bwMode="gray">
            <a:xfrm rot="20640189">
              <a:off x="1070071" y="3151905"/>
              <a:ext cx="116414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GE0/0/0</a:t>
              </a:r>
            </a:p>
          </p:txBody>
        </p:sp>
        <p:sp>
          <p:nvSpPr>
            <p:cNvPr id="56" name="矩形 55"/>
            <p:cNvSpPr/>
            <p:nvPr/>
          </p:nvSpPr>
          <p:spPr bwMode="gray">
            <a:xfrm>
              <a:off x="1991755" y="2093001"/>
              <a:ext cx="205680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2001:DB8:13::1/64</a:t>
              </a:r>
            </a:p>
          </p:txBody>
        </p:sp>
        <p:sp>
          <p:nvSpPr>
            <p:cNvPr id="57" name="矩形 56"/>
            <p:cNvSpPr/>
            <p:nvPr/>
          </p:nvSpPr>
          <p:spPr bwMode="gray">
            <a:xfrm rot="20455349">
              <a:off x="1402772" y="2954381"/>
              <a:ext cx="184492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GE0/0/1</a:t>
              </a:r>
            </a:p>
          </p:txBody>
        </p:sp>
        <p:sp>
          <p:nvSpPr>
            <p:cNvPr id="30" name="矩形 29"/>
            <p:cNvSpPr/>
            <p:nvPr/>
          </p:nvSpPr>
          <p:spPr bwMode="gray">
            <a:xfrm rot="1232455">
              <a:off x="1390033" y="2394191"/>
              <a:ext cx="205680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GE0/0/0</a:t>
              </a:r>
            </a:p>
          </p:txBody>
        </p:sp>
        <p:sp>
          <p:nvSpPr>
            <p:cNvPr id="31" name="矩形 30"/>
            <p:cNvSpPr/>
            <p:nvPr/>
          </p:nvSpPr>
          <p:spPr bwMode="gray">
            <a:xfrm>
              <a:off x="2076639" y="3196225"/>
              <a:ext cx="184492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2001:DB8:12::1/64</a:t>
              </a:r>
            </a:p>
          </p:txBody>
        </p:sp>
        <p:sp>
          <p:nvSpPr>
            <p:cNvPr id="32" name="矩形 31"/>
            <p:cNvSpPr/>
            <p:nvPr/>
          </p:nvSpPr>
          <p:spPr bwMode="gray">
            <a:xfrm>
              <a:off x="1070071" y="3536800"/>
              <a:ext cx="116414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dirty="0"/>
                <a:t>无状态配置</a:t>
              </a:r>
              <a:endParaRPr lang="en-US" altLang="zh-CN" sz="1200" dirty="0"/>
            </a:p>
          </p:txBody>
        </p:sp>
        <p:sp>
          <p:nvSpPr>
            <p:cNvPr id="33" name="矩形 32"/>
            <p:cNvSpPr/>
            <p:nvPr/>
          </p:nvSpPr>
          <p:spPr bwMode="gray">
            <a:xfrm>
              <a:off x="1073774" y="1833078"/>
              <a:ext cx="11721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DHCPv6</a:t>
              </a:r>
              <a:r>
                <a:rPr lang="zh-CN" altLang="en-US" sz="1200" dirty="0"/>
                <a:t>获取</a:t>
              </a:r>
              <a:endParaRPr lang="en-US" altLang="zh-CN" sz="1200" dirty="0"/>
            </a:p>
          </p:txBody>
        </p:sp>
      </p:grpSp>
      <p:sp>
        <p:nvSpPr>
          <p:cNvPr id="28" name="Rectangle 3"/>
          <p:cNvSpPr/>
          <p:nvPr/>
        </p:nvSpPr>
        <p:spPr bwMode="gray">
          <a:xfrm>
            <a:off x="6237573" y="4118895"/>
            <a:ext cx="5184365" cy="1267458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tIns="0" bIns="36000" anchor="ctr" anchorCtr="0">
            <a:spAutoFit/>
          </a:bodyPr>
          <a:lstStyle/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[R1]interface </a:t>
            </a:r>
            <a:r>
              <a:rPr lang="en-US" altLang="zh-CN" sz="1400" dirty="0" err="1">
                <a:cs typeface="Courier New" panose="02070309020205020404" pitchFamily="49" charset="0"/>
              </a:rPr>
              <a:t>GigabitEthernet</a:t>
            </a:r>
            <a:r>
              <a:rPr lang="en-US" altLang="zh-CN" sz="1400" dirty="0">
                <a:cs typeface="Courier New" panose="02070309020205020404" pitchFamily="49" charset="0"/>
              </a:rPr>
              <a:t> 0/0/0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[R1-GigabitEthernet0/0/0]ipv6 address 2001:DB8:13::1 64 [R1-GigabitEthernet0/0/0]interface </a:t>
            </a:r>
            <a:r>
              <a:rPr lang="en-US" altLang="zh-CN" sz="1400" dirty="0" err="1">
                <a:cs typeface="Courier New" panose="02070309020205020404" pitchFamily="49" charset="0"/>
              </a:rPr>
              <a:t>GigabitEthernet</a:t>
            </a:r>
            <a:r>
              <a:rPr lang="en-US" altLang="zh-CN" sz="1400" dirty="0">
                <a:cs typeface="Courier New" panose="02070309020205020404" pitchFamily="49" charset="0"/>
              </a:rPr>
              <a:t> 0/0/1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[R1-GigabitEthernet0/0/1]ipv6 address  2001:DB8:12::1 64</a:t>
            </a:r>
          </a:p>
        </p:txBody>
      </p:sp>
    </p:spTree>
    <p:extLst>
      <p:ext uri="{BB962C8B-B14F-4D97-AF65-F5344CB8AC3E}">
        <p14:creationId xmlns:p14="http://schemas.microsoft.com/office/powerpoint/2010/main" val="4084662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地址配置举例</a:t>
            </a:r>
            <a:r>
              <a:rPr lang="en-US" altLang="zh-CN" dirty="0"/>
              <a:t> – </a:t>
            </a:r>
            <a:r>
              <a:rPr lang="zh-CN" altLang="en-US" dirty="0"/>
              <a:t>无状态自动配置</a:t>
            </a:r>
          </a:p>
        </p:txBody>
      </p:sp>
      <p:sp>
        <p:nvSpPr>
          <p:cNvPr id="4" name="文本框 3"/>
          <p:cNvSpPr txBox="1"/>
          <p:nvPr/>
        </p:nvSpPr>
        <p:spPr bwMode="gray">
          <a:xfrm>
            <a:off x="6330189" y="2414776"/>
            <a:ext cx="5649912" cy="37405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</a:rPr>
              <a:t>R1</a:t>
            </a:r>
            <a:r>
              <a:rPr lang="zh-CN" altLang="en-US" sz="1600" dirty="0">
                <a:solidFill>
                  <a:srgbClr val="000000"/>
                </a:solidFill>
              </a:rPr>
              <a:t>使能发布</a:t>
            </a:r>
            <a:r>
              <a:rPr lang="en-US" altLang="zh-CN" sz="1600" dirty="0">
                <a:solidFill>
                  <a:srgbClr val="000000"/>
                </a:solidFill>
              </a:rPr>
              <a:t>RA</a:t>
            </a:r>
            <a:r>
              <a:rPr lang="zh-CN" altLang="en-US" sz="1600" dirty="0">
                <a:solidFill>
                  <a:srgbClr val="000000"/>
                </a:solidFill>
              </a:rPr>
              <a:t>报文的功能。</a:t>
            </a:r>
          </a:p>
        </p:txBody>
      </p:sp>
      <p:sp>
        <p:nvSpPr>
          <p:cNvPr id="5" name="Rectangle 3"/>
          <p:cNvSpPr/>
          <p:nvPr/>
        </p:nvSpPr>
        <p:spPr bwMode="gray">
          <a:xfrm>
            <a:off x="6403340" y="2800024"/>
            <a:ext cx="5140358" cy="657753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tIns="0" bIns="36000" anchor="ctr" anchorCtr="0">
            <a:spAutoFit/>
          </a:bodyPr>
          <a:lstStyle/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[R1]interface </a:t>
            </a:r>
            <a:r>
              <a:rPr lang="en-US" altLang="zh-CN" sz="1400" dirty="0" err="1">
                <a:cs typeface="Courier New" panose="02070309020205020404" pitchFamily="49" charset="0"/>
              </a:rPr>
              <a:t>GigabitEthernet</a:t>
            </a:r>
            <a:r>
              <a:rPr lang="en-US" altLang="zh-CN" sz="1400" dirty="0">
                <a:cs typeface="Courier New" panose="02070309020205020404" pitchFamily="49" charset="0"/>
              </a:rPr>
              <a:t> 0/0/1	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[R1-GigabitEthernet0/0/1]undo ipv6 </a:t>
            </a:r>
            <a:r>
              <a:rPr lang="en-US" altLang="zh-CN" sz="1400" dirty="0" err="1">
                <a:cs typeface="Courier New" panose="02070309020205020404" pitchFamily="49" charset="0"/>
              </a:rPr>
              <a:t>nd</a:t>
            </a:r>
            <a:r>
              <a:rPr lang="en-US" altLang="zh-CN" sz="1400" dirty="0">
                <a:cs typeface="Courier New" panose="02070309020205020404" pitchFamily="49" charset="0"/>
              </a:rPr>
              <a:t> </a:t>
            </a:r>
            <a:r>
              <a:rPr lang="en-US" altLang="zh-CN" sz="1400" dirty="0" err="1">
                <a:cs typeface="Courier New" panose="02070309020205020404" pitchFamily="49" charset="0"/>
              </a:rPr>
              <a:t>ra</a:t>
            </a:r>
            <a:r>
              <a:rPr lang="en-US" altLang="zh-CN" sz="1400" dirty="0">
                <a:cs typeface="Courier New" panose="02070309020205020404" pitchFamily="49" charset="0"/>
              </a:rPr>
              <a:t> halt</a:t>
            </a:r>
          </a:p>
        </p:txBody>
      </p:sp>
      <p:sp>
        <p:nvSpPr>
          <p:cNvPr id="25" name="Rectangle 3"/>
          <p:cNvSpPr/>
          <p:nvPr/>
        </p:nvSpPr>
        <p:spPr bwMode="gray">
          <a:xfrm>
            <a:off x="6358040" y="4186753"/>
            <a:ext cx="5140358" cy="651905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tIns="0" bIns="36000" anchor="ctr" anchorCtr="0">
            <a:spAutoFit/>
          </a:bodyPr>
          <a:lstStyle/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[R2]interface </a:t>
            </a:r>
            <a:r>
              <a:rPr lang="en-US" altLang="zh-CN" sz="1400" dirty="0" err="1">
                <a:cs typeface="Courier New" panose="02070309020205020404" pitchFamily="49" charset="0"/>
              </a:rPr>
              <a:t>GigabitEthernet</a:t>
            </a:r>
            <a:r>
              <a:rPr lang="en-US" altLang="zh-CN" sz="1400" dirty="0">
                <a:cs typeface="Courier New" panose="02070309020205020404" pitchFamily="49" charset="0"/>
              </a:rPr>
              <a:t> 0/0/0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[R2-GigabitEthernet0/0/0]ipv6 address auto global </a:t>
            </a:r>
          </a:p>
        </p:txBody>
      </p:sp>
      <p:sp>
        <p:nvSpPr>
          <p:cNvPr id="52" name="矩形 51"/>
          <p:cNvSpPr/>
          <p:nvPr/>
        </p:nvSpPr>
        <p:spPr bwMode="gray">
          <a:xfrm>
            <a:off x="644576" y="1252523"/>
            <a:ext cx="5224429" cy="2698566"/>
          </a:xfrm>
          <a:prstGeom prst="rect">
            <a:avLst/>
          </a:prstGeom>
          <a:solidFill>
            <a:srgbClr val="F4FBFE"/>
          </a:solidFill>
          <a:ln w="9525">
            <a:solidFill>
              <a:srgbClr val="99DFF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 bwMode="gray">
          <a:xfrm>
            <a:off x="442020" y="3959029"/>
            <a:ext cx="54269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ts val="24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prstClr val="black"/>
                </a:solidFill>
              </a:rPr>
              <a:t>配置需求：</a:t>
            </a:r>
            <a:endParaRPr lang="en-US" altLang="zh-CN" sz="1400" dirty="0">
              <a:solidFill>
                <a:prstClr val="black"/>
              </a:solidFill>
            </a:endParaRPr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R1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GE0/0/0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GE0/0/1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接口采用手工方式配置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地址。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/>
              <a:t>R2</a:t>
            </a:r>
            <a:r>
              <a:rPr lang="zh-CN" altLang="en-US" sz="1400" dirty="0"/>
              <a:t>的</a:t>
            </a:r>
            <a:r>
              <a:rPr lang="en-US" altLang="zh-CN" sz="1400" dirty="0"/>
              <a:t>GE0/0/0</a:t>
            </a:r>
            <a:r>
              <a:rPr lang="zh-CN" altLang="en-US" sz="1400" dirty="0"/>
              <a:t>接口通过无状态地址自动配置的方式获取</a:t>
            </a:r>
            <a:r>
              <a:rPr lang="en-US" altLang="zh-CN" sz="1400" dirty="0"/>
              <a:t>IPv6</a:t>
            </a:r>
            <a:r>
              <a:rPr lang="zh-CN" altLang="en-US" sz="1400" dirty="0"/>
              <a:t>地址。</a:t>
            </a:r>
            <a:endParaRPr lang="en-US" altLang="zh-CN" sz="1400" dirty="0"/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R3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GE0/0/0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接口通过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DHCPv6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的方式获取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地址。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endParaRPr lang="en-US" altLang="zh-CN" sz="1400" dirty="0"/>
          </a:p>
        </p:txBody>
      </p:sp>
      <p:grpSp>
        <p:nvGrpSpPr>
          <p:cNvPr id="54" name="组合 53"/>
          <p:cNvGrpSpPr/>
          <p:nvPr/>
        </p:nvGrpSpPr>
        <p:grpSpPr bwMode="gray">
          <a:xfrm>
            <a:off x="1876745" y="1216433"/>
            <a:ext cx="3554064" cy="2588807"/>
            <a:chOff x="494500" y="1496825"/>
            <a:chExt cx="3554064" cy="2588807"/>
          </a:xfrm>
        </p:grpSpPr>
        <p:cxnSp>
          <p:nvCxnSpPr>
            <p:cNvPr id="55" name="直接连接符 54"/>
            <p:cNvCxnSpPr>
              <a:stCxn id="57" idx="3"/>
              <a:endCxn id="61" idx="3"/>
            </p:cNvCxnSpPr>
            <p:nvPr/>
          </p:nvCxnSpPr>
          <p:spPr bwMode="gray">
            <a:xfrm>
              <a:off x="1153037" y="2012467"/>
              <a:ext cx="2251777" cy="781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6" name="矩形 55"/>
            <p:cNvSpPr/>
            <p:nvPr/>
          </p:nvSpPr>
          <p:spPr bwMode="gray">
            <a:xfrm rot="1181421">
              <a:off x="1046172" y="2151984"/>
              <a:ext cx="11721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GE0/0/0</a:t>
              </a:r>
            </a:p>
          </p:txBody>
        </p: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94500" y="1742467"/>
              <a:ext cx="658537" cy="540000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94500" y="3273799"/>
              <a:ext cx="658537" cy="540000"/>
            </a:xfrm>
            <a:prstGeom prst="rect">
              <a:avLst/>
            </a:prstGeom>
          </p:spPr>
        </p:pic>
        <p:sp>
          <p:nvSpPr>
            <p:cNvPr id="59" name="矩形 58"/>
            <p:cNvSpPr/>
            <p:nvPr/>
          </p:nvSpPr>
          <p:spPr bwMode="gray">
            <a:xfrm>
              <a:off x="535736" y="3777855"/>
              <a:ext cx="57606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R2</a:t>
              </a:r>
            </a:p>
          </p:txBody>
        </p:sp>
        <p:cxnSp>
          <p:nvCxnSpPr>
            <p:cNvPr id="60" name="直接连接符 59"/>
            <p:cNvCxnSpPr>
              <a:stCxn id="58" idx="3"/>
              <a:endCxn id="61" idx="3"/>
            </p:cNvCxnSpPr>
            <p:nvPr/>
          </p:nvCxnSpPr>
          <p:spPr bwMode="gray">
            <a:xfrm flipV="1">
              <a:off x="1153037" y="2793807"/>
              <a:ext cx="2251777" cy="74999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46277" y="2523807"/>
              <a:ext cx="658537" cy="540000"/>
            </a:xfrm>
            <a:prstGeom prst="rect">
              <a:avLst/>
            </a:prstGeom>
          </p:spPr>
        </p:pic>
        <p:sp>
          <p:nvSpPr>
            <p:cNvPr id="62" name="矩形 61"/>
            <p:cNvSpPr/>
            <p:nvPr/>
          </p:nvSpPr>
          <p:spPr bwMode="gray">
            <a:xfrm>
              <a:off x="2285093" y="2664391"/>
              <a:ext cx="57606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R1</a:t>
              </a:r>
            </a:p>
          </p:txBody>
        </p:sp>
        <p:sp>
          <p:nvSpPr>
            <p:cNvPr id="63" name="矩形 62"/>
            <p:cNvSpPr/>
            <p:nvPr/>
          </p:nvSpPr>
          <p:spPr bwMode="gray">
            <a:xfrm>
              <a:off x="535736" y="1496825"/>
              <a:ext cx="57606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R3</a:t>
              </a:r>
            </a:p>
          </p:txBody>
        </p:sp>
        <p:sp>
          <p:nvSpPr>
            <p:cNvPr id="64" name="矩形 63"/>
            <p:cNvSpPr/>
            <p:nvPr/>
          </p:nvSpPr>
          <p:spPr bwMode="gray">
            <a:xfrm rot="20640189">
              <a:off x="1070071" y="3151905"/>
              <a:ext cx="116414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GE0/0/0</a:t>
              </a:r>
            </a:p>
          </p:txBody>
        </p:sp>
        <p:sp>
          <p:nvSpPr>
            <p:cNvPr id="65" name="矩形 64"/>
            <p:cNvSpPr/>
            <p:nvPr/>
          </p:nvSpPr>
          <p:spPr bwMode="gray">
            <a:xfrm>
              <a:off x="1991755" y="2093001"/>
              <a:ext cx="205680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2001:DB8:13::1/64</a:t>
              </a:r>
            </a:p>
          </p:txBody>
        </p:sp>
        <p:sp>
          <p:nvSpPr>
            <p:cNvPr id="66" name="矩形 65"/>
            <p:cNvSpPr/>
            <p:nvPr/>
          </p:nvSpPr>
          <p:spPr bwMode="gray">
            <a:xfrm rot="20455349">
              <a:off x="1402772" y="2954381"/>
              <a:ext cx="184492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GE0/0/1</a:t>
              </a:r>
            </a:p>
          </p:txBody>
        </p:sp>
        <p:sp>
          <p:nvSpPr>
            <p:cNvPr id="67" name="矩形 66"/>
            <p:cNvSpPr/>
            <p:nvPr/>
          </p:nvSpPr>
          <p:spPr bwMode="gray">
            <a:xfrm rot="1232455">
              <a:off x="1390033" y="2394191"/>
              <a:ext cx="205680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GE0/0/0</a:t>
              </a:r>
            </a:p>
          </p:txBody>
        </p:sp>
        <p:sp>
          <p:nvSpPr>
            <p:cNvPr id="68" name="矩形 67"/>
            <p:cNvSpPr/>
            <p:nvPr/>
          </p:nvSpPr>
          <p:spPr bwMode="gray">
            <a:xfrm>
              <a:off x="2076639" y="3196225"/>
              <a:ext cx="184492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2001:DB8:12::1/64</a:t>
              </a:r>
            </a:p>
          </p:txBody>
        </p:sp>
        <p:sp>
          <p:nvSpPr>
            <p:cNvPr id="69" name="矩形 68"/>
            <p:cNvSpPr/>
            <p:nvPr/>
          </p:nvSpPr>
          <p:spPr bwMode="gray">
            <a:xfrm>
              <a:off x="1070071" y="3536800"/>
              <a:ext cx="116414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dirty="0"/>
                <a:t>无状态配置</a:t>
              </a:r>
              <a:endParaRPr lang="en-US" altLang="zh-CN" sz="1200" dirty="0"/>
            </a:p>
          </p:txBody>
        </p:sp>
        <p:sp>
          <p:nvSpPr>
            <p:cNvPr id="70" name="矩形 69"/>
            <p:cNvSpPr/>
            <p:nvPr/>
          </p:nvSpPr>
          <p:spPr bwMode="gray">
            <a:xfrm>
              <a:off x="1073774" y="1833078"/>
              <a:ext cx="11721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DHCPv6</a:t>
              </a:r>
              <a:r>
                <a:rPr lang="zh-CN" altLang="en-US" sz="1200" dirty="0"/>
                <a:t>获取</a:t>
              </a:r>
              <a:endParaRPr lang="en-US" altLang="zh-CN" sz="1200" dirty="0"/>
            </a:p>
          </p:txBody>
        </p:sp>
      </p:grpSp>
      <p:sp>
        <p:nvSpPr>
          <p:cNvPr id="71" name="文本框 70"/>
          <p:cNvSpPr txBox="1"/>
          <p:nvPr/>
        </p:nvSpPr>
        <p:spPr bwMode="gray">
          <a:xfrm>
            <a:off x="6358040" y="3800281"/>
            <a:ext cx="5649912" cy="3964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 startAt="2"/>
            </a:pPr>
            <a:r>
              <a:rPr lang="zh-CN" altLang="en-US" sz="1600" dirty="0">
                <a:solidFill>
                  <a:srgbClr val="000000"/>
                </a:solidFill>
              </a:rPr>
              <a:t>配置</a:t>
            </a:r>
            <a:r>
              <a:rPr lang="en-US" altLang="zh-CN" sz="1600" dirty="0">
                <a:solidFill>
                  <a:srgbClr val="000000"/>
                </a:solidFill>
              </a:rPr>
              <a:t>R2</a:t>
            </a:r>
            <a:r>
              <a:rPr lang="zh-CN" altLang="en-US" sz="1600" dirty="0">
                <a:solidFill>
                  <a:srgbClr val="000000"/>
                </a:solidFill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</a:rPr>
              <a:t>GE0/0/0</a:t>
            </a:r>
            <a:r>
              <a:rPr lang="zh-CN" altLang="en-US" sz="1600" dirty="0">
                <a:solidFill>
                  <a:srgbClr val="000000"/>
                </a:solidFill>
              </a:rPr>
              <a:t>接口自动获取</a:t>
            </a:r>
            <a:r>
              <a:rPr lang="en-US" altLang="zh-CN" sz="1600" dirty="0">
                <a:solidFill>
                  <a:srgbClr val="000000"/>
                </a:solidFill>
              </a:rPr>
              <a:t>IPv6</a:t>
            </a:r>
            <a:r>
              <a:rPr lang="zh-CN" altLang="en-US" sz="1600" dirty="0">
                <a:solidFill>
                  <a:srgbClr val="000000"/>
                </a:solidFill>
              </a:rPr>
              <a:t>地址。</a:t>
            </a:r>
          </a:p>
        </p:txBody>
      </p:sp>
    </p:spTree>
    <p:extLst>
      <p:ext uri="{BB962C8B-B14F-4D97-AF65-F5344CB8AC3E}">
        <p14:creationId xmlns:p14="http://schemas.microsoft.com/office/powerpoint/2010/main" val="1489369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地址配置举例 </a:t>
            </a:r>
            <a:r>
              <a:rPr lang="en-US" altLang="zh-CN" dirty="0"/>
              <a:t>– DHCPv6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 bwMode="gray">
          <a:xfrm>
            <a:off x="6096001" y="1386486"/>
            <a:ext cx="5649912" cy="3964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</a:rPr>
              <a:t>R1</a:t>
            </a:r>
            <a:r>
              <a:rPr lang="zh-CN" altLang="en-US" sz="1600" dirty="0">
                <a:solidFill>
                  <a:srgbClr val="000000"/>
                </a:solidFill>
              </a:rPr>
              <a:t>上配置</a:t>
            </a:r>
            <a:r>
              <a:rPr lang="en-US" altLang="zh-CN" sz="1600" dirty="0">
                <a:solidFill>
                  <a:srgbClr val="000000"/>
                </a:solidFill>
              </a:rPr>
              <a:t>DHCPv6</a:t>
            </a:r>
            <a:r>
              <a:rPr lang="zh-CN" altLang="en-US" sz="1600" dirty="0">
                <a:solidFill>
                  <a:srgbClr val="000000"/>
                </a:solidFill>
              </a:rPr>
              <a:t>服务器功能。</a:t>
            </a:r>
          </a:p>
        </p:txBody>
      </p:sp>
      <p:sp>
        <p:nvSpPr>
          <p:cNvPr id="5" name="Rectangle 3"/>
          <p:cNvSpPr/>
          <p:nvPr/>
        </p:nvSpPr>
        <p:spPr bwMode="gray">
          <a:xfrm>
            <a:off x="6181013" y="1739585"/>
            <a:ext cx="5244225" cy="1883011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tIns="0" bIns="36000" anchor="ctr" anchorCtr="0">
            <a:spAutoFit/>
          </a:bodyPr>
          <a:lstStyle/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[R1]</a:t>
            </a:r>
            <a:r>
              <a:rPr lang="en-US" altLang="zh-CN" sz="1400" dirty="0" err="1">
                <a:cs typeface="Courier New" panose="02070309020205020404" pitchFamily="49" charset="0"/>
              </a:rPr>
              <a:t>dhcp</a:t>
            </a:r>
            <a:r>
              <a:rPr lang="en-US" altLang="zh-CN" sz="1400" dirty="0">
                <a:cs typeface="Courier New" panose="02070309020205020404" pitchFamily="49" charset="0"/>
              </a:rPr>
              <a:t> enable 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[R1]dhcpv6 pool pool1 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[R1-dhcpv6-pool-pool1]address prefix </a:t>
            </a:r>
            <a:r>
              <a:rPr lang="en-US" altLang="zh-CN" sz="1400" dirty="0"/>
              <a:t>2001:DB8:13::/64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[R1-dhcpv6-pool-pool1]excluded-address 2001:DB8:13::1 [R1]interface </a:t>
            </a:r>
            <a:r>
              <a:rPr lang="en-US" altLang="zh-CN" sz="1400" dirty="0" err="1">
                <a:cs typeface="Courier New" panose="02070309020205020404" pitchFamily="49" charset="0"/>
              </a:rPr>
              <a:t>GigabitEthernet</a:t>
            </a:r>
            <a:r>
              <a:rPr lang="en-US" altLang="zh-CN" sz="1400" dirty="0">
                <a:cs typeface="Courier New" panose="02070309020205020404" pitchFamily="49" charset="0"/>
              </a:rPr>
              <a:t> 0/0/0	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[R1-GigabitEthernet0/0/0]dhcpv6 server pool1</a:t>
            </a:r>
          </a:p>
        </p:txBody>
      </p:sp>
      <p:sp>
        <p:nvSpPr>
          <p:cNvPr id="48" name="矩形 47"/>
          <p:cNvSpPr/>
          <p:nvPr/>
        </p:nvSpPr>
        <p:spPr bwMode="gray">
          <a:xfrm>
            <a:off x="644576" y="1252523"/>
            <a:ext cx="5224429" cy="2698566"/>
          </a:xfrm>
          <a:prstGeom prst="rect">
            <a:avLst/>
          </a:prstGeom>
          <a:solidFill>
            <a:srgbClr val="F4FBFE"/>
          </a:solidFill>
          <a:ln w="9525">
            <a:solidFill>
              <a:srgbClr val="99DFF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 bwMode="gray">
          <a:xfrm>
            <a:off x="442020" y="3959029"/>
            <a:ext cx="54269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ts val="24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prstClr val="black"/>
                </a:solidFill>
              </a:rPr>
              <a:t>配置需求：</a:t>
            </a:r>
            <a:endParaRPr lang="en-US" altLang="zh-CN" sz="1400" dirty="0">
              <a:solidFill>
                <a:prstClr val="black"/>
              </a:solidFill>
            </a:endParaRPr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R1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GE0/0/0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GE0/0/1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接口采用手工方式配置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地址。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R2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GE0/0/0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接口通过无状态地址自动配置的方式获取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地址。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/>
              <a:t>R3</a:t>
            </a:r>
            <a:r>
              <a:rPr lang="zh-CN" altLang="en-US" sz="1400" dirty="0"/>
              <a:t>的</a:t>
            </a:r>
            <a:r>
              <a:rPr lang="en-US" altLang="zh-CN" sz="1400" dirty="0"/>
              <a:t>GE0/0/0</a:t>
            </a:r>
            <a:r>
              <a:rPr lang="zh-CN" altLang="en-US" sz="1400" dirty="0"/>
              <a:t>接口通过</a:t>
            </a:r>
            <a:r>
              <a:rPr lang="en-US" altLang="zh-CN" sz="1400" dirty="0"/>
              <a:t>DHCPv6</a:t>
            </a:r>
            <a:r>
              <a:rPr lang="zh-CN" altLang="en-US" sz="1400" dirty="0"/>
              <a:t>的方式获取</a:t>
            </a:r>
            <a:r>
              <a:rPr lang="en-US" altLang="zh-CN" sz="1400" dirty="0"/>
              <a:t>IPv6</a:t>
            </a:r>
            <a:r>
              <a:rPr lang="zh-CN" altLang="en-US" sz="1400" dirty="0"/>
              <a:t>地址。</a:t>
            </a:r>
            <a:endParaRPr lang="en-US" altLang="zh-CN" sz="1400" dirty="0"/>
          </a:p>
          <a:p>
            <a:pPr marL="655200" lvl="1" indent="-285750">
              <a:lnSpc>
                <a:spcPts val="24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endParaRPr lang="en-US" altLang="zh-CN" sz="1400" dirty="0"/>
          </a:p>
        </p:txBody>
      </p:sp>
      <p:grpSp>
        <p:nvGrpSpPr>
          <p:cNvPr id="50" name="组合 49"/>
          <p:cNvGrpSpPr/>
          <p:nvPr/>
        </p:nvGrpSpPr>
        <p:grpSpPr bwMode="gray">
          <a:xfrm>
            <a:off x="1876745" y="1216433"/>
            <a:ext cx="3554064" cy="2588807"/>
            <a:chOff x="494500" y="1496825"/>
            <a:chExt cx="3554064" cy="2588807"/>
          </a:xfrm>
        </p:grpSpPr>
        <p:cxnSp>
          <p:nvCxnSpPr>
            <p:cNvPr id="51" name="直接连接符 50"/>
            <p:cNvCxnSpPr>
              <a:stCxn id="53" idx="3"/>
              <a:endCxn id="57" idx="3"/>
            </p:cNvCxnSpPr>
            <p:nvPr/>
          </p:nvCxnSpPr>
          <p:spPr bwMode="gray">
            <a:xfrm>
              <a:off x="1153037" y="2012467"/>
              <a:ext cx="2251777" cy="781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" name="矩形 51"/>
            <p:cNvSpPr/>
            <p:nvPr/>
          </p:nvSpPr>
          <p:spPr bwMode="gray">
            <a:xfrm rot="1181421">
              <a:off x="1046172" y="2151984"/>
              <a:ext cx="11721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GE0/0/0</a:t>
              </a:r>
            </a:p>
          </p:txBody>
        </p:sp>
        <p:pic>
          <p:nvPicPr>
            <p:cNvPr id="53" name="图片 5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94500" y="1742467"/>
              <a:ext cx="658537" cy="54000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94500" y="3273799"/>
              <a:ext cx="658537" cy="540000"/>
            </a:xfrm>
            <a:prstGeom prst="rect">
              <a:avLst/>
            </a:prstGeom>
          </p:spPr>
        </p:pic>
        <p:sp>
          <p:nvSpPr>
            <p:cNvPr id="55" name="矩形 54"/>
            <p:cNvSpPr/>
            <p:nvPr/>
          </p:nvSpPr>
          <p:spPr bwMode="gray">
            <a:xfrm>
              <a:off x="535736" y="3777855"/>
              <a:ext cx="57606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R2</a:t>
              </a:r>
            </a:p>
          </p:txBody>
        </p:sp>
        <p:cxnSp>
          <p:nvCxnSpPr>
            <p:cNvPr id="56" name="直接连接符 55"/>
            <p:cNvCxnSpPr>
              <a:stCxn id="54" idx="3"/>
              <a:endCxn id="57" idx="3"/>
            </p:cNvCxnSpPr>
            <p:nvPr/>
          </p:nvCxnSpPr>
          <p:spPr bwMode="gray">
            <a:xfrm flipV="1">
              <a:off x="1153037" y="2793807"/>
              <a:ext cx="2251777" cy="74999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46277" y="2523807"/>
              <a:ext cx="658537" cy="540000"/>
            </a:xfrm>
            <a:prstGeom prst="rect">
              <a:avLst/>
            </a:prstGeom>
          </p:spPr>
        </p:pic>
        <p:sp>
          <p:nvSpPr>
            <p:cNvPr id="58" name="矩形 57"/>
            <p:cNvSpPr/>
            <p:nvPr/>
          </p:nvSpPr>
          <p:spPr bwMode="gray">
            <a:xfrm>
              <a:off x="2285093" y="2664391"/>
              <a:ext cx="57606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R1</a:t>
              </a:r>
            </a:p>
          </p:txBody>
        </p:sp>
        <p:sp>
          <p:nvSpPr>
            <p:cNvPr id="59" name="矩形 58"/>
            <p:cNvSpPr/>
            <p:nvPr/>
          </p:nvSpPr>
          <p:spPr bwMode="gray">
            <a:xfrm>
              <a:off x="535736" y="1496825"/>
              <a:ext cx="57606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R3</a:t>
              </a:r>
            </a:p>
          </p:txBody>
        </p:sp>
        <p:sp>
          <p:nvSpPr>
            <p:cNvPr id="60" name="矩形 59"/>
            <p:cNvSpPr/>
            <p:nvPr/>
          </p:nvSpPr>
          <p:spPr bwMode="gray">
            <a:xfrm rot="20640189">
              <a:off x="1070071" y="3151905"/>
              <a:ext cx="116414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GE0/0/0</a:t>
              </a:r>
            </a:p>
          </p:txBody>
        </p:sp>
        <p:sp>
          <p:nvSpPr>
            <p:cNvPr id="61" name="矩形 60"/>
            <p:cNvSpPr/>
            <p:nvPr/>
          </p:nvSpPr>
          <p:spPr bwMode="gray">
            <a:xfrm>
              <a:off x="1991755" y="2093001"/>
              <a:ext cx="205680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2001:DB8:13::1/64</a:t>
              </a:r>
            </a:p>
          </p:txBody>
        </p:sp>
        <p:sp>
          <p:nvSpPr>
            <p:cNvPr id="62" name="矩形 61"/>
            <p:cNvSpPr/>
            <p:nvPr/>
          </p:nvSpPr>
          <p:spPr bwMode="gray">
            <a:xfrm rot="20455349">
              <a:off x="1402772" y="2954381"/>
              <a:ext cx="184492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GE0/0/1</a:t>
              </a:r>
            </a:p>
          </p:txBody>
        </p:sp>
        <p:sp>
          <p:nvSpPr>
            <p:cNvPr id="63" name="矩形 62"/>
            <p:cNvSpPr/>
            <p:nvPr/>
          </p:nvSpPr>
          <p:spPr bwMode="gray">
            <a:xfrm rot="1232455">
              <a:off x="1390033" y="2394191"/>
              <a:ext cx="205680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GE0/0/0</a:t>
              </a:r>
            </a:p>
          </p:txBody>
        </p:sp>
        <p:sp>
          <p:nvSpPr>
            <p:cNvPr id="64" name="矩形 63"/>
            <p:cNvSpPr/>
            <p:nvPr/>
          </p:nvSpPr>
          <p:spPr bwMode="gray">
            <a:xfrm>
              <a:off x="2076639" y="3196225"/>
              <a:ext cx="184492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2001:DB8:12::1/64</a:t>
              </a:r>
            </a:p>
          </p:txBody>
        </p:sp>
        <p:sp>
          <p:nvSpPr>
            <p:cNvPr id="65" name="矩形 64"/>
            <p:cNvSpPr/>
            <p:nvPr/>
          </p:nvSpPr>
          <p:spPr bwMode="gray">
            <a:xfrm>
              <a:off x="1070071" y="3536800"/>
              <a:ext cx="116414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dirty="0"/>
                <a:t>无状态配置</a:t>
              </a:r>
              <a:endParaRPr lang="en-US" altLang="zh-CN" sz="1200" dirty="0"/>
            </a:p>
          </p:txBody>
        </p:sp>
        <p:sp>
          <p:nvSpPr>
            <p:cNvPr id="66" name="矩形 65"/>
            <p:cNvSpPr/>
            <p:nvPr/>
          </p:nvSpPr>
          <p:spPr bwMode="gray">
            <a:xfrm>
              <a:off x="1073774" y="1833078"/>
              <a:ext cx="11721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DHCPv6</a:t>
              </a:r>
              <a:r>
                <a:rPr lang="zh-CN" altLang="en-US" sz="1200" dirty="0"/>
                <a:t>获取</a:t>
              </a:r>
              <a:endParaRPr lang="en-US" altLang="zh-CN" sz="1200" dirty="0"/>
            </a:p>
          </p:txBody>
        </p:sp>
      </p:grpSp>
      <p:sp>
        <p:nvSpPr>
          <p:cNvPr id="67" name="Rectangle 3"/>
          <p:cNvSpPr/>
          <p:nvPr/>
        </p:nvSpPr>
        <p:spPr bwMode="gray">
          <a:xfrm>
            <a:off x="6181013" y="4193394"/>
            <a:ext cx="5244225" cy="959681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tIns="0" bIns="36000" anchor="ctr" anchorCtr="0">
            <a:spAutoFit/>
          </a:bodyPr>
          <a:lstStyle/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[R3]</a:t>
            </a:r>
            <a:r>
              <a:rPr lang="en-US" altLang="zh-CN" sz="1400" dirty="0" err="1">
                <a:cs typeface="Courier New" panose="02070309020205020404" pitchFamily="49" charset="0"/>
              </a:rPr>
              <a:t>dhcp</a:t>
            </a:r>
            <a:r>
              <a:rPr lang="en-US" altLang="zh-CN" sz="1400" dirty="0">
                <a:cs typeface="Courier New" panose="02070309020205020404" pitchFamily="49" charset="0"/>
              </a:rPr>
              <a:t> enable 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[R3]interface </a:t>
            </a:r>
            <a:r>
              <a:rPr lang="en-US" altLang="zh-CN" sz="1400" dirty="0" err="1">
                <a:cs typeface="Courier New" panose="02070309020205020404" pitchFamily="49" charset="0"/>
              </a:rPr>
              <a:t>GigabitEthernet</a:t>
            </a:r>
            <a:r>
              <a:rPr lang="en-US" altLang="zh-CN" sz="1400" dirty="0">
                <a:cs typeface="Courier New" panose="02070309020205020404" pitchFamily="49" charset="0"/>
              </a:rPr>
              <a:t> 0/0/0</a:t>
            </a:r>
          </a:p>
          <a:p>
            <a:pPr fontAlgn="ctr">
              <a:lnSpc>
                <a:spcPts val="2400"/>
              </a:lnSpc>
            </a:pPr>
            <a:r>
              <a:rPr lang="en-US" altLang="zh-CN" sz="1400" dirty="0">
                <a:cs typeface="Courier New" panose="02070309020205020404" pitchFamily="49" charset="0"/>
              </a:rPr>
              <a:t>[R3-GigabitEthernet0/0/0]ipv6 address auto </a:t>
            </a:r>
            <a:r>
              <a:rPr lang="en-US" altLang="zh-CN" sz="1400" dirty="0" err="1">
                <a:cs typeface="Courier New" panose="02070309020205020404" pitchFamily="49" charset="0"/>
              </a:rPr>
              <a:t>dhcp</a:t>
            </a:r>
            <a:endParaRPr lang="en-US" altLang="zh-CN" sz="1400" dirty="0">
              <a:cs typeface="Courier New" panose="02070309020205020404" pitchFamily="49" charset="0"/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>
            <a:off x="6096001" y="3790654"/>
            <a:ext cx="5649912" cy="3964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5110" indent="-342900">
              <a:lnSpc>
                <a:spcPts val="2400"/>
              </a:lnSpc>
              <a:spcAft>
                <a:spcPts val="600"/>
              </a:spcAft>
              <a:buFont typeface="+mj-lt"/>
              <a:buAutoNum type="arabicPeriod" startAt="2"/>
            </a:pPr>
            <a:r>
              <a:rPr lang="zh-CN" altLang="en-US" sz="1600" dirty="0"/>
              <a:t>配置</a:t>
            </a:r>
            <a:r>
              <a:rPr lang="en-US" altLang="zh-CN" sz="1600" dirty="0"/>
              <a:t>R3</a:t>
            </a:r>
            <a:r>
              <a:rPr lang="zh-CN" altLang="en-US" sz="1600" dirty="0"/>
              <a:t>的</a:t>
            </a:r>
            <a:r>
              <a:rPr lang="en-US" altLang="zh-CN" sz="1600" dirty="0"/>
              <a:t>GE0/0/0</a:t>
            </a:r>
            <a:r>
              <a:rPr lang="zh-CN" altLang="en-US" sz="1600" dirty="0"/>
              <a:t>接口通过</a:t>
            </a:r>
            <a:r>
              <a:rPr lang="en-US" altLang="zh-CN" sz="1600" dirty="0"/>
              <a:t>DHCPv6</a:t>
            </a:r>
            <a:r>
              <a:rPr lang="zh-CN" altLang="en-US" sz="1600" dirty="0"/>
              <a:t>的方式获取</a:t>
            </a:r>
            <a:r>
              <a:rPr lang="en-US" altLang="zh-CN" sz="1600" dirty="0"/>
              <a:t>IPv6</a:t>
            </a:r>
            <a:r>
              <a:rPr lang="zh-CN" altLang="en-US" sz="1600" dirty="0"/>
              <a:t>地址。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5371531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地址自动配置实现 </a:t>
            </a:r>
            <a:r>
              <a:rPr lang="en-US" altLang="zh-CN" dirty="0"/>
              <a:t>– </a:t>
            </a:r>
            <a:r>
              <a:rPr lang="zh-CN" altLang="en-US" dirty="0"/>
              <a:t>结果验证</a:t>
            </a:r>
          </a:p>
        </p:txBody>
      </p:sp>
      <p:sp>
        <p:nvSpPr>
          <p:cNvPr id="35" name="文本框 37">
            <a:extLst>
              <a:ext uri="{FF2B5EF4-FFF2-40B4-BE49-F238E27FC236}">
                <a16:creationId xmlns:a16="http://schemas.microsoft.com/office/drawing/2014/main" id="{08559FA2-F3C6-420E-B40A-262540E6B485}"/>
              </a:ext>
            </a:extLst>
          </p:cNvPr>
          <p:cNvSpPr txBox="1"/>
          <p:nvPr/>
        </p:nvSpPr>
        <p:spPr bwMode="gray">
          <a:xfrm>
            <a:off x="558890" y="1946623"/>
            <a:ext cx="5414893" cy="3539430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[R2]display ipv6 interface </a:t>
            </a:r>
            <a:r>
              <a:rPr lang="en-US" altLang="zh-CN" sz="1400" dirty="0" err="1"/>
              <a:t>GigabitEthernet</a:t>
            </a:r>
            <a:r>
              <a:rPr lang="en-US" altLang="zh-CN" sz="1400" dirty="0"/>
              <a:t> 0/0/0</a:t>
            </a:r>
            <a:endParaRPr lang="zh-CN" altLang="en-US" sz="1400" dirty="0"/>
          </a:p>
          <a:p>
            <a:r>
              <a:rPr lang="en-US" altLang="zh-CN" sz="1400" dirty="0"/>
              <a:t>GigabitEthernet0/0/0 current state : UP </a:t>
            </a:r>
            <a:endParaRPr lang="zh-CN" altLang="en-US" sz="1400" dirty="0"/>
          </a:p>
          <a:p>
            <a:r>
              <a:rPr lang="en-US" altLang="zh-CN" sz="1400" dirty="0"/>
              <a:t>IPv6 protocol current state : UP</a:t>
            </a:r>
            <a:endParaRPr lang="zh-CN" altLang="en-US" sz="1400" dirty="0"/>
          </a:p>
          <a:p>
            <a:r>
              <a:rPr lang="en-US" altLang="zh-CN" sz="1400" dirty="0"/>
              <a:t>IPv6 is enabled, link-local address is FE80::2E0:FCFF:FEAD:675F</a:t>
            </a:r>
            <a:endParaRPr lang="zh-CN" altLang="en-US" sz="1400" dirty="0"/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Global unicast address(</a:t>
            </a:r>
            <a:r>
              <a:rPr lang="en-US" altLang="zh-CN" sz="1400" dirty="0" err="1"/>
              <a:t>es</a:t>
            </a:r>
            <a:r>
              <a:rPr lang="en-US" altLang="zh-CN" sz="1400" dirty="0"/>
              <a:t>):</a:t>
            </a:r>
            <a:endParaRPr lang="zh-CN" altLang="en-US" sz="1400" dirty="0"/>
          </a:p>
          <a:p>
            <a:r>
              <a:rPr lang="zh-CN" altLang="en-US" sz="1400" dirty="0">
                <a:solidFill>
                  <a:srgbClr val="EC7061"/>
                </a:solidFill>
              </a:rPr>
              <a:t>   </a:t>
            </a:r>
            <a:r>
              <a:rPr lang="en-US" altLang="zh-CN" sz="1400" dirty="0">
                <a:solidFill>
                  <a:srgbClr val="EC7061"/>
                </a:solidFill>
              </a:rPr>
              <a:t>2001:DB8:12::2E0:FCFF:FEAD:675F,</a:t>
            </a:r>
            <a:endParaRPr lang="zh-CN" altLang="en-US" sz="1400" dirty="0">
              <a:solidFill>
                <a:srgbClr val="EC7061"/>
              </a:solidFill>
            </a:endParaRPr>
          </a:p>
          <a:p>
            <a:r>
              <a:rPr lang="zh-CN" altLang="en-US" sz="1400" dirty="0">
                <a:solidFill>
                  <a:srgbClr val="EC7061"/>
                </a:solidFill>
              </a:rPr>
              <a:t>    </a:t>
            </a:r>
            <a:r>
              <a:rPr lang="nl-NL" altLang="zh-CN" sz="1400" dirty="0">
                <a:solidFill>
                  <a:srgbClr val="EC7061"/>
                </a:solidFill>
              </a:rPr>
              <a:t>subnet is 2001:DB8:12::/64 [SLAAC]</a:t>
            </a:r>
            <a:endParaRPr lang="zh-CN" altLang="en-US" sz="1400" dirty="0">
              <a:solidFill>
                <a:srgbClr val="EC7061"/>
              </a:solidFill>
            </a:endParaRP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Joined group address(</a:t>
            </a:r>
            <a:r>
              <a:rPr lang="en-US" altLang="zh-CN" sz="1400" dirty="0" err="1"/>
              <a:t>es</a:t>
            </a:r>
            <a:r>
              <a:rPr lang="en-US" altLang="zh-CN" sz="1400" dirty="0"/>
              <a:t>):</a:t>
            </a:r>
            <a:endParaRPr lang="zh-CN" altLang="en-US" sz="1400" dirty="0"/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FF02::1:FFAD:675F</a:t>
            </a:r>
            <a:endParaRPr lang="zh-CN" altLang="en-US" sz="1400" dirty="0"/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FF02::2</a:t>
            </a:r>
            <a:endParaRPr lang="zh-CN" altLang="en-US" sz="1400" dirty="0"/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FF02::1</a:t>
            </a:r>
            <a:endParaRPr lang="zh-CN" altLang="en-US" sz="1400" dirty="0"/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MTU is 1500 bytes</a:t>
            </a:r>
            <a:endParaRPr lang="zh-CN" altLang="en-US" sz="1400" dirty="0"/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ND DAD is enabled, number of DAD attempts: 1</a:t>
            </a:r>
            <a:endParaRPr lang="zh-CN" altLang="en-US" sz="1400" dirty="0"/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ND reachable time is 30000 milliseconds</a:t>
            </a:r>
            <a:endParaRPr lang="zh-CN" altLang="en-US" sz="1400" dirty="0"/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ND retransmit interval is 1000 milliseconds</a:t>
            </a:r>
            <a:endParaRPr lang="zh-CN" altLang="en-US" sz="1400" dirty="0"/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Hosts use stateless </a:t>
            </a:r>
            <a:r>
              <a:rPr lang="en-US" altLang="zh-CN" sz="1400" dirty="0" err="1"/>
              <a:t>autoconfig</a:t>
            </a:r>
            <a:r>
              <a:rPr lang="en-US" altLang="zh-CN" sz="1400" dirty="0"/>
              <a:t> for addresses</a:t>
            </a:r>
            <a:endParaRPr lang="zh-CN" altLang="en-US" sz="1400" dirty="0"/>
          </a:p>
        </p:txBody>
      </p:sp>
      <p:sp>
        <p:nvSpPr>
          <p:cNvPr id="37" name="文本占位符 2"/>
          <p:cNvSpPr txBox="1">
            <a:spLocks/>
          </p:cNvSpPr>
          <p:nvPr/>
        </p:nvSpPr>
        <p:spPr bwMode="gray">
          <a:xfrm>
            <a:off x="1230167" y="1531531"/>
            <a:ext cx="5591171" cy="55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/>
              <a:t>验证</a:t>
            </a:r>
            <a:r>
              <a:rPr lang="en-US" altLang="zh-CN" sz="1600" dirty="0"/>
              <a:t>R2</a:t>
            </a:r>
            <a:r>
              <a:rPr lang="zh-CN" altLang="en-US" sz="1600" dirty="0"/>
              <a:t>自动配置的</a:t>
            </a:r>
            <a:r>
              <a:rPr lang="en-US" altLang="zh-CN" sz="1600" dirty="0"/>
              <a:t>IPv6</a:t>
            </a:r>
            <a:r>
              <a:rPr lang="zh-CN" altLang="en-US" sz="1600" dirty="0"/>
              <a:t>地址：</a:t>
            </a:r>
          </a:p>
        </p:txBody>
      </p:sp>
      <p:sp>
        <p:nvSpPr>
          <p:cNvPr id="7" name="文本框 37">
            <a:extLst>
              <a:ext uri="{FF2B5EF4-FFF2-40B4-BE49-F238E27FC236}">
                <a16:creationId xmlns:a16="http://schemas.microsoft.com/office/drawing/2014/main" id="{08559FA2-F3C6-420E-B40A-262540E6B485}"/>
              </a:ext>
            </a:extLst>
          </p:cNvPr>
          <p:cNvSpPr txBox="1"/>
          <p:nvPr/>
        </p:nvSpPr>
        <p:spPr bwMode="gray">
          <a:xfrm>
            <a:off x="6154742" y="1946623"/>
            <a:ext cx="5414893" cy="2677656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[R3]display dhcpv6 client </a:t>
            </a:r>
            <a:endParaRPr lang="zh-CN" altLang="en-US" sz="1400" dirty="0"/>
          </a:p>
          <a:p>
            <a:r>
              <a:rPr lang="en-US" altLang="zh-CN" sz="1400" dirty="0"/>
              <a:t>GigabitEthernet0/0/0 is in </a:t>
            </a:r>
            <a:r>
              <a:rPr lang="en-US" altLang="zh-CN" sz="1400" dirty="0" err="1"/>
              <a:t>stateful</a:t>
            </a:r>
            <a:r>
              <a:rPr lang="en-US" altLang="zh-CN" sz="1400" dirty="0"/>
              <a:t> DHCPv6 client mode.</a:t>
            </a:r>
            <a:endParaRPr lang="zh-CN" altLang="en-US" sz="1400" dirty="0"/>
          </a:p>
          <a:p>
            <a:r>
              <a:rPr lang="en-US" altLang="zh-CN" sz="1400" dirty="0"/>
              <a:t>State is BOUND.</a:t>
            </a:r>
            <a:endParaRPr lang="zh-CN" altLang="en-US" sz="1400" dirty="0"/>
          </a:p>
          <a:p>
            <a:r>
              <a:rPr lang="en-US" altLang="zh-CN" sz="1400" dirty="0"/>
              <a:t>Preferred server DUID   : 0003000100E0FC401312</a:t>
            </a:r>
            <a:endParaRPr lang="zh-CN" altLang="en-US" sz="1400" dirty="0"/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Reachable via address : FE80::2E0:FCFF:FE40:1312</a:t>
            </a:r>
            <a:endParaRPr lang="zh-CN" altLang="en-US" sz="1400" dirty="0"/>
          </a:p>
          <a:p>
            <a:r>
              <a:rPr lang="pt-BR" altLang="zh-CN" sz="1400" dirty="0"/>
              <a:t>IA NA IA ID 0x00000031 T1 43200 T2 69120</a:t>
            </a:r>
            <a:endParaRPr lang="zh-CN" altLang="en-US" sz="1400" dirty="0"/>
          </a:p>
          <a:p>
            <a:r>
              <a:rPr lang="zh-CN" altLang="en-US" sz="1400" dirty="0"/>
              <a:t>     </a:t>
            </a:r>
            <a:r>
              <a:rPr lang="en-US" altLang="zh-CN" sz="1400" dirty="0"/>
              <a:t>Obtained                : 2020-06-17 09:49:58</a:t>
            </a:r>
            <a:endParaRPr lang="zh-CN" altLang="en-US" sz="1400" dirty="0"/>
          </a:p>
          <a:p>
            <a:r>
              <a:rPr lang="zh-CN" altLang="en-US" sz="1400" dirty="0"/>
              <a:t>      </a:t>
            </a:r>
            <a:r>
              <a:rPr lang="en-US" altLang="zh-CN" sz="1400" dirty="0"/>
              <a:t>Renews                  : 2020-06-17 21:49:58</a:t>
            </a:r>
            <a:endParaRPr lang="zh-CN" altLang="en-US" sz="1400" dirty="0"/>
          </a:p>
          <a:p>
            <a:r>
              <a:rPr lang="zh-CN" altLang="en-US" sz="1400" dirty="0"/>
              <a:t>      </a:t>
            </a:r>
            <a:r>
              <a:rPr lang="en-US" altLang="zh-CN" sz="1400" dirty="0"/>
              <a:t>Rebinds                  : 2020-06-18 05:01:58</a:t>
            </a:r>
            <a:endParaRPr lang="zh-CN" altLang="en-US" sz="1400" dirty="0"/>
          </a:p>
          <a:p>
            <a:r>
              <a:rPr lang="zh-CN" altLang="en-US" sz="1400" dirty="0">
                <a:solidFill>
                  <a:srgbClr val="EC7061"/>
                </a:solidFill>
              </a:rPr>
              <a:t>      </a:t>
            </a:r>
            <a:r>
              <a:rPr lang="en-US" altLang="zh-CN" sz="1400" dirty="0">
                <a:solidFill>
                  <a:srgbClr val="EC7061"/>
                </a:solidFill>
              </a:rPr>
              <a:t>Address                  : 2001:DB8:13::3</a:t>
            </a:r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Lifetime valid 172800 seconds, preferred 86400 seconds</a:t>
            </a:r>
            <a:endParaRPr lang="zh-CN" altLang="en-US" sz="1400" dirty="0"/>
          </a:p>
          <a:p>
            <a:r>
              <a:rPr lang="zh-CN" altLang="en-US" sz="1400" dirty="0"/>
              <a:t>    </a:t>
            </a:r>
            <a:r>
              <a:rPr lang="en-US" altLang="zh-CN" sz="1400" dirty="0"/>
              <a:t>Expires at 2020-06-19 09:49:58(172159 seconds left)</a:t>
            </a:r>
            <a:endParaRPr lang="zh-CN" altLang="en-US" sz="1400" dirty="0"/>
          </a:p>
        </p:txBody>
      </p:sp>
      <p:sp>
        <p:nvSpPr>
          <p:cNvPr id="8" name="文本占位符 2"/>
          <p:cNvSpPr txBox="1">
            <a:spLocks/>
          </p:cNvSpPr>
          <p:nvPr/>
        </p:nvSpPr>
        <p:spPr bwMode="gray">
          <a:xfrm>
            <a:off x="6154742" y="1531531"/>
            <a:ext cx="5591171" cy="415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indent="0" algn="just" defTabSz="914034" fontAlgn="auto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1pPr>
            <a:lvl2pPr marL="654938" indent="-251899" defTabSz="914034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/>
            </a:lvl2pPr>
            <a:lvl3pPr marL="1003998" indent="-201519" defTabSz="914034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/>
            </a:lvl3pPr>
            <a:lvl4pPr marL="1399840" indent="-197921" defTabSz="914034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/>
            </a:lvl4pPr>
            <a:lvl5pPr marL="1802879" indent="-201519" defTabSz="914034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/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zh-CN" altLang="en-US" dirty="0"/>
              <a:t>在</a:t>
            </a:r>
            <a:r>
              <a:rPr lang="en-US" altLang="zh-CN" dirty="0"/>
              <a:t>R3</a:t>
            </a:r>
            <a:r>
              <a:rPr lang="zh-CN" altLang="en-US" dirty="0"/>
              <a:t>上使用</a:t>
            </a:r>
            <a:r>
              <a:rPr lang="en-US" altLang="zh-CN" dirty="0"/>
              <a:t>display dhcpv6 client</a:t>
            </a:r>
            <a:r>
              <a:rPr lang="zh-CN" altLang="en-US" dirty="0"/>
              <a:t>命令查看地址分配信息：</a:t>
            </a:r>
          </a:p>
        </p:txBody>
      </p:sp>
    </p:spTree>
    <p:extLst>
      <p:ext uri="{BB962C8B-B14F-4D97-AF65-F5344CB8AC3E}">
        <p14:creationId xmlns:p14="http://schemas.microsoft.com/office/powerpoint/2010/main" val="4134293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/>
          <p:cNvSpPr>
            <a:spLocks noGrp="1" noChangeArrowheads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457200" lvl="0" indent="-457200">
              <a:buClr>
                <a:schemeClr val="tx1"/>
              </a:buClr>
            </a:pPr>
            <a:r>
              <a:rPr lang="zh-CN" altLang="en-US" sz="2000" dirty="0"/>
              <a:t>（单选题）基于</a:t>
            </a:r>
            <a:r>
              <a:rPr lang="en-US" altLang="zh-CN" sz="2000" dirty="0"/>
              <a:t>NDP</a:t>
            </a:r>
            <a:r>
              <a:rPr lang="zh-CN" altLang="en-US" sz="2000" dirty="0"/>
              <a:t>的无状态</a:t>
            </a:r>
            <a:r>
              <a:rPr lang="zh-CN" altLang="zh-CN" sz="2000" dirty="0"/>
              <a:t>地址</a:t>
            </a:r>
            <a:r>
              <a:rPr lang="zh-CN" altLang="en-US" sz="2000" dirty="0"/>
              <a:t>自动配置</a:t>
            </a:r>
            <a:r>
              <a:rPr lang="zh-CN" altLang="zh-CN" sz="2000" dirty="0"/>
              <a:t>，以下说法正确的是（</a:t>
            </a:r>
            <a:r>
              <a:rPr lang="en-US" altLang="zh-CN" sz="2000" dirty="0"/>
              <a:t>       </a:t>
            </a:r>
            <a:r>
              <a:rPr lang="zh-CN" altLang="zh-CN" sz="2000" dirty="0"/>
              <a:t>）。</a:t>
            </a:r>
          </a:p>
          <a:p>
            <a:pPr marL="809625" lvl="1" indent="-457200">
              <a:buClr>
                <a:schemeClr val="tx1"/>
              </a:buClr>
              <a:buFont typeface="+mj-lt"/>
              <a:buAutoNum type="alphaUcPeriod"/>
            </a:pPr>
            <a:r>
              <a:rPr lang="zh-CN" altLang="en-US" dirty="0"/>
              <a:t>基于</a:t>
            </a:r>
            <a:r>
              <a:rPr lang="en-US" altLang="zh-CN" dirty="0"/>
              <a:t>NDP</a:t>
            </a:r>
            <a:r>
              <a:rPr lang="zh-CN" altLang="en-US" dirty="0"/>
              <a:t>的无状态地址自动配置</a:t>
            </a:r>
            <a:r>
              <a:rPr lang="zh-CN" altLang="zh-CN" dirty="0"/>
              <a:t>可以为主机分配</a:t>
            </a:r>
            <a:r>
              <a:rPr lang="en-US" altLang="zh-CN" dirty="0"/>
              <a:t>128</a:t>
            </a:r>
            <a:r>
              <a:rPr lang="zh-CN" altLang="zh-CN" dirty="0"/>
              <a:t>位的</a:t>
            </a:r>
            <a:r>
              <a:rPr lang="en-US" altLang="zh-CN" dirty="0"/>
              <a:t>IPv6</a:t>
            </a:r>
            <a:r>
              <a:rPr lang="zh-CN" altLang="zh-CN" dirty="0"/>
              <a:t>地址</a:t>
            </a:r>
          </a:p>
          <a:p>
            <a:pPr marL="809625" lvl="1" indent="-457200">
              <a:buClr>
                <a:schemeClr val="tx1"/>
              </a:buClr>
              <a:buFont typeface="+mj-lt"/>
              <a:buAutoNum type="alphaUcPeriod"/>
            </a:pPr>
            <a:r>
              <a:rPr lang="zh-CN" altLang="en-US" dirty="0"/>
              <a:t>基于</a:t>
            </a:r>
            <a:r>
              <a:rPr lang="en-US" altLang="zh-CN" dirty="0"/>
              <a:t>NDP</a:t>
            </a:r>
            <a:r>
              <a:rPr lang="zh-CN" altLang="en-US" dirty="0"/>
              <a:t>的无状态地址自动配置</a:t>
            </a:r>
            <a:r>
              <a:rPr lang="zh-CN" altLang="zh-CN" dirty="0"/>
              <a:t>可以为主机分配</a:t>
            </a:r>
            <a:r>
              <a:rPr lang="en-US" altLang="zh-CN" dirty="0"/>
              <a:t>IPv6</a:t>
            </a:r>
            <a:r>
              <a:rPr lang="zh-CN" altLang="zh-CN" dirty="0"/>
              <a:t>前缀或</a:t>
            </a:r>
            <a:r>
              <a:rPr lang="en-US" altLang="zh-CN" dirty="0"/>
              <a:t>IPv6</a:t>
            </a:r>
            <a:r>
              <a:rPr lang="zh-CN" altLang="zh-CN" dirty="0"/>
              <a:t>地址</a:t>
            </a:r>
          </a:p>
          <a:p>
            <a:pPr marL="809625" lvl="1" indent="-457200">
              <a:buClr>
                <a:schemeClr val="tx1"/>
              </a:buClr>
              <a:buFont typeface="+mj-lt"/>
              <a:buAutoNum type="alphaUcPeriod"/>
            </a:pPr>
            <a:r>
              <a:rPr lang="zh-CN" altLang="en-US" dirty="0"/>
              <a:t>基于</a:t>
            </a:r>
            <a:r>
              <a:rPr lang="en-US" altLang="zh-CN" dirty="0"/>
              <a:t>NDP</a:t>
            </a:r>
            <a:r>
              <a:rPr lang="zh-CN" altLang="en-US" dirty="0"/>
              <a:t>的无状态地址自动配置</a:t>
            </a:r>
            <a:r>
              <a:rPr lang="zh-CN" altLang="zh-CN" dirty="0"/>
              <a:t>只能为主机分配</a:t>
            </a:r>
            <a:r>
              <a:rPr lang="en-US" altLang="zh-CN" dirty="0"/>
              <a:t>IPv6</a:t>
            </a:r>
            <a:r>
              <a:rPr lang="zh-CN" altLang="zh-CN" dirty="0"/>
              <a:t>前缀</a:t>
            </a:r>
          </a:p>
          <a:p>
            <a:pPr marL="809625" lvl="1" indent="-457200">
              <a:buClr>
                <a:schemeClr val="tx1"/>
              </a:buClr>
              <a:buFont typeface="+mj-lt"/>
              <a:buAutoNum type="alphaUcPeriod"/>
            </a:pPr>
            <a:r>
              <a:rPr lang="zh-CN" altLang="en-US" dirty="0"/>
              <a:t>基于</a:t>
            </a:r>
            <a:r>
              <a:rPr lang="en-US" altLang="zh-CN" dirty="0"/>
              <a:t>NDP</a:t>
            </a:r>
            <a:r>
              <a:rPr lang="zh-CN" altLang="en-US" dirty="0"/>
              <a:t>的无状态地址自动配置</a:t>
            </a:r>
            <a:r>
              <a:rPr lang="zh-CN" altLang="zh-CN" dirty="0"/>
              <a:t>可以为主机分配</a:t>
            </a:r>
            <a:r>
              <a:rPr lang="en-US" altLang="zh-CN" dirty="0"/>
              <a:t>DNS</a:t>
            </a:r>
            <a:endParaRPr lang="zh-CN" altLang="zh-CN" dirty="0"/>
          </a:p>
          <a:p>
            <a:pPr marL="457200" indent="-457200">
              <a:buClr>
                <a:schemeClr val="tx1"/>
              </a:buClr>
            </a:pPr>
            <a:r>
              <a:rPr lang="zh-CN" altLang="en-US" sz="2000" dirty="0"/>
              <a:t>（多选题）</a:t>
            </a:r>
            <a:r>
              <a:rPr lang="zh-CN" altLang="zh-CN" sz="2000" dirty="0"/>
              <a:t>在</a:t>
            </a:r>
            <a:r>
              <a:rPr lang="en-US" altLang="zh-CN" sz="2000" dirty="0"/>
              <a:t>DHCPv6</a:t>
            </a:r>
            <a:r>
              <a:rPr lang="zh-CN" altLang="zh-CN" sz="2000" dirty="0"/>
              <a:t>的工作过程中，</a:t>
            </a:r>
            <a:r>
              <a:rPr lang="zh-CN" altLang="en-US" sz="2000" dirty="0"/>
              <a:t>以下</a:t>
            </a:r>
            <a:r>
              <a:rPr lang="zh-CN" altLang="zh-CN" sz="2000" dirty="0"/>
              <a:t>哪些过程用到了</a:t>
            </a:r>
            <a:r>
              <a:rPr lang="en-US" altLang="zh-CN" sz="2000" dirty="0"/>
              <a:t>Reply</a:t>
            </a:r>
            <a:r>
              <a:rPr lang="zh-CN" altLang="zh-CN" sz="2000" dirty="0"/>
              <a:t>报文（</a:t>
            </a:r>
            <a:r>
              <a:rPr lang="en-US" altLang="zh-CN" sz="2000" dirty="0"/>
              <a:t>       </a:t>
            </a:r>
            <a:r>
              <a:rPr lang="zh-CN" altLang="zh-CN" sz="2000" dirty="0"/>
              <a:t>）。</a:t>
            </a:r>
          </a:p>
          <a:p>
            <a:pPr marL="809625" lvl="1" indent="-457200">
              <a:buClr>
                <a:schemeClr val="tx1"/>
              </a:buClr>
              <a:buFont typeface="+mj-lt"/>
              <a:buAutoNum type="alphaUcPeriod"/>
            </a:pPr>
            <a:r>
              <a:rPr lang="en-US" altLang="zh-CN" dirty="0"/>
              <a:t>DHCPv6</a:t>
            </a:r>
            <a:r>
              <a:rPr lang="zh-CN" altLang="zh-CN" dirty="0"/>
              <a:t>信息获取过程</a:t>
            </a:r>
          </a:p>
          <a:p>
            <a:pPr marL="809625" lvl="1" indent="-457200">
              <a:buClr>
                <a:schemeClr val="tx1"/>
              </a:buClr>
              <a:buFont typeface="+mj-lt"/>
              <a:buAutoNum type="alphaUcPeriod"/>
            </a:pPr>
            <a:r>
              <a:rPr lang="en-US" altLang="zh-CN" dirty="0"/>
              <a:t>DHCPv6</a:t>
            </a:r>
            <a:r>
              <a:rPr lang="zh-CN" altLang="zh-CN" dirty="0"/>
              <a:t>前缀分配两步交互过程</a:t>
            </a:r>
          </a:p>
          <a:p>
            <a:pPr marL="809625" lvl="1" indent="-457200">
              <a:buClr>
                <a:schemeClr val="tx1"/>
              </a:buClr>
              <a:buFont typeface="+mj-lt"/>
              <a:buAutoNum type="alphaUcPeriod"/>
            </a:pPr>
            <a:r>
              <a:rPr lang="en-US" altLang="zh-CN" dirty="0"/>
              <a:t>DHCPv6</a:t>
            </a:r>
            <a:r>
              <a:rPr lang="zh-CN" altLang="zh-CN" dirty="0"/>
              <a:t>地址分配四步交互过程</a:t>
            </a:r>
          </a:p>
          <a:p>
            <a:pPr marL="809625" lvl="1" indent="-457200">
              <a:buClr>
                <a:schemeClr val="tx1"/>
              </a:buClr>
              <a:buFont typeface="+mj-lt"/>
              <a:buAutoNum type="alphaUcPeriod"/>
            </a:pPr>
            <a:r>
              <a:rPr lang="en-US" altLang="zh-CN" dirty="0"/>
              <a:t>DHCPv6</a:t>
            </a:r>
            <a:r>
              <a:rPr lang="zh-CN" altLang="zh-CN" dirty="0"/>
              <a:t>地址释放过程</a:t>
            </a:r>
          </a:p>
          <a:p>
            <a:pPr marL="809625" lvl="1" indent="-457200">
              <a:buClr>
                <a:schemeClr val="tx1"/>
              </a:buClr>
              <a:buFont typeface="+mj-lt"/>
              <a:buAutoNum type="alphaUcPeriod"/>
            </a:pPr>
            <a:r>
              <a:rPr lang="en-US" altLang="zh-CN" dirty="0"/>
              <a:t>DHCPv6</a:t>
            </a:r>
            <a:r>
              <a:rPr lang="zh-CN" altLang="zh-CN" dirty="0"/>
              <a:t>地址续约过程</a:t>
            </a:r>
          </a:p>
        </p:txBody>
      </p:sp>
    </p:spTree>
    <p:extLst>
      <p:ext uri="{BB962C8B-B14F-4D97-AF65-F5344CB8AC3E}">
        <p14:creationId xmlns:p14="http://schemas.microsoft.com/office/powerpoint/2010/main" val="343668893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 bwMode="gray"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地址配置可以分为静态配置</a:t>
            </a:r>
            <a:r>
              <a:rPr lang="zh-CN" altLang="en-US"/>
              <a:t>和动态配置</a:t>
            </a:r>
            <a:r>
              <a:rPr lang="zh-CN" altLang="en-US" dirty="0"/>
              <a:t>。网络设备互联</a:t>
            </a:r>
            <a:r>
              <a:rPr lang="en-US" altLang="zh-CN" dirty="0"/>
              <a:t>IPv6</a:t>
            </a:r>
            <a:r>
              <a:rPr lang="zh-CN" altLang="en-US" dirty="0"/>
              <a:t>地址、环回接口</a:t>
            </a:r>
            <a:r>
              <a:rPr lang="en-US" altLang="zh-CN" dirty="0"/>
              <a:t>IPv6</a:t>
            </a:r>
            <a:r>
              <a:rPr lang="zh-CN" altLang="en-US" dirty="0"/>
              <a:t>地址等往往采用静态配置的方式，而终端通常采用动态自动配置方式。</a:t>
            </a:r>
            <a:endParaRPr lang="en-US" altLang="zh-CN" dirty="0"/>
          </a:p>
          <a:p>
            <a:r>
              <a:rPr lang="zh-CN" altLang="en-US" dirty="0"/>
              <a:t>本课程重点介绍了</a:t>
            </a:r>
            <a:r>
              <a:rPr lang="en-US" altLang="zh-CN" dirty="0"/>
              <a:t>IPv6</a:t>
            </a:r>
            <a:r>
              <a:rPr lang="zh-CN" altLang="en-US" dirty="0"/>
              <a:t>地址动态自动配置的两种方式：基于</a:t>
            </a:r>
            <a:r>
              <a:rPr lang="en-US" altLang="zh-CN" dirty="0"/>
              <a:t>NDP</a:t>
            </a:r>
            <a:r>
              <a:rPr lang="zh-CN" altLang="en-US" dirty="0"/>
              <a:t>的无状态地址自动配置和基于</a:t>
            </a:r>
            <a:r>
              <a:rPr lang="en-US" altLang="zh-CN" dirty="0"/>
              <a:t>DHCPv6</a:t>
            </a:r>
            <a:r>
              <a:rPr lang="zh-CN" altLang="en-US" dirty="0"/>
              <a:t>的有状态地址自动配置。无状态地址自动配置只支持分配</a:t>
            </a:r>
            <a:r>
              <a:rPr lang="en-US" altLang="zh-CN" dirty="0"/>
              <a:t>64bit</a:t>
            </a:r>
            <a:r>
              <a:rPr lang="zh-CN" altLang="en-US" dirty="0"/>
              <a:t>的前缀，扩展性较差，对地址的管控较弱。有状态地址自动配置可以实现更加丰富的功能</a:t>
            </a:r>
            <a:r>
              <a:rPr lang="zh-CN" altLang="en-US"/>
              <a:t>，如</a:t>
            </a:r>
            <a:r>
              <a:rPr lang="en-US" altLang="zh-CN"/>
              <a:t>PD</a:t>
            </a:r>
            <a:r>
              <a:rPr lang="zh-CN" altLang="en-US"/>
              <a:t>前缀分配等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客户端采用何种</a:t>
            </a:r>
            <a:r>
              <a:rPr lang="en-US" altLang="zh-CN" dirty="0"/>
              <a:t>IPv6</a:t>
            </a:r>
            <a:r>
              <a:rPr lang="zh-CN" altLang="en-US" dirty="0"/>
              <a:t>地址自动配置方式是由路由器</a:t>
            </a:r>
            <a:r>
              <a:rPr lang="en-US" altLang="zh-CN" dirty="0"/>
              <a:t>RA</a:t>
            </a:r>
            <a:r>
              <a:rPr lang="zh-CN" altLang="en-US" dirty="0"/>
              <a:t>报文中的</a:t>
            </a:r>
            <a:r>
              <a:rPr lang="en-US" altLang="zh-CN" dirty="0"/>
              <a:t>M-bit</a:t>
            </a:r>
            <a:r>
              <a:rPr lang="zh-CN" altLang="en-US" dirty="0"/>
              <a:t>和</a:t>
            </a:r>
            <a:r>
              <a:rPr lang="en-US" altLang="zh-CN" dirty="0"/>
              <a:t>O-bit</a:t>
            </a:r>
            <a:r>
              <a:rPr lang="zh-CN" altLang="en-US" dirty="0"/>
              <a:t>的配置决定的，实际网络中，需要结合实际场景决定合理的地址配置方式。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50759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655037"/>
      </p:ext>
    </p:extLst>
  </p:cSld>
  <p:clrMapOvr>
    <a:masterClrMapping/>
  </p:clrMapOvr>
  <p:transition advClick="0" advTm="8000"/>
</p:sld>
</file>

<file path=ppt/theme/theme1.xml><?xml version="1.0" encoding="utf-8"?>
<a:theme xmlns:a="http://schemas.openxmlformats.org/drawingml/2006/main" name="自定义设计方案">
  <a:themeElements>
    <a:clrScheme name="自定义 1">
      <a:dk1>
        <a:sysClr val="windowText" lastClr="000000"/>
      </a:dk1>
      <a:lt1>
        <a:sysClr val="window" lastClr="FFFFFF"/>
      </a:lt1>
      <a:dk2>
        <a:srgbClr val="F3FBFE"/>
      </a:dk2>
      <a:lt2>
        <a:srgbClr val="BAE6F6"/>
      </a:lt2>
      <a:accent1>
        <a:srgbClr val="1AABE2"/>
      </a:accent1>
      <a:accent2>
        <a:srgbClr val="EC7061"/>
      </a:accent2>
      <a:accent3>
        <a:srgbClr val="8BC9A0"/>
      </a:accent3>
      <a:accent4>
        <a:srgbClr val="BAE6F6"/>
      </a:accent4>
      <a:accent5>
        <a:srgbClr val="F3FBFE"/>
      </a:accent5>
      <a:accent6>
        <a:srgbClr val="FFD17D"/>
      </a:accent6>
      <a:hlink>
        <a:srgbClr val="FFF2CC"/>
      </a:hlink>
      <a:folHlink>
        <a:srgbClr val="7F7F7F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5B4B712841F4C8A7AAEE2CD191271" ma:contentTypeVersion="1" ma:contentTypeDescription="Create a new document." ma:contentTypeScope="" ma:versionID="fd4f534fc22f1d982cc2e0e62ad2af45">
  <xsd:schema xmlns:xsd="http://www.w3.org/2001/XMLSchema" xmlns:xs="http://www.w3.org/2001/XMLSchema" xmlns:p="http://schemas.microsoft.com/office/2006/metadata/properties" xmlns:ns2="475f1e55-3009-46d8-9566-5d569a2b3a98" targetNamespace="http://schemas.microsoft.com/office/2006/metadata/properties" ma:root="true" ma:fieldsID="1d095aabec1d15598815726bd4b054a7" ns2:_="">
    <xsd:import namespace="475f1e55-3009-46d8-9566-5d569a2b3a9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f1e55-3009-46d8-9566-5d569a2b3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CED478-32D3-4421-89D5-24DB31F6BFE1}">
  <ds:schemaRefs>
    <ds:schemaRef ds:uri="http://schemas.microsoft.com/office/2006/metadata/properties"/>
    <ds:schemaRef ds:uri="http://www.w3.org/2000/xmlns/"/>
  </ds:schemaRefs>
</ds:datastoreItem>
</file>

<file path=customXml/itemProps2.xml><?xml version="1.0" encoding="utf-8"?>
<ds:datastoreItem xmlns:ds="http://schemas.openxmlformats.org/officeDocument/2006/customXml" ds:itemID="{4BCB520D-4C39-4F6B-B06C-7264F98C2F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20A874-D81C-4F90-9F33-38C5ACB2826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75f1e55-3009-46d8-9566-5d569a2b3a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8357</TotalTime>
  <Words>5121</Words>
  <Application>Microsoft Office PowerPoint</Application>
  <PresentationFormat>宽屏</PresentationFormat>
  <Paragraphs>505</Paragraphs>
  <Slides>39</Slides>
  <Notes>39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0" baseType="lpstr">
      <vt:lpstr>自定义设计方案</vt:lpstr>
      <vt:lpstr>PowerPoint 演示文稿</vt:lpstr>
      <vt:lpstr>IPv6地址配置</vt:lpstr>
      <vt:lpstr>PowerPoint 演示文稿</vt:lpstr>
      <vt:lpstr>PowerPoint 演示文稿</vt:lpstr>
      <vt:lpstr>PowerPoint 演示文稿</vt:lpstr>
      <vt:lpstr>IPv6地址配置方式</vt:lpstr>
      <vt:lpstr>IPv6地址自动配置的分类</vt:lpstr>
      <vt:lpstr>PowerPoint 演示文稿</vt:lpstr>
      <vt:lpstr>IPv6地址无状态自动配置过程</vt:lpstr>
      <vt:lpstr>IPv6地址无状态自动配置示例</vt:lpstr>
      <vt:lpstr>RA报文中的Flags字段</vt:lpstr>
      <vt:lpstr>RA报文中的可选信息：地址前缀信息</vt:lpstr>
      <vt:lpstr>RA报文中的可选信息：生存周期</vt:lpstr>
      <vt:lpstr>PowerPoint 演示文稿</vt:lpstr>
      <vt:lpstr>DHCPv6概述</vt:lpstr>
      <vt:lpstr>DHCPv6网络构成</vt:lpstr>
      <vt:lpstr>DHCPv6中的常用概念</vt:lpstr>
      <vt:lpstr>DHCPv6有状态自动配置 - 四步交互</vt:lpstr>
      <vt:lpstr>DHCPv6有状态自动配置 - 两步交互</vt:lpstr>
      <vt:lpstr>地址/前缀租约更新 (1)</vt:lpstr>
      <vt:lpstr>地址/前缀租约更新 (2)</vt:lpstr>
      <vt:lpstr>DHCPv6无状态自动配置</vt:lpstr>
      <vt:lpstr>DHCPv6 PD自动配置</vt:lpstr>
      <vt:lpstr>DHCPv6中继工作过程</vt:lpstr>
      <vt:lpstr>DHCPv6地址确认过程</vt:lpstr>
      <vt:lpstr>DHCPv6地址冲突检测过程</vt:lpstr>
      <vt:lpstr>DHCPv6地址释放过程</vt:lpstr>
      <vt:lpstr>DHCPv6报文总结</vt:lpstr>
      <vt:lpstr>地址自动配置比较</vt:lpstr>
      <vt:lpstr>PowerPoint 演示文稿</vt:lpstr>
      <vt:lpstr>IPv6基本配置 (1)</vt:lpstr>
      <vt:lpstr>IPv6基本配置 (2)</vt:lpstr>
      <vt:lpstr>IPv6地址配置举例 – 静态配置</vt:lpstr>
      <vt:lpstr>IPv6地址配置举例 – 无状态自动配置</vt:lpstr>
      <vt:lpstr>IPv6地址配置举例 – DHCPv6</vt:lpstr>
      <vt:lpstr>IPv6地址自动配置实现 – 结果验证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来宾用户</cp:lastModifiedBy>
  <cp:revision>639</cp:revision>
  <dcterms:created xsi:type="dcterms:W3CDTF">2018-11-29T10:16:29Z</dcterms:created>
  <dcterms:modified xsi:type="dcterms:W3CDTF">2026-05-28T07:39:54Z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(3)yljkPph+qbi+/lfy4KI9OQ/9mKBjYUm3MvvGKbXD2VZpeOqjCkDRTOf9l32U5uJMrRzbV0kc
WRgT/3nNiTYGj4Yk+7guD323XjcAFe0x0cKt046RQqOwjvt+6dScui82HROp8EV2oELvzmrJ
W6d7+MZPhs1g41KhWKeQ6viL+OZRmzfwlZ+1hTvhLFScY7ZSuHaYA+MZQER8zSBQQhYl2ARg
PsmgJHbJZGsskqOKA2</vt:lpwstr>
  </property>
  <property fmtid="{D5CDD505-2E9C-101B-9397-08002B2CF9AE}" pid="3" name="_2015_ms_pID_7253431">
    <vt:lpwstr>3YVA4sJb36LJ+5D6Z1Y6Rsn4SJHaPTX25xdNHcTDH5/iKGzsSN+Cjh
mEiaC4rrO/ZqbdtmEN9wuj+rHl7nDpEPwsp1So986MSihPkK3h+fL4oaTgRvgM+7VSucqv02
YXU3XpDJItFjxEVZJxWy21BgYwSBo/p6PIrMVUWM9VbWI/DbwdPgMcFSaZTfVOeWHLyJX7vZ
TNBGCb3ImAgTMrGWnqKKG/TgKuK3MP8bhESD</vt:lpwstr>
  </property>
  <property fmtid="{D5CDD505-2E9C-101B-9397-08002B2CF9AE}" pid="4" name="_2015_ms_pID_7253432">
    <vt:lpwstr>w4LICuygJaTQNdfwROdIPrM=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1593304835</vt:lpwstr>
  </property>
  <property fmtid="{D5CDD505-2E9C-101B-9397-08002B2CF9AE}" pid="9" name="ContentTypeId">
    <vt:lpwstr>0x01010002C5B4B712841F4C8A7AAEE2CD191271</vt:lpwstr>
  </property>
</Properties>
</file>