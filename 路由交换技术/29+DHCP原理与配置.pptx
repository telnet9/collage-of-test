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273" r:id="rId3"/>
    <p:sldId id="274" r:id="rId5"/>
    <p:sldId id="275" r:id="rId6"/>
    <p:sldId id="276" r:id="rId7"/>
    <p:sldId id="302" r:id="rId8"/>
    <p:sldId id="278" r:id="rId9"/>
    <p:sldId id="279" r:id="rId10"/>
    <p:sldId id="284" r:id="rId11"/>
    <p:sldId id="280" r:id="rId12"/>
    <p:sldId id="304" r:id="rId13"/>
    <p:sldId id="305" r:id="rId14"/>
    <p:sldId id="301" r:id="rId15"/>
    <p:sldId id="283" r:id="rId16"/>
    <p:sldId id="285" r:id="rId17"/>
    <p:sldId id="286" r:id="rId18"/>
    <p:sldId id="288" r:id="rId19"/>
    <p:sldId id="289" r:id="rId20"/>
    <p:sldId id="300" r:id="rId21"/>
    <p:sldId id="290" r:id="rId22"/>
    <p:sldId id="310" r:id="rId23"/>
    <p:sldId id="291" r:id="rId24"/>
    <p:sldId id="292" r:id="rId25"/>
    <p:sldId id="293" r:id="rId26"/>
    <p:sldId id="306" r:id="rId27"/>
    <p:sldId id="294" r:id="rId28"/>
    <p:sldId id="295" r:id="rId29"/>
    <p:sldId id="296" r:id="rId30"/>
    <p:sldId id="308" r:id="rId31"/>
    <p:sldId id="309" r:id="rId32"/>
    <p:sldId id="297" r:id="rId33"/>
    <p:sldId id="298" r:id="rId34"/>
  </p:sldIdLst>
  <p:sldSz cx="12192000" cy="6858000"/>
  <p:notesSz cx="6797675" cy="992632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yueyuezjhw" initials="l" lastIdx="130" clrIdx="0"/>
  <p:cmAuthor id="2" name="chenjianyuanzjhw" initials="c" lastIdx="8" clrIdx="1"/>
  <p:cmAuthor id="3" name="hejunjianzjhw" initials="h" lastIdx="28" clrIdx="2"/>
  <p:cmAuthor id="4" name="Jiangshan (Jasonjs)" initials="J(" lastIdx="28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061"/>
    <a:srgbClr val="00B0F0"/>
    <a:srgbClr val="99DFF9"/>
    <a:srgbClr val="F4FBFE"/>
    <a:srgbClr val="FFD17D"/>
    <a:srgbClr val="BDE7F6"/>
    <a:srgbClr val="F3FBFE"/>
    <a:srgbClr val="FFF2CC"/>
    <a:srgbClr val="151515"/>
    <a:srgbClr val="C7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432" autoAdjust="0"/>
  </p:normalViewPr>
  <p:slideViewPr>
    <p:cSldViewPr snapToGrid="0" snapToObjects="1">
      <p:cViewPr varScale="1">
        <p:scale>
          <a:sx n="66" d="100"/>
          <a:sy n="66" d="100"/>
        </p:scale>
        <p:origin x="48" y="72"/>
      </p:cViewPr>
      <p:guideLst>
        <p:guide pos="3885"/>
        <p:guide orient="horz" pos="23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2" d="100"/>
          <a:sy n="52" d="100"/>
        </p:scale>
        <p:origin x="2958" y="90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2437" y="779463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2437" y="4596397"/>
            <a:ext cx="5932800" cy="5108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539750" indent="-179705" algn="l" defTabSz="1219200" rtl="0" eaLnBrk="1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99795" indent="-179705" algn="l" defTabSz="1219200" rtl="0" eaLnBrk="1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59840" indent="-179705" algn="l" defTabSz="1219200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19885" indent="-179705" algn="l" defTabSz="1219200" rtl="0" eaLnBrk="1" latinLnBrk="0" hangingPunct="1">
      <a:lnSpc>
        <a:spcPct val="125000"/>
      </a:lnSpc>
      <a:spcAft>
        <a:spcPts val="600"/>
      </a:spcAft>
      <a:buFont typeface="Huawei Sans" panose="020C0503030203020204" pitchFamily="34" charset="0"/>
      <a:buChar char="~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手工配置主机</a:t>
            </a:r>
            <a:r>
              <a:rPr lang="en-US" altLang="zh-CN"/>
              <a:t>IP</a:t>
            </a:r>
            <a:r>
              <a:rPr lang="zh-CN" altLang="en-US"/>
              <a:t>地址、网络掩码、网关地址、</a:t>
            </a:r>
            <a:r>
              <a:rPr lang="en-US" altLang="zh-CN"/>
              <a:t>DNS</a:t>
            </a:r>
            <a:r>
              <a:rPr lang="zh-CN" altLang="en-US" dirty="0"/>
              <a:t>服务器地址等网络参数时，需要经过</a:t>
            </a:r>
            <a:r>
              <a:rPr lang="zh-CN" altLang="en-US"/>
              <a:t>地址规划、地址分配、地址配置、地址</a:t>
            </a:r>
            <a:r>
              <a:rPr lang="zh-CN" altLang="en-US" dirty="0"/>
              <a:t>维护等复杂的</a:t>
            </a:r>
            <a:r>
              <a:rPr lang="zh-CN" altLang="en-US"/>
              <a:t>操作流程。这使</a:t>
            </a:r>
            <a:r>
              <a:rPr lang="zh-CN" altLang="en-US" dirty="0"/>
              <a:t>地址分配灵活性差，</a:t>
            </a:r>
            <a:r>
              <a:rPr lang="en-US" altLang="zh-CN" dirty="0"/>
              <a:t>IP</a:t>
            </a:r>
            <a:r>
              <a:rPr lang="zh-CN" altLang="en-US" dirty="0"/>
              <a:t>地址资源利用低，同时较大的工作量导致配置容易出错，对人员素质要求较高。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网络终端设备，例如主机、打印机、笔记本电脑、手机和</a:t>
            </a:r>
            <a:r>
              <a:rPr lang="en-US" altLang="zh-CN" dirty="0"/>
              <a:t>AP</a:t>
            </a:r>
            <a:r>
              <a:rPr lang="zh-CN" altLang="en-US" dirty="0"/>
              <a:t>，作为</a:t>
            </a:r>
            <a:r>
              <a:rPr lang="en-US" altLang="zh-CN" dirty="0"/>
              <a:t>DHCP</a:t>
            </a:r>
            <a:r>
              <a:rPr lang="zh-CN" altLang="en-US" dirty="0"/>
              <a:t>客户端，向</a:t>
            </a:r>
            <a:r>
              <a:rPr lang="en-US" altLang="zh-CN" dirty="0"/>
              <a:t>DHCP</a:t>
            </a:r>
            <a:r>
              <a:rPr lang="zh-CN" altLang="en-US" dirty="0"/>
              <a:t>服务器请求分配相关</a:t>
            </a:r>
            <a:r>
              <a:rPr lang="zh-CN" altLang="en-US"/>
              <a:t>网络参数。</a:t>
            </a:r>
            <a:r>
              <a:rPr lang="en-US" altLang="zh-CN"/>
              <a:t>DHCP</a:t>
            </a:r>
            <a:r>
              <a:rPr lang="zh-CN" altLang="en-US" dirty="0"/>
              <a:t>服务器响应</a:t>
            </a:r>
            <a:r>
              <a:rPr lang="en-US" altLang="zh-CN" dirty="0"/>
              <a:t>DHCP</a:t>
            </a:r>
            <a:r>
              <a:rPr lang="zh-CN" altLang="en-US" dirty="0"/>
              <a:t>客户端请求进行动态分配。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zh-CN" altLang="en-US" dirty="0"/>
              <a:t>确认阶段，两种情况可能出现</a:t>
            </a:r>
            <a:r>
              <a:rPr lang="en-US" altLang="zh-CN" dirty="0"/>
              <a:t>IP</a:t>
            </a:r>
            <a:r>
              <a:rPr lang="zh-CN" altLang="en-US" dirty="0"/>
              <a:t>地址的冲突：</a:t>
            </a:r>
            <a:endParaRPr lang="en-US" altLang="zh-CN" dirty="0"/>
          </a:p>
          <a:p>
            <a:pPr lvl="1"/>
            <a:r>
              <a:rPr lang="en-US" altLang="zh-CN" dirty="0"/>
              <a:t>DHCP</a:t>
            </a:r>
            <a:r>
              <a:rPr lang="zh-CN" altLang="en-US" dirty="0"/>
              <a:t>服务器收到</a:t>
            </a:r>
            <a:r>
              <a:rPr lang="en-US" altLang="zh-CN" dirty="0"/>
              <a:t>DHCP DISCOVER</a:t>
            </a:r>
            <a:r>
              <a:rPr lang="zh-CN" altLang="en-US" dirty="0"/>
              <a:t>报文时，给客户端分配</a:t>
            </a:r>
            <a:r>
              <a:rPr lang="en-US" altLang="zh-CN" dirty="0"/>
              <a:t>IP</a:t>
            </a:r>
            <a:r>
              <a:rPr lang="zh-CN" altLang="en-US" dirty="0"/>
              <a:t>地址前会发送</a:t>
            </a:r>
            <a:r>
              <a:rPr lang="en-US" altLang="zh-CN" dirty="0"/>
              <a:t>Ping</a:t>
            </a:r>
            <a:r>
              <a:rPr lang="zh-CN" altLang="en-US" dirty="0"/>
              <a:t>探测，如果能</a:t>
            </a:r>
            <a:r>
              <a:rPr lang="en-US" altLang="zh-CN" dirty="0"/>
              <a:t>Ping</a:t>
            </a:r>
            <a:r>
              <a:rPr lang="zh-CN" altLang="en-US" dirty="0"/>
              <a:t>通则标识该地址不可用，并选择其他</a:t>
            </a:r>
            <a:r>
              <a:rPr lang="en-US" altLang="zh-CN" dirty="0"/>
              <a:t>IP</a:t>
            </a:r>
            <a:r>
              <a:rPr lang="zh-CN" altLang="en-US" dirty="0"/>
              <a:t>地址分配给客户端。</a:t>
            </a:r>
            <a:endParaRPr lang="zh-CN" altLang="en-US" dirty="0"/>
          </a:p>
          <a:p>
            <a:pPr lvl="1"/>
            <a:r>
              <a:rPr lang="en-US" altLang="zh-CN" dirty="0"/>
              <a:t>DHCP</a:t>
            </a:r>
            <a:r>
              <a:rPr lang="zh-CN" altLang="en-US" dirty="0"/>
              <a:t>客户端获取</a:t>
            </a:r>
            <a:r>
              <a:rPr lang="en-US" altLang="zh-CN" dirty="0"/>
              <a:t>IP</a:t>
            </a:r>
            <a:r>
              <a:rPr lang="zh-CN" altLang="en-US" dirty="0"/>
              <a:t>地址成功后，会立即发送免费</a:t>
            </a:r>
            <a:r>
              <a:rPr lang="en-US" altLang="zh-CN" dirty="0"/>
              <a:t>ARP</a:t>
            </a:r>
            <a:r>
              <a:rPr lang="zh-CN" altLang="en-US" dirty="0"/>
              <a:t>报文，如果收到响应，则发送</a:t>
            </a:r>
            <a:r>
              <a:rPr lang="en-US" altLang="zh-CN" dirty="0"/>
              <a:t>DHCP DECLINE</a:t>
            </a:r>
            <a:r>
              <a:rPr lang="zh-CN" altLang="en-US" dirty="0"/>
              <a:t>报文通知</a:t>
            </a:r>
            <a:r>
              <a:rPr lang="en-US" altLang="zh-CN" dirty="0"/>
              <a:t>DHCP</a:t>
            </a:r>
            <a:r>
              <a:rPr lang="zh-CN" altLang="en-US" dirty="0"/>
              <a:t>服务器该</a:t>
            </a:r>
            <a:r>
              <a:rPr lang="en-US" altLang="zh-CN" dirty="0"/>
              <a:t>IP</a:t>
            </a:r>
            <a:r>
              <a:rPr lang="zh-CN" altLang="en-US" dirty="0"/>
              <a:t>地址冲突，</a:t>
            </a:r>
            <a:r>
              <a:rPr lang="en-US" altLang="zh-CN" dirty="0"/>
              <a:t>DHCP</a:t>
            </a:r>
            <a:r>
              <a:rPr lang="zh-CN" altLang="en-US" dirty="0"/>
              <a:t>服务器标识该地址不可用，客户端发送</a:t>
            </a:r>
            <a:r>
              <a:rPr lang="en-US" altLang="zh-CN" dirty="0"/>
              <a:t>DHCP DISCOVER</a:t>
            </a:r>
            <a:r>
              <a:rPr lang="zh-CN" altLang="en-US" dirty="0"/>
              <a:t>报文重新申请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Htype</a:t>
            </a:r>
            <a:r>
              <a:rPr lang="en-US" altLang="zh-CN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dirty="0"/>
              <a:t>（</a:t>
            </a:r>
            <a:r>
              <a:rPr lang="en-US" altLang="zh-CN" dirty="0"/>
              <a:t>hardware type</a:t>
            </a:r>
            <a:r>
              <a:rPr lang="zh-CN" altLang="en-US" dirty="0"/>
              <a:t>）</a:t>
            </a:r>
            <a:r>
              <a:rPr lang="en-US" altLang="zh-CN" dirty="0"/>
              <a:t>: </a:t>
            </a:r>
            <a:r>
              <a:rPr lang="zh-CN" altLang="en-US" dirty="0"/>
              <a:t>表示硬件地址的类型。</a:t>
            </a:r>
            <a:endParaRPr lang="en-US" altLang="zh-CN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Hlen</a:t>
            </a:r>
            <a:r>
              <a:rPr lang="zh-CN" altLang="en-US" dirty="0"/>
              <a:t>（</a:t>
            </a:r>
            <a:r>
              <a:rPr lang="en-US" altLang="zh-CN" dirty="0"/>
              <a:t>hardware length</a:t>
            </a:r>
            <a:r>
              <a:rPr lang="zh-CN" altLang="en-US" dirty="0"/>
              <a:t>）</a:t>
            </a:r>
            <a:r>
              <a:rPr lang="en-US" altLang="zh-CN" dirty="0"/>
              <a:t>: </a:t>
            </a:r>
            <a:r>
              <a:rPr lang="zh-CN" altLang="en-US" dirty="0"/>
              <a:t>表示硬件地址的长度。</a:t>
            </a:r>
            <a:endParaRPr lang="en-US" altLang="zh-CN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Hops</a:t>
            </a:r>
            <a:r>
              <a:rPr lang="zh-CN" altLang="en-US" dirty="0"/>
              <a:t>（</a:t>
            </a:r>
            <a:r>
              <a:rPr lang="en-US" altLang="zh-CN" dirty="0"/>
              <a:t>hops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en-US" altLang="zh-CN" baseline="0" dirty="0"/>
              <a:t> </a:t>
            </a:r>
            <a:r>
              <a:rPr lang="zh-CN" altLang="en-US" dirty="0"/>
              <a:t>表示当前</a:t>
            </a:r>
            <a:r>
              <a:rPr lang="en-US" altLang="zh-CN" dirty="0"/>
              <a:t>DHCP</a:t>
            </a:r>
            <a:r>
              <a:rPr lang="zh-CN" altLang="en-US" dirty="0"/>
              <a:t>报文经过的</a:t>
            </a:r>
            <a:r>
              <a:rPr lang="en-US" altLang="zh-CN" dirty="0"/>
              <a:t>DHCP Relay</a:t>
            </a:r>
            <a:r>
              <a:rPr lang="zh-CN" altLang="en-US" dirty="0"/>
              <a:t>数目。该字段由客户端设置为</a:t>
            </a:r>
            <a:r>
              <a:rPr lang="en-US" altLang="zh-CN" dirty="0"/>
              <a:t>0</a:t>
            </a:r>
            <a:r>
              <a:rPr lang="zh-CN" altLang="en-US" dirty="0"/>
              <a:t>，每经过一个</a:t>
            </a:r>
            <a:r>
              <a:rPr lang="en-US" altLang="zh-CN" dirty="0"/>
              <a:t>DHCP Relay</a:t>
            </a:r>
            <a:r>
              <a:rPr lang="zh-CN" altLang="en-US" dirty="0"/>
              <a:t>时，该字段加</a:t>
            </a:r>
            <a:r>
              <a:rPr lang="en-US" altLang="zh-CN" dirty="0"/>
              <a:t>1</a:t>
            </a:r>
            <a:r>
              <a:rPr lang="zh-CN" altLang="en-US" dirty="0"/>
              <a:t>。此字段的作用是限制</a:t>
            </a:r>
            <a:r>
              <a:rPr lang="en-US" altLang="zh-CN" dirty="0"/>
              <a:t>DHCP</a:t>
            </a:r>
            <a:r>
              <a:rPr lang="zh-CN" altLang="en-US" dirty="0"/>
              <a:t>报文所经过的</a:t>
            </a:r>
            <a:r>
              <a:rPr lang="en-US" altLang="zh-CN" dirty="0"/>
              <a:t>DHCP Relay</a:t>
            </a:r>
            <a:r>
              <a:rPr lang="zh-CN" altLang="en-US" dirty="0"/>
              <a:t>数目。</a:t>
            </a:r>
            <a:endParaRPr lang="en-US" altLang="zh-CN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Xid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：表示</a:t>
            </a:r>
            <a:r>
              <a:rPr lang="en-US" altLang="zh-CN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客户端选取的随机数，使</a:t>
            </a:r>
            <a:r>
              <a:rPr lang="en-US" altLang="zh-CN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服务器的回复与</a:t>
            </a:r>
            <a:r>
              <a:rPr lang="en-US" altLang="zh-CN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1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客户端的报文相关联。</a:t>
            </a:r>
            <a:endParaRPr lang="en-US" altLang="zh-CN" sz="11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Sname</a:t>
            </a:r>
            <a:r>
              <a:rPr lang="zh-CN" altLang="en-US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dirty="0"/>
              <a:t>server host name</a:t>
            </a:r>
            <a:r>
              <a:rPr lang="zh-CN" altLang="en-US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  <a:r>
              <a:rPr lang="en-US" altLang="zh-CN" dirty="0"/>
              <a:t>: </a:t>
            </a:r>
            <a:r>
              <a:rPr lang="zh-CN" altLang="en-US" dirty="0"/>
              <a:t>表示客户端获取配置信息的服务器名字。此字段由</a:t>
            </a:r>
            <a:r>
              <a:rPr lang="en-US" altLang="zh-CN" dirty="0"/>
              <a:t>DHCP</a:t>
            </a:r>
            <a:r>
              <a:rPr lang="zh-CN" altLang="en-US" dirty="0"/>
              <a:t>服务器填写，是可选的。如果填写，必须是一个以</a:t>
            </a:r>
            <a:r>
              <a:rPr lang="en-US" altLang="zh-CN" dirty="0"/>
              <a:t>0</a:t>
            </a:r>
            <a:r>
              <a:rPr lang="zh-CN" altLang="en-US" dirty="0"/>
              <a:t>结尾的字符串。</a:t>
            </a:r>
            <a:endParaRPr lang="zh-CN" altLang="en-US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File</a:t>
            </a:r>
            <a:r>
              <a:rPr lang="zh-CN" altLang="en-US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dirty="0"/>
              <a:t>file name</a:t>
            </a:r>
            <a:r>
              <a:rPr lang="zh-CN" altLang="en-US" sz="11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  <a:r>
              <a:rPr lang="en-US" altLang="zh-CN" dirty="0"/>
              <a:t>: </a:t>
            </a:r>
            <a:r>
              <a:rPr lang="zh-CN" altLang="en-US" dirty="0"/>
              <a:t>表示客户端启动</a:t>
            </a:r>
            <a:r>
              <a:rPr lang="en-US" altLang="zh-CN" dirty="0"/>
              <a:t>DHCP</a:t>
            </a:r>
            <a:r>
              <a:rPr lang="zh-CN" altLang="en-US" dirty="0"/>
              <a:t>相关配置的文件名。此字段由</a:t>
            </a:r>
            <a:r>
              <a:rPr lang="en-US" altLang="zh-CN" dirty="0"/>
              <a:t>DHCP</a:t>
            </a:r>
            <a:r>
              <a:rPr lang="zh-CN" altLang="en-US" dirty="0"/>
              <a:t>服务器填写，随着</a:t>
            </a:r>
            <a:r>
              <a:rPr lang="en-US" altLang="zh-CN" dirty="0"/>
              <a:t>DHCP</a:t>
            </a:r>
            <a:r>
              <a:rPr lang="zh-CN" altLang="en-US" dirty="0"/>
              <a:t>地址分配的同时下发至客户端。本字段是可选的，如果填写，必须是一个以</a:t>
            </a:r>
            <a:r>
              <a:rPr lang="en-US" altLang="zh-CN" dirty="0"/>
              <a:t>0</a:t>
            </a:r>
            <a:r>
              <a:rPr lang="zh-CN" altLang="en-US" dirty="0"/>
              <a:t>结尾的字符串。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1-DHCP DISCOVER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客户端首次登录网络时进行</a:t>
            </a:r>
            <a:r>
              <a:rPr lang="en-US" altLang="zh-CN" dirty="0"/>
              <a:t>DHCP</a:t>
            </a:r>
            <a:r>
              <a:rPr lang="zh-CN" altLang="en-US" dirty="0"/>
              <a:t>交互过程发送的第一个消息，用来寻找</a:t>
            </a:r>
            <a:r>
              <a:rPr lang="en-US" altLang="zh-CN" dirty="0"/>
              <a:t>DHCP</a:t>
            </a:r>
            <a:r>
              <a:rPr lang="zh-CN" altLang="en-US" dirty="0"/>
              <a:t>服务器。</a:t>
            </a:r>
            <a:endParaRPr lang="en-US" altLang="zh-CN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dirty="0"/>
              <a:t>2-DHCP OFFER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服务器用来响应</a:t>
            </a:r>
            <a:r>
              <a:rPr lang="en-US" altLang="zh-CN" dirty="0"/>
              <a:t>DHCP DISCOVER</a:t>
            </a:r>
            <a:r>
              <a:rPr lang="zh-CN" altLang="en-US" dirty="0"/>
              <a:t>消息，此消息携带了各种配置信息。	</a:t>
            </a:r>
            <a:endParaRPr lang="zh-CN" altLang="en-US" dirty="0"/>
          </a:p>
          <a:p>
            <a:r>
              <a:rPr lang="en-US" altLang="zh-CN" dirty="0"/>
              <a:t>3-DHCP REQUEST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客户端广播请求回应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r>
              <a:rPr lang="en-US" altLang="zh-CN" dirty="0"/>
              <a:t>OFFER</a:t>
            </a:r>
            <a:r>
              <a:rPr lang="zh-CN" altLang="en-US" dirty="0"/>
              <a:t>消息；</a:t>
            </a:r>
            <a:r>
              <a:rPr lang="en-US" altLang="zh-CN" dirty="0"/>
              <a:t>DHCP</a:t>
            </a:r>
            <a:r>
              <a:rPr lang="zh-CN" altLang="en-US" baseline="0" dirty="0"/>
              <a:t>客户端重启广播确认之前的</a:t>
            </a:r>
            <a:r>
              <a:rPr lang="en-US" altLang="zh-CN" baseline="0" dirty="0"/>
              <a:t>IP</a:t>
            </a:r>
            <a:r>
              <a:rPr lang="zh-CN" altLang="en-US" baseline="0" dirty="0"/>
              <a:t>地址等配置信息；续租。</a:t>
            </a:r>
            <a:endParaRPr lang="en-US" altLang="zh-CN" dirty="0"/>
          </a:p>
          <a:p>
            <a:r>
              <a:rPr lang="en-US" altLang="zh-CN" dirty="0"/>
              <a:t>4-DHCP DECLINE</a:t>
            </a:r>
            <a:r>
              <a:rPr lang="zh-CN" altLang="en-US" dirty="0"/>
              <a:t>：当客户端发现服务器分配给它的</a:t>
            </a:r>
            <a:r>
              <a:rPr lang="en-US" altLang="zh-CN" dirty="0"/>
              <a:t>IP</a:t>
            </a:r>
            <a:r>
              <a:rPr lang="zh-CN" altLang="en-US" dirty="0"/>
              <a:t>地址发生冲突时会通过发送此消息来通知服务器。</a:t>
            </a:r>
            <a:endParaRPr lang="en-US" altLang="zh-CN" dirty="0"/>
          </a:p>
          <a:p>
            <a:r>
              <a:rPr lang="en-US" altLang="zh-CN" dirty="0"/>
              <a:t>5-DHCP ACK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服务器对客户端的</a:t>
            </a:r>
            <a:r>
              <a:rPr lang="en-US" altLang="zh-CN" dirty="0"/>
              <a:t>DHCP REQUEST</a:t>
            </a:r>
            <a:r>
              <a:rPr lang="zh-CN" altLang="en-US" dirty="0"/>
              <a:t>消息的确认响应消息。</a:t>
            </a:r>
            <a:endParaRPr lang="en-US" altLang="zh-CN" dirty="0"/>
          </a:p>
          <a:p>
            <a:r>
              <a:rPr lang="en-US" altLang="zh-CN" dirty="0"/>
              <a:t>6-DHCP NAK</a:t>
            </a:r>
            <a:r>
              <a:rPr lang="zh-CN" altLang="en-US" dirty="0"/>
              <a:t>：服务器对客户端的</a:t>
            </a:r>
            <a:r>
              <a:rPr lang="en-US" altLang="zh-CN" dirty="0"/>
              <a:t>DHCP REQUEST</a:t>
            </a:r>
            <a:r>
              <a:rPr lang="zh-CN" altLang="en-US" dirty="0"/>
              <a:t>消息的拒绝响应消息。</a:t>
            </a:r>
            <a:endParaRPr lang="en-US" altLang="zh-CN" dirty="0"/>
          </a:p>
          <a:p>
            <a:r>
              <a:rPr lang="en-US" altLang="zh-CN" dirty="0"/>
              <a:t>7-DHCP RELEASE</a:t>
            </a:r>
            <a:r>
              <a:rPr lang="zh-CN" altLang="en-US" dirty="0"/>
              <a:t>：客户端可通过发送此消息主动释放服务器分配给它的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en-US" altLang="zh-CN" dirty="0"/>
          </a:p>
          <a:p>
            <a:r>
              <a:rPr lang="en-US" altLang="zh-CN" dirty="0"/>
              <a:t>8-DHCP INFORM</a:t>
            </a:r>
            <a:r>
              <a:rPr lang="zh-CN" altLang="en-US" dirty="0"/>
              <a:t>：</a:t>
            </a:r>
            <a:r>
              <a:rPr lang="en-US" altLang="zh-CN" dirty="0"/>
              <a:t>DHCP</a:t>
            </a:r>
            <a:r>
              <a:rPr lang="zh-CN" altLang="en-US" dirty="0"/>
              <a:t>客户端获取</a:t>
            </a:r>
            <a:r>
              <a:rPr lang="en-US" altLang="zh-CN" dirty="0"/>
              <a:t>IP</a:t>
            </a:r>
            <a:r>
              <a:rPr lang="zh-CN" altLang="en-US" dirty="0"/>
              <a:t>地址后，如果需要向</a:t>
            </a:r>
            <a:r>
              <a:rPr lang="en-US" altLang="zh-CN" dirty="0"/>
              <a:t>DHCP</a:t>
            </a:r>
            <a:r>
              <a:rPr lang="zh-CN" altLang="en-US" dirty="0"/>
              <a:t>服务器获取更为详细的配置信息（网关地址、</a:t>
            </a:r>
            <a:r>
              <a:rPr lang="en-US" altLang="zh-CN" dirty="0"/>
              <a:t>DNS</a:t>
            </a:r>
            <a:r>
              <a:rPr lang="zh-CN" altLang="en-US" dirty="0"/>
              <a:t>服务器地址），则向</a:t>
            </a:r>
            <a:r>
              <a:rPr lang="en-US" altLang="zh-CN" dirty="0"/>
              <a:t>DHCP</a:t>
            </a:r>
            <a:r>
              <a:rPr lang="zh-CN" altLang="en-US" dirty="0"/>
              <a:t>服务器发送</a:t>
            </a:r>
            <a:r>
              <a:rPr lang="en-US" altLang="zh-CN" dirty="0"/>
              <a:t>DHCP</a:t>
            </a:r>
            <a:r>
              <a:rPr lang="en-US" altLang="zh-CN" baseline="0" dirty="0"/>
              <a:t> </a:t>
            </a:r>
            <a:r>
              <a:rPr lang="en-US" altLang="zh-CN" dirty="0"/>
              <a:t>INFORM</a:t>
            </a:r>
            <a:r>
              <a:rPr lang="zh-CN" altLang="en-US" dirty="0"/>
              <a:t>请求消息。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目前</a:t>
            </a:r>
            <a:r>
              <a:rPr lang="en-US" altLang="zh-CN" dirty="0"/>
              <a:t>option 82</a:t>
            </a:r>
            <a:r>
              <a:rPr lang="zh-CN" altLang="en-US" dirty="0"/>
              <a:t>中常用的</a:t>
            </a:r>
            <a:r>
              <a:rPr lang="en-US" altLang="zh-CN" dirty="0"/>
              <a:t>Sub-Option</a:t>
            </a:r>
            <a:r>
              <a:rPr lang="zh-CN" altLang="en-US" dirty="0"/>
              <a:t>如下：</a:t>
            </a:r>
            <a:endParaRPr lang="en-US" altLang="zh-CN" dirty="0"/>
          </a:p>
          <a:p>
            <a:pPr lvl="1"/>
            <a:r>
              <a:rPr lang="en-US" altLang="zh-CN" dirty="0"/>
              <a:t>Sub-Option 1</a:t>
            </a:r>
            <a:r>
              <a:rPr lang="zh-CN" altLang="en-US" dirty="0"/>
              <a:t>：为代理电路</a:t>
            </a:r>
            <a:r>
              <a:rPr lang="en-US" altLang="zh-CN" dirty="0"/>
              <a:t>id</a:t>
            </a:r>
            <a:r>
              <a:rPr lang="zh-CN" altLang="en-US" dirty="0"/>
              <a:t>（即</a:t>
            </a:r>
            <a:r>
              <a:rPr lang="en-US" altLang="zh-CN" dirty="0"/>
              <a:t>circuit id</a:t>
            </a:r>
            <a:r>
              <a:rPr lang="zh-CN" altLang="en-US" dirty="0"/>
              <a:t>）子项。子选项</a:t>
            </a:r>
            <a:r>
              <a:rPr lang="zh-CN" altLang="en-US"/>
              <a:t>通常在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zh-CN" altLang="en-US" dirty="0"/>
              <a:t>设备上配置，定义了在传输报文的时候</a:t>
            </a:r>
            <a:r>
              <a:rPr lang="zh-CN" altLang="en-US"/>
              <a:t>要携带</a:t>
            </a:r>
            <a:r>
              <a:rPr lang="en-US" altLang="zh-CN"/>
              <a:t>DHCP</a:t>
            </a:r>
            <a:r>
              <a:rPr lang="zh-CN" altLang="en-US"/>
              <a:t>客户端</a:t>
            </a:r>
            <a:r>
              <a:rPr lang="zh-CN" altLang="en-US" dirty="0"/>
              <a:t>所连接交换机端口的</a:t>
            </a:r>
            <a:r>
              <a:rPr lang="en-US" altLang="zh-CN" dirty="0" err="1"/>
              <a:t>vlan</a:t>
            </a:r>
            <a:r>
              <a:rPr lang="en-US" altLang="zh-CN" dirty="0"/>
              <a:t>-id</a:t>
            </a:r>
            <a:r>
              <a:rPr lang="zh-CN" altLang="en-US" dirty="0"/>
              <a:t>及二层端口号。通常</a:t>
            </a:r>
            <a:r>
              <a:rPr lang="en-US" altLang="zh-CN" dirty="0"/>
              <a:t>Sub-Option 1</a:t>
            </a:r>
            <a:r>
              <a:rPr lang="zh-CN" altLang="en-US" dirty="0"/>
              <a:t>与</a:t>
            </a:r>
            <a:r>
              <a:rPr lang="en-US" altLang="zh-CN" dirty="0"/>
              <a:t>Sub-Option 2</a:t>
            </a:r>
            <a:r>
              <a:rPr lang="zh-CN" altLang="en-US" dirty="0"/>
              <a:t>子选项要共同使用</a:t>
            </a:r>
            <a:r>
              <a:rPr lang="zh-CN" altLang="en-US"/>
              <a:t>来标识</a:t>
            </a:r>
            <a:r>
              <a:rPr lang="en-US" altLang="zh-CN"/>
              <a:t>DHCP</a:t>
            </a:r>
            <a:r>
              <a:rPr lang="zh-CN" altLang="en-US"/>
              <a:t>源</a:t>
            </a:r>
            <a:r>
              <a:rPr lang="zh-CN" altLang="en-US" dirty="0"/>
              <a:t>端的信息。 </a:t>
            </a:r>
            <a:endParaRPr lang="en-US" altLang="zh-CN" dirty="0"/>
          </a:p>
          <a:p>
            <a:pPr lvl="1"/>
            <a:r>
              <a:rPr lang="en-US" altLang="zh-CN" dirty="0"/>
              <a:t>Sub-Option 2</a:t>
            </a:r>
            <a:r>
              <a:rPr lang="zh-CN" altLang="en-US" dirty="0"/>
              <a:t>：代理远程</a:t>
            </a:r>
            <a:r>
              <a:rPr lang="en-US" altLang="zh-CN" dirty="0"/>
              <a:t>id</a:t>
            </a:r>
            <a:r>
              <a:rPr lang="zh-CN" altLang="en-US" dirty="0"/>
              <a:t>（即</a:t>
            </a:r>
            <a:r>
              <a:rPr lang="en-US" altLang="zh-CN" dirty="0"/>
              <a:t>remote id</a:t>
            </a:r>
            <a:r>
              <a:rPr lang="zh-CN" altLang="en-US" dirty="0"/>
              <a:t>）子项。该子选项也</a:t>
            </a:r>
            <a:r>
              <a:rPr lang="zh-CN" altLang="en-US"/>
              <a:t>通常在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zh-CN" altLang="en-US" dirty="0"/>
              <a:t>设备上配置，定义了在传输报文的时候要携带中继设备的</a:t>
            </a:r>
            <a:r>
              <a:rPr lang="en-US" altLang="zh-CN" dirty="0"/>
              <a:t>mac</a:t>
            </a:r>
            <a:r>
              <a:rPr lang="zh-CN" altLang="en-US" dirty="0"/>
              <a:t>地址信息。</a:t>
            </a:r>
            <a:endParaRPr lang="en-US" altLang="zh-CN" dirty="0"/>
          </a:p>
          <a:p>
            <a:pPr lvl="1"/>
            <a:r>
              <a:rPr lang="zh-CN" altLang="en-US" dirty="0"/>
              <a:t>和</a:t>
            </a:r>
            <a:r>
              <a:rPr lang="en-US" altLang="zh-CN" dirty="0"/>
              <a:t>Sub-Option 5</a:t>
            </a:r>
            <a:r>
              <a:rPr lang="zh-CN" altLang="en-US" dirty="0"/>
              <a:t>：为链路选择（</a:t>
            </a:r>
            <a:r>
              <a:rPr lang="en-US" altLang="zh-CN" dirty="0"/>
              <a:t>link selection</a:t>
            </a:r>
            <a:r>
              <a:rPr lang="zh-CN" altLang="en-US" dirty="0"/>
              <a:t>）子项，该选项中</a:t>
            </a:r>
            <a:r>
              <a:rPr lang="zh-CN" altLang="en-US"/>
              <a:t>包含了</a:t>
            </a:r>
            <a:r>
              <a:rPr lang="en-US" altLang="zh-CN"/>
              <a:t>DHCP</a:t>
            </a:r>
            <a:r>
              <a:rPr lang="zh-CN" altLang="en-US"/>
              <a:t>中继</a:t>
            </a:r>
            <a:r>
              <a:rPr lang="zh-CN" altLang="en-US" dirty="0"/>
              <a:t>添加的</a:t>
            </a:r>
            <a:r>
              <a:rPr lang="en-US" altLang="zh-CN" dirty="0" err="1"/>
              <a:t>ip</a:t>
            </a:r>
            <a:r>
              <a:rPr lang="zh-CN" altLang="en-US" dirty="0"/>
              <a:t>地址</a:t>
            </a:r>
            <a:r>
              <a:rPr lang="zh-CN" altLang="en-US"/>
              <a:t>。这样</a:t>
            </a:r>
            <a:r>
              <a:rPr lang="en-US" altLang="zh-CN"/>
              <a:t>DHCP </a:t>
            </a:r>
            <a:r>
              <a:rPr lang="en-US" altLang="zh-CN" dirty="0"/>
              <a:t>server</a:t>
            </a:r>
            <a:r>
              <a:rPr lang="zh-CN" altLang="en-US" dirty="0"/>
              <a:t>在分配</a:t>
            </a:r>
            <a:r>
              <a:rPr lang="en-US" altLang="zh-CN" dirty="0" err="1"/>
              <a:t>ip</a:t>
            </a:r>
            <a:r>
              <a:rPr lang="zh-CN" altLang="en-US"/>
              <a:t>地址给</a:t>
            </a:r>
            <a:r>
              <a:rPr lang="en-US" altLang="zh-CN"/>
              <a:t>DHCP</a:t>
            </a:r>
            <a:r>
              <a:rPr lang="zh-CN" altLang="en-US"/>
              <a:t>客户端</a:t>
            </a:r>
            <a:r>
              <a:rPr lang="zh-CN" altLang="en-US" dirty="0"/>
              <a:t>的时候就可以分配与该地址同网段的</a:t>
            </a:r>
            <a:r>
              <a:rPr lang="en-US" altLang="zh-CN" dirty="0" err="1"/>
              <a:t>ip</a:t>
            </a:r>
            <a:r>
              <a:rPr lang="zh-CN" altLang="en-US" dirty="0"/>
              <a:t>地址。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DHCP</a:t>
            </a:r>
            <a:r>
              <a:rPr lang="zh-CN" altLang="en-US" dirty="0"/>
              <a:t>服务器给每个分配给客户端的</a:t>
            </a:r>
            <a:r>
              <a:rPr lang="en-US" altLang="zh-CN" dirty="0"/>
              <a:t>IP</a:t>
            </a:r>
            <a:r>
              <a:rPr lang="zh-CN" altLang="en-US" dirty="0"/>
              <a:t>地址定义一个使用期限，该使用期限被称为租期。在租期到期前，</a:t>
            </a:r>
            <a:r>
              <a:rPr lang="en-US" altLang="zh-CN" dirty="0"/>
              <a:t>DHCP</a:t>
            </a:r>
            <a:r>
              <a:rPr lang="zh-CN" altLang="en-US" dirty="0"/>
              <a:t>客户端如果仍需要使用该</a:t>
            </a:r>
            <a:r>
              <a:rPr lang="en-US" altLang="zh-CN" dirty="0"/>
              <a:t>IP</a:t>
            </a:r>
            <a:r>
              <a:rPr lang="zh-CN" altLang="en-US" dirty="0"/>
              <a:t>地址，可以请求延长租期；如果不需要，可以主动释放该</a:t>
            </a:r>
            <a:r>
              <a:rPr lang="en-US" altLang="zh-CN" dirty="0"/>
              <a:t>IP</a:t>
            </a:r>
            <a:r>
              <a:rPr lang="zh-CN" altLang="en-US" dirty="0"/>
              <a:t>地址。在没有其他空闲地址可用的情况下，</a:t>
            </a:r>
            <a:r>
              <a:rPr lang="en-US" altLang="zh-CN" dirty="0"/>
              <a:t>DHCP</a:t>
            </a:r>
            <a:r>
              <a:rPr lang="zh-CN" altLang="en-US" dirty="0"/>
              <a:t>服务器会把客户端主动释放的</a:t>
            </a:r>
            <a:r>
              <a:rPr lang="en-US" altLang="zh-CN" dirty="0"/>
              <a:t>IP</a:t>
            </a:r>
            <a:r>
              <a:rPr lang="zh-CN" altLang="en-US" dirty="0"/>
              <a:t>地址分配给其他客户端。</a:t>
            </a:r>
            <a:endParaRPr lang="en-US" altLang="zh-CN" dirty="0"/>
          </a:p>
          <a:p>
            <a:r>
              <a:rPr lang="en-US" altLang="zh-CN" dirty="0"/>
              <a:t>DHCP</a:t>
            </a:r>
            <a:r>
              <a:rPr lang="zh-CN" altLang="en-US" dirty="0"/>
              <a:t>客户端无论在</a:t>
            </a:r>
            <a:r>
              <a:rPr lang="en-US" altLang="zh-CN" dirty="0"/>
              <a:t>T1</a:t>
            </a:r>
            <a:r>
              <a:rPr lang="zh-CN" altLang="en-US" dirty="0"/>
              <a:t>还是</a:t>
            </a:r>
            <a:r>
              <a:rPr lang="en-US" altLang="zh-CN" dirty="0"/>
              <a:t>T2</a:t>
            </a:r>
            <a:r>
              <a:rPr lang="zh-CN" altLang="en-US" dirty="0"/>
              <a:t>时刻发送</a:t>
            </a:r>
            <a:r>
              <a:rPr lang="en-US" altLang="zh-CN" dirty="0"/>
              <a:t>DHCP</a:t>
            </a:r>
            <a:r>
              <a:rPr lang="en-US" altLang="zh-CN" baseline="0" dirty="0"/>
              <a:t> REQUEST</a:t>
            </a:r>
            <a:r>
              <a:rPr lang="zh-CN" altLang="en-US" baseline="0" dirty="0"/>
              <a:t>报文后，</a:t>
            </a:r>
            <a:r>
              <a:rPr lang="zh-CN" altLang="en-US" dirty="0"/>
              <a:t>如果收到</a:t>
            </a:r>
            <a:r>
              <a:rPr lang="en-US" altLang="zh-CN" dirty="0"/>
              <a:t>DHCP NAK</a:t>
            </a:r>
            <a:r>
              <a:rPr lang="zh-CN" altLang="en-US" dirty="0"/>
              <a:t>报文，则重新发送</a:t>
            </a:r>
            <a:r>
              <a:rPr lang="en-US" altLang="zh-CN" dirty="0"/>
              <a:t>DHCP DISCOVER</a:t>
            </a:r>
            <a:r>
              <a:rPr lang="zh-CN" altLang="en-US" dirty="0"/>
              <a:t>报文请求新的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r>
              <a:rPr lang="zh-CN" altLang="en-US" dirty="0"/>
              <a:t>客户端在租期时间到之前，如果用户不想使用分配的</a:t>
            </a:r>
            <a:r>
              <a:rPr lang="en-US" altLang="zh-CN" dirty="0"/>
              <a:t>IP</a:t>
            </a:r>
            <a:r>
              <a:rPr lang="zh-CN" altLang="en-US" dirty="0"/>
              <a:t>地址（例如客户端网络位置需要变更），会触发</a:t>
            </a:r>
            <a:r>
              <a:rPr lang="en-US" altLang="zh-CN" dirty="0"/>
              <a:t>DHCP</a:t>
            </a:r>
            <a:r>
              <a:rPr lang="zh-CN" altLang="en-US" dirty="0"/>
              <a:t>客户端向</a:t>
            </a:r>
            <a:r>
              <a:rPr lang="en-US" altLang="zh-CN" dirty="0"/>
              <a:t>DHCP</a:t>
            </a:r>
            <a:r>
              <a:rPr lang="zh-CN" altLang="en-US" dirty="0"/>
              <a:t>服务器发送</a:t>
            </a:r>
            <a:r>
              <a:rPr lang="en-US" altLang="zh-CN" dirty="0"/>
              <a:t>DHCP RELEASE</a:t>
            </a:r>
            <a:r>
              <a:rPr lang="zh-CN" altLang="en-US" dirty="0"/>
              <a:t>报文，通知</a:t>
            </a:r>
            <a:r>
              <a:rPr lang="en-US" altLang="zh-CN" dirty="0"/>
              <a:t>DHCP</a:t>
            </a:r>
            <a:r>
              <a:rPr lang="zh-CN" altLang="en-US" dirty="0"/>
              <a:t>服务器释放</a:t>
            </a:r>
            <a:r>
              <a:rPr lang="en-US" altLang="zh-CN" dirty="0"/>
              <a:t>IP</a:t>
            </a:r>
            <a:r>
              <a:rPr lang="zh-CN" altLang="en-US" dirty="0"/>
              <a:t>地址的租期。</a:t>
            </a:r>
            <a:r>
              <a:rPr lang="en-US" altLang="zh-CN" dirty="0"/>
              <a:t>DHCP</a:t>
            </a:r>
            <a:r>
              <a:rPr lang="zh-CN" altLang="en-US" dirty="0"/>
              <a:t>服务器会保留这个</a:t>
            </a:r>
            <a:r>
              <a:rPr lang="en-US" altLang="zh-CN" dirty="0"/>
              <a:t>DHCP</a:t>
            </a:r>
            <a:r>
              <a:rPr lang="zh-CN" altLang="en-US" dirty="0"/>
              <a:t>客户端的配置信息，将</a:t>
            </a:r>
            <a:r>
              <a:rPr lang="en-US" altLang="zh-CN" dirty="0"/>
              <a:t>IP</a:t>
            </a:r>
            <a:r>
              <a:rPr lang="zh-CN" altLang="en-US" dirty="0"/>
              <a:t>地址列为曾经分配过的</a:t>
            </a:r>
            <a:r>
              <a:rPr lang="en-US" altLang="zh-CN" dirty="0"/>
              <a:t>IP</a:t>
            </a:r>
            <a:r>
              <a:rPr lang="zh-CN" altLang="en-US" dirty="0"/>
              <a:t>地址中，以便后续重新分配给该客户端或其他客户端。客户端可以通过发送</a:t>
            </a:r>
            <a:r>
              <a:rPr lang="en-US" altLang="zh-CN" dirty="0"/>
              <a:t>DHCP INFORM</a:t>
            </a:r>
            <a:r>
              <a:rPr lang="zh-CN" altLang="en-US" dirty="0"/>
              <a:t>报文向服务器请求更新配置信息。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是否支持重用曾经使用过的</a:t>
            </a:r>
            <a:r>
              <a:rPr lang="en-US" altLang="zh-CN" dirty="0"/>
              <a:t>IP</a:t>
            </a:r>
            <a:r>
              <a:rPr lang="zh-CN" altLang="en-US" dirty="0"/>
              <a:t>地址，因不同客户端而异。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此处以</a:t>
            </a:r>
            <a:r>
              <a:rPr lang="en-US" altLang="zh-CN" dirty="0"/>
              <a:t>ip pool</a:t>
            </a:r>
            <a:r>
              <a:rPr lang="zh-CN" altLang="en-US" dirty="0"/>
              <a:t>的名字为</a:t>
            </a:r>
            <a:r>
              <a:rPr lang="en-US" altLang="zh-CN" dirty="0"/>
              <a:t>HW</a:t>
            </a:r>
            <a:r>
              <a:rPr lang="zh-CN" altLang="en-US" dirty="0"/>
              <a:t>举例说明。</a:t>
            </a:r>
            <a:endParaRPr lang="en-US" altLang="zh-CN" dirty="0"/>
          </a:p>
          <a:p>
            <a:r>
              <a:rPr lang="zh-CN" altLang="en-US" dirty="0"/>
              <a:t>缺省情况下，没有配置为指定</a:t>
            </a:r>
            <a:r>
              <a:rPr lang="en-US" altLang="zh-CN" dirty="0"/>
              <a:t>DHCP Client</a:t>
            </a:r>
            <a:r>
              <a:rPr lang="zh-CN" altLang="en-US" dirty="0"/>
              <a:t>分配固定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此处以接口</a:t>
            </a:r>
            <a:r>
              <a:rPr lang="en-US" altLang="zh-CN" dirty="0"/>
              <a:t>GigabitEthernet0/0/1</a:t>
            </a:r>
            <a:r>
              <a:rPr lang="zh-CN" altLang="en-US" dirty="0"/>
              <a:t>举例说明。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dirty="0"/>
              <a:t>Hops</a:t>
            </a:r>
            <a:r>
              <a:rPr lang="zh-CN" altLang="en-US" sz="1100" dirty="0"/>
              <a:t>字段的作用是限制</a:t>
            </a:r>
            <a:r>
              <a:rPr lang="en-US" altLang="zh-CN" sz="1100" dirty="0"/>
              <a:t>DHCP</a:t>
            </a:r>
            <a:r>
              <a:rPr lang="zh-CN" altLang="en-US" sz="1100" dirty="0"/>
              <a:t>报文所经过的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中继数目。服务器和客户端之间的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中继数目不能超过</a:t>
            </a:r>
            <a:r>
              <a:rPr lang="en-US" altLang="zh-CN" sz="1100" dirty="0"/>
              <a:t>16</a:t>
            </a:r>
            <a:r>
              <a:rPr lang="zh-CN" altLang="en-US" sz="1100" dirty="0"/>
              <a:t>个，也就是</a:t>
            </a:r>
            <a:r>
              <a:rPr lang="en-US" altLang="zh-CN" sz="1100" dirty="0"/>
              <a:t>Hops</a:t>
            </a:r>
            <a:r>
              <a:rPr lang="zh-CN" altLang="en-US" sz="1100" dirty="0"/>
              <a:t>值不能大于</a:t>
            </a:r>
            <a:r>
              <a:rPr lang="en-US" altLang="zh-CN" sz="1100" dirty="0"/>
              <a:t>16</a:t>
            </a:r>
            <a:r>
              <a:rPr lang="zh-CN" altLang="en-US" sz="1100" dirty="0"/>
              <a:t>，否则</a:t>
            </a:r>
            <a:r>
              <a:rPr lang="en-US" altLang="zh-CN" sz="1100" dirty="0"/>
              <a:t>DHCP</a:t>
            </a:r>
            <a:r>
              <a:rPr lang="zh-CN" altLang="en-US" sz="1100" dirty="0"/>
              <a:t>报文将被丢弃。</a:t>
            </a:r>
            <a:endParaRPr lang="en-US" altLang="zh-CN" sz="1100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r>
              <a:rPr lang="en-US" altLang="zh-CN" sz="1100" dirty="0" err="1"/>
              <a:t>Giaddr</a:t>
            </a:r>
            <a:r>
              <a:rPr lang="zh-CN" altLang="en-US" sz="1100" dirty="0"/>
              <a:t>字段，</a:t>
            </a:r>
            <a:r>
              <a:rPr lang="en-US" altLang="zh-CN" sz="1100" dirty="0"/>
              <a:t>DHCP</a:t>
            </a:r>
            <a:r>
              <a:rPr lang="zh-CN" altLang="en-US" sz="1100" dirty="0"/>
              <a:t>服务器会根据此字段来判断出客户端所在的网段地址，从而选择合适的地址池，为客户端分配该网段的</a:t>
            </a:r>
            <a:r>
              <a:rPr lang="en-US" altLang="zh-CN" sz="1100" dirty="0"/>
              <a:t>IP</a:t>
            </a:r>
            <a:r>
              <a:rPr lang="zh-CN" altLang="en-US" sz="1100" dirty="0"/>
              <a:t>地址。服务器还会根据此地址将响应报文发送给此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中继，再由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中继将此报文转发给客户端。若在到达</a:t>
            </a:r>
            <a:r>
              <a:rPr lang="en-US" altLang="zh-CN" sz="1100" dirty="0"/>
              <a:t>DHCP</a:t>
            </a:r>
            <a:r>
              <a:rPr lang="zh-CN" altLang="en-US" sz="1100" dirty="0"/>
              <a:t>服务器前经过了多个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中继，该字段作为客户端所在的网段的标记，填充了第一个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中继的</a:t>
            </a:r>
            <a:r>
              <a:rPr lang="en-US" altLang="zh-CN" sz="1100" dirty="0"/>
              <a:t>IP</a:t>
            </a:r>
            <a:r>
              <a:rPr lang="zh-CN" altLang="en-US" sz="1100" dirty="0"/>
              <a:t>地址后不会再变更，只是每经过一个</a:t>
            </a:r>
            <a:r>
              <a:rPr lang="en-US" altLang="zh-CN" sz="1100" dirty="0"/>
              <a:t>DHCP</a:t>
            </a:r>
            <a:r>
              <a:rPr lang="zh-CN" altLang="en-US" sz="1100" dirty="0"/>
              <a:t>中继，</a:t>
            </a:r>
            <a:r>
              <a:rPr lang="en-US" altLang="zh-CN" sz="1100" dirty="0"/>
              <a:t>hops</a:t>
            </a:r>
            <a:r>
              <a:rPr lang="zh-CN" altLang="en-US" sz="1100" dirty="0"/>
              <a:t>字段的数值会加</a:t>
            </a:r>
            <a:r>
              <a:rPr lang="en-US" altLang="zh-CN" sz="1100" dirty="0"/>
              <a:t>1</a:t>
            </a:r>
            <a:r>
              <a:rPr lang="zh-CN" altLang="en-US" sz="1100" dirty="0"/>
              <a:t>。</a:t>
            </a:r>
            <a:endParaRPr lang="zh-CN" altLang="en-US" sz="1100" dirty="0"/>
          </a:p>
          <a:p>
            <a:pPr marL="179705" marR="0" lvl="0" indent="-179705" algn="l" defTabSz="1219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Char char="•"/>
              <a:defRPr/>
            </a:pPr>
            <a:endParaRPr lang="zh-CN" altLang="en-US" sz="1100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altLang="zh-CN" dirty="0"/>
              <a:t>DHCP</a:t>
            </a:r>
            <a:r>
              <a:rPr lang="zh-CN" altLang="en-US" dirty="0"/>
              <a:t>中继收到</a:t>
            </a:r>
            <a:r>
              <a:rPr lang="en-US" altLang="zh-CN" dirty="0"/>
              <a:t>DHCP</a:t>
            </a:r>
            <a:r>
              <a:rPr lang="en-US" altLang="zh-CN" baseline="0" dirty="0"/>
              <a:t> DISCOVER</a:t>
            </a:r>
            <a:r>
              <a:rPr lang="zh-CN" altLang="en-US" baseline="0" dirty="0"/>
              <a:t>报文后，处理规则为：</a:t>
            </a:r>
            <a:endParaRPr lang="en-US" altLang="zh-CN" baseline="0" dirty="0"/>
          </a:p>
          <a:p>
            <a:pPr lvl="1"/>
            <a:r>
              <a:rPr lang="zh-CN" altLang="en-US" baseline="0" dirty="0"/>
              <a:t>检查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报文中的</a:t>
            </a:r>
            <a:r>
              <a:rPr lang="en-US" altLang="zh-CN" baseline="0" dirty="0"/>
              <a:t>Hops</a:t>
            </a:r>
            <a:r>
              <a:rPr lang="zh-CN" altLang="en-US" baseline="0" dirty="0"/>
              <a:t>字段，如果大于</a:t>
            </a:r>
            <a:r>
              <a:rPr lang="en-US" altLang="zh-CN" baseline="0" dirty="0"/>
              <a:t>16</a:t>
            </a:r>
            <a:r>
              <a:rPr lang="zh-CN" altLang="en-US" baseline="0" dirty="0"/>
              <a:t>，则丢弃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报文；否则，将</a:t>
            </a:r>
            <a:r>
              <a:rPr lang="en-US" altLang="zh-CN" baseline="0" dirty="0"/>
              <a:t>Hops</a:t>
            </a:r>
            <a:r>
              <a:rPr lang="zh-CN" altLang="en-US" baseline="0" dirty="0"/>
              <a:t>字段加</a:t>
            </a:r>
            <a:r>
              <a:rPr lang="en-US" altLang="zh-CN" baseline="0" dirty="0"/>
              <a:t>1</a:t>
            </a:r>
            <a:r>
              <a:rPr lang="zh-CN" altLang="en-US" baseline="0" dirty="0"/>
              <a:t>（表明经过一次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中继），并继续下面的操作。</a:t>
            </a:r>
            <a:endParaRPr lang="zh-CN" altLang="en-US" baseline="0" dirty="0"/>
          </a:p>
          <a:p>
            <a:pPr lvl="1"/>
            <a:r>
              <a:rPr lang="zh-CN" altLang="en-US" baseline="0" dirty="0"/>
              <a:t>检查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报文中的</a:t>
            </a:r>
            <a:r>
              <a:rPr lang="en-US" altLang="zh-CN" baseline="0" dirty="0" err="1"/>
              <a:t>Giaddr</a:t>
            </a:r>
            <a:r>
              <a:rPr lang="zh-CN" altLang="en-US" baseline="0" dirty="0"/>
              <a:t>字段。如果是</a:t>
            </a:r>
            <a:r>
              <a:rPr lang="en-US" altLang="zh-CN" baseline="0" dirty="0"/>
              <a:t>0</a:t>
            </a:r>
            <a:r>
              <a:rPr lang="zh-CN" altLang="en-US" baseline="0" dirty="0"/>
              <a:t>，将</a:t>
            </a:r>
            <a:r>
              <a:rPr lang="en-US" altLang="zh-CN" baseline="0" dirty="0" err="1"/>
              <a:t>Giaddr</a:t>
            </a:r>
            <a:r>
              <a:rPr lang="zh-CN" altLang="en-US" baseline="0" dirty="0"/>
              <a:t>字段设置为接收</a:t>
            </a:r>
            <a:r>
              <a:rPr lang="en-US" altLang="zh-CN" baseline="0" dirty="0"/>
              <a:t>DHCP DISCOVER</a:t>
            </a:r>
            <a:r>
              <a:rPr lang="zh-CN" altLang="en-US" baseline="0" dirty="0"/>
              <a:t>报文的接口</a:t>
            </a:r>
            <a:r>
              <a:rPr lang="en-US" altLang="zh-CN" baseline="0" dirty="0"/>
              <a:t>IP</a:t>
            </a:r>
            <a:r>
              <a:rPr lang="zh-CN" altLang="en-US" baseline="0" dirty="0"/>
              <a:t>地址。如果不是</a:t>
            </a:r>
            <a:r>
              <a:rPr lang="en-US" altLang="zh-CN" baseline="0" dirty="0"/>
              <a:t>0</a:t>
            </a:r>
            <a:r>
              <a:rPr lang="zh-CN" altLang="en-US" baseline="0" dirty="0"/>
              <a:t>，则不修改该字段，继续下面的操作。</a:t>
            </a:r>
            <a:endParaRPr lang="zh-CN" altLang="en-US" baseline="0" dirty="0"/>
          </a:p>
          <a:p>
            <a:pPr lvl="1"/>
            <a:r>
              <a:rPr lang="zh-CN" altLang="en-US" baseline="0" dirty="0"/>
              <a:t>将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报文的目的</a:t>
            </a:r>
            <a:r>
              <a:rPr lang="en-US" altLang="zh-CN" baseline="0" dirty="0"/>
              <a:t>IP</a:t>
            </a:r>
            <a:r>
              <a:rPr lang="zh-CN" altLang="en-US" baseline="0" dirty="0"/>
              <a:t>地址改为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服务器或下一跳中继的</a:t>
            </a:r>
            <a:r>
              <a:rPr lang="en-US" altLang="zh-CN" baseline="0" dirty="0"/>
              <a:t>IP</a:t>
            </a:r>
            <a:r>
              <a:rPr lang="zh-CN" altLang="en-US" baseline="0" dirty="0"/>
              <a:t>地址，源地址改为中继连接客户端的接口地址，通过路由转发将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报文单播发送到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服务器或下一跳中继。</a:t>
            </a:r>
            <a:endParaRPr lang="en-US" altLang="zh-CN" baseline="0" dirty="0"/>
          </a:p>
          <a:p>
            <a:pPr marL="228600" indent="-228600">
              <a:buFont typeface="+mj-lt"/>
              <a:buAutoNum type="arabicPeriod"/>
            </a:pPr>
            <a:r>
              <a:rPr lang="en-US" altLang="zh-CN" baseline="0" dirty="0"/>
              <a:t>DHCP</a:t>
            </a:r>
            <a:r>
              <a:rPr lang="zh-CN" altLang="en-US" baseline="0" dirty="0"/>
              <a:t>服务器接收到</a:t>
            </a:r>
            <a:r>
              <a:rPr lang="en-US" altLang="zh-CN" baseline="0" dirty="0"/>
              <a:t>DHCP DISCOVER</a:t>
            </a:r>
            <a:r>
              <a:rPr lang="zh-CN" altLang="en-US" baseline="0" dirty="0"/>
              <a:t>报文后，选择与报文中</a:t>
            </a:r>
            <a:r>
              <a:rPr lang="en-US" altLang="zh-CN" baseline="0" dirty="0" err="1"/>
              <a:t>Giaddr</a:t>
            </a:r>
            <a:r>
              <a:rPr lang="zh-CN" altLang="en-US" baseline="0" dirty="0"/>
              <a:t>字段为同一网段的地址池，并为客户端分配</a:t>
            </a:r>
            <a:r>
              <a:rPr lang="en-US" altLang="zh-CN" baseline="0" dirty="0"/>
              <a:t>IP</a:t>
            </a:r>
            <a:r>
              <a:rPr lang="zh-CN" altLang="en-US" baseline="0" dirty="0"/>
              <a:t>地址等参数，然后向</a:t>
            </a:r>
            <a:r>
              <a:rPr lang="en-US" altLang="zh-CN" baseline="0" dirty="0" err="1"/>
              <a:t>Giaddr</a:t>
            </a:r>
            <a:r>
              <a:rPr lang="zh-CN" altLang="en-US" baseline="0" dirty="0"/>
              <a:t>字段标识的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中继单播发送</a:t>
            </a:r>
            <a:r>
              <a:rPr lang="en-US" altLang="zh-CN" baseline="0" dirty="0"/>
              <a:t>DHCP OFFER</a:t>
            </a:r>
            <a:r>
              <a:rPr lang="zh-CN" altLang="en-US" baseline="0" dirty="0"/>
              <a:t>报文，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中继收到</a:t>
            </a:r>
            <a:r>
              <a:rPr lang="en-US" altLang="zh-CN" baseline="0" dirty="0"/>
              <a:t>DHCP OFFER</a:t>
            </a:r>
            <a:r>
              <a:rPr lang="zh-CN" altLang="en-US" baseline="0" dirty="0"/>
              <a:t>报文后，会进行如下处理：</a:t>
            </a:r>
            <a:endParaRPr lang="zh-CN" altLang="en-US" baseline="0" dirty="0"/>
          </a:p>
          <a:p>
            <a:pPr lvl="1"/>
            <a:r>
              <a:rPr lang="zh-CN" altLang="en-US" baseline="0" dirty="0"/>
              <a:t>检查报文中的</a:t>
            </a:r>
            <a:r>
              <a:rPr lang="en-US" altLang="zh-CN" baseline="0" dirty="0" err="1"/>
              <a:t>Giaddr</a:t>
            </a:r>
            <a:r>
              <a:rPr lang="zh-CN" altLang="en-US" baseline="0" dirty="0"/>
              <a:t>字段，如果不是接口的地址，则丢弃该报文；否则，继续下面的操作。</a:t>
            </a:r>
            <a:endParaRPr lang="zh-CN" altLang="en-US" baseline="0" dirty="0"/>
          </a:p>
          <a:p>
            <a:pPr lvl="1"/>
            <a:r>
              <a:rPr lang="en-US" altLang="zh-CN" baseline="0" dirty="0"/>
              <a:t>DHCP</a:t>
            </a:r>
            <a:r>
              <a:rPr lang="zh-CN" altLang="en-US" baseline="0" dirty="0"/>
              <a:t>中继检查报文的广播标志位。如果广播标志位为</a:t>
            </a:r>
            <a:r>
              <a:rPr lang="en-US" altLang="zh-CN" baseline="0" dirty="0"/>
              <a:t>1</a:t>
            </a:r>
            <a:r>
              <a:rPr lang="zh-CN" altLang="en-US" baseline="0" dirty="0"/>
              <a:t>，则将</a:t>
            </a:r>
            <a:r>
              <a:rPr lang="en-US" altLang="zh-CN" baseline="0" dirty="0"/>
              <a:t>DHCP OFFER</a:t>
            </a:r>
            <a:r>
              <a:rPr lang="zh-CN" altLang="en-US" baseline="0" dirty="0"/>
              <a:t>报文广播发送给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客户端；否则将</a:t>
            </a:r>
            <a:r>
              <a:rPr lang="en-US" altLang="zh-CN" baseline="0" dirty="0"/>
              <a:t>DHCP OFFER</a:t>
            </a:r>
            <a:r>
              <a:rPr lang="zh-CN" altLang="en-US" baseline="0" dirty="0"/>
              <a:t>报文单播发送给</a:t>
            </a:r>
            <a:r>
              <a:rPr lang="en-US" altLang="zh-CN" baseline="0" dirty="0"/>
              <a:t>DHCP</a:t>
            </a:r>
            <a:r>
              <a:rPr lang="zh-CN" altLang="en-US" baseline="0" dirty="0"/>
              <a:t>客户端。</a:t>
            </a:r>
            <a:endParaRPr lang="en-US" altLang="zh-CN" baseline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各个设备配置</a:t>
            </a:r>
            <a:r>
              <a:rPr lang="en-US" altLang="zh-CN" dirty="0"/>
              <a:t>DHCP</a:t>
            </a:r>
            <a:r>
              <a:rPr lang="zh-CN" altLang="en-US" dirty="0"/>
              <a:t>前需要在全局视图</a:t>
            </a:r>
            <a:r>
              <a:rPr lang="zh-CN" altLang="en-US"/>
              <a:t>下通过</a:t>
            </a:r>
            <a:r>
              <a:rPr lang="en-US" altLang="zh-CN"/>
              <a:t>DHCP </a:t>
            </a:r>
            <a:r>
              <a:rPr lang="en-US" altLang="zh-CN" dirty="0"/>
              <a:t>enable</a:t>
            </a:r>
            <a:r>
              <a:rPr lang="zh-CN" altLang="en-US" dirty="0"/>
              <a:t>命令开启</a:t>
            </a:r>
            <a:r>
              <a:rPr lang="en-US" altLang="zh-CN" dirty="0"/>
              <a:t>DHCP</a:t>
            </a:r>
            <a:r>
              <a:rPr lang="zh-CN" altLang="en-US" dirty="0"/>
              <a:t>功能。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r>
              <a:rPr lang="en-US" altLang="zh-CN" dirty="0"/>
              <a:t>C</a:t>
            </a:r>
            <a:endParaRPr lang="en-US" altLang="zh-CN" dirty="0"/>
          </a:p>
          <a:p>
            <a:pPr marL="228600" lvl="0" indent="-228600">
              <a:buFont typeface="+mj-lt"/>
              <a:buAutoNum type="arabicPeriod"/>
            </a:pPr>
            <a:r>
              <a:rPr lang="en-US" altLang="zh-CN" dirty="0"/>
              <a:t>D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幻灯片图像占位符 4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31800" y="779463"/>
            <a:ext cx="5934075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254490"/>
          <a:ext cx="10460715" cy="1082675"/>
        </p:xfrm>
        <a:graphic>
          <a:graphicData uri="http://schemas.openxmlformats.org/drawingml/2006/table">
            <a:tbl>
              <a:tblPr/>
              <a:tblGrid>
                <a:gridCol w="3119031"/>
                <a:gridCol w="1967450"/>
                <a:gridCol w="3023155"/>
                <a:gridCol w="2351079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课程编码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适用产品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产品版本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776902"/>
          <a:ext cx="10460714" cy="3038475"/>
        </p:xfrm>
        <a:graphic>
          <a:graphicData uri="http://schemas.openxmlformats.org/drawingml/2006/table">
            <a:tbl>
              <a:tblPr/>
              <a:tblGrid>
                <a:gridCol w="3119030"/>
                <a:gridCol w="1967450"/>
                <a:gridCol w="3023155"/>
                <a:gridCol w="2351079"/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时间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工号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825692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  <a:endParaRPr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825692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  <a:endParaRPr lang="zh-CN" altLang="en-US" dirty="0"/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825692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825692"/>
            <a:ext cx="2351079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37386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37386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37386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337858"/>
            <a:ext cx="2351342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  <a:endParaRPr lang="zh-CN" altLang="en-US" dirty="0"/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8227" tIns="39112" rIns="78227" bIns="39112" anchor="ctr"/>
          <a:lstStyle/>
          <a:p>
            <a:pPr algn="l" defTabSz="1001395" rtl="0" eaLnBrk="0" fontAlgn="t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5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修订记录</a:t>
            </a:r>
            <a:endParaRPr lang="zh-CN" altLang="en-US" sz="35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i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本页</a:t>
            </a:r>
            <a:r>
              <a:rPr lang="zh-CN" altLang="en-US" sz="4000" i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不打印</a:t>
            </a:r>
            <a:endParaRPr lang="zh-CN" altLang="en-US" sz="4000" i="0" dirty="0">
              <a:solidFill>
                <a:schemeClr val="bg2">
                  <a:lumMod val="5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3877918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3877918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3877918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841914"/>
            <a:ext cx="2351342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345970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345970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345970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345970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4886030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4886030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4886030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4886030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35408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35408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2015.01.25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35408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  <a:endParaRPr lang="zh-CN" altLang="en-US" dirty="0"/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354082"/>
            <a:ext cx="2351342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600"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42"/>
          <a:stretch>
            <a:fillRect/>
          </a:stretch>
        </p:blipFill>
        <p:spPr bwMode="auto">
          <a:xfrm>
            <a:off x="0" y="42"/>
            <a:ext cx="12187239" cy="6857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41"/>
          <p:cNvSpPr>
            <a:spLocks noGrp="1" noChangeArrowheads="1"/>
          </p:cNvSpPr>
          <p:nvPr>
            <p:ph type="ctrTitle" sz="quarter"/>
          </p:nvPr>
        </p:nvSpPr>
        <p:spPr>
          <a:xfrm>
            <a:off x="1030893" y="4957156"/>
            <a:ext cx="10437489" cy="831600"/>
          </a:xfrm>
          <a:ln algn="ctr"/>
        </p:spPr>
        <p:txBody>
          <a:bodyPr lIns="87802" tIns="43901" rIns="87802" bIns="43901"/>
          <a:lstStyle>
            <a:lvl1pPr algn="l" defTabSz="801370" rtl="0" eaLnBrk="0" fontAlgn="auto" hangingPunct="0">
              <a:spcBef>
                <a:spcPct val="0"/>
              </a:spcBef>
              <a:spcAft>
                <a:spcPct val="0"/>
              </a:spcAft>
              <a:defRPr lang="zh-CN" altLang="en-US" sz="4300" b="1" kern="1200" dirty="0">
                <a:solidFill>
                  <a:srgbClr val="0070C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" name="文本占位符 29"/>
          <p:cNvSpPr>
            <a:spLocks noGrp="1"/>
          </p:cNvSpPr>
          <p:nvPr>
            <p:ph type="body" sz="quarter" idx="10"/>
          </p:nvPr>
        </p:nvSpPr>
        <p:spPr>
          <a:xfrm>
            <a:off x="1030892" y="5816120"/>
            <a:ext cx="6909301" cy="493200"/>
          </a:xfrm>
        </p:spPr>
        <p:txBody>
          <a:bodyPr/>
          <a:lstStyle>
            <a:lvl1pPr marL="0" indent="0" algn="l" defTabSz="801370" rtl="0" eaLnBrk="0" fontAlgn="base" hangingPunct="0">
              <a:spcBef>
                <a:spcPct val="0"/>
              </a:spcBef>
              <a:spcAft>
                <a:spcPct val="0"/>
              </a:spcAft>
              <a:buNone/>
              <a:defRPr lang="zh-CN" altLang="en-US" sz="2000" kern="1200" dirty="0" smtClean="0">
                <a:solidFill>
                  <a:srgbClr val="0070C0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1" name="Rectangle 54"/>
          <p:cNvSpPr>
            <a:spLocks noChangeArrowheads="1"/>
          </p:cNvSpPr>
          <p:nvPr userDrawn="1"/>
        </p:nvSpPr>
        <p:spPr bwMode="auto">
          <a:xfrm>
            <a:off x="947058" y="6500581"/>
            <a:ext cx="2572620" cy="2655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70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版权所有</a:t>
            </a:r>
            <a:r>
              <a:rPr lang="en-US" altLang="zh-CN" sz="1200" baseline="0">
                <a:latin typeface="+mn-lt"/>
                <a:ea typeface="+mn-ea"/>
                <a:cs typeface="Arial" panose="020B0604020202020204" pitchFamily="34" charset="0"/>
              </a:rPr>
              <a:t>© 2020 </a:t>
            </a: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华为技术有限公司</a:t>
            </a:r>
            <a:endParaRPr lang="zh-CN" altLang="en-US" sz="1200" baseline="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026" y="251069"/>
            <a:ext cx="1964832" cy="430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#前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8"/>
            <a:ext cx="11274935" cy="4679788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fontAlgn="auto">
              <a:buClrTx/>
              <a:buSzPct val="100000"/>
              <a:buFont typeface="Huawei Sans" panose="020C0503030203020204" pitchFamily="34" charset="0"/>
              <a:buChar char="▫"/>
              <a:defRPr>
                <a:solidFill>
                  <a:schemeClr val="tx1"/>
                </a:solidFill>
                <a:latin typeface="+mn-lt"/>
              </a:defRPr>
            </a:lvl2pPr>
            <a:lvl3pPr fontAlgn="auto">
              <a:defRPr lang="zh-CN" altLang="en-US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fontAlgn="auto">
              <a:defRPr>
                <a:latin typeface="+mn-lt"/>
              </a:defRPr>
            </a:lvl4pPr>
            <a:lvl5pPr marL="1802765" indent="-201295" fontAlgn="auto">
              <a:buClrTx/>
              <a:buFont typeface="Huawei Sans" panose="020C0503030203020204" pitchFamily="34" charset="0"/>
              <a:buChar char="~"/>
              <a:defRPr>
                <a:latin typeface="+mn-lt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16" name="TextBox 10"/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algn="l"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前言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18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19" name="组合 18"/>
          <p:cNvGrpSpPr/>
          <p:nvPr userDrawn="1"/>
        </p:nvGrpSpPr>
        <p:grpSpPr>
          <a:xfrm>
            <a:off x="335229" y="498828"/>
            <a:ext cx="627913" cy="459460"/>
            <a:chOff x="3275013" y="1363663"/>
            <a:chExt cx="5645150" cy="4129087"/>
          </a:xfrm>
          <a:solidFill>
            <a:schemeClr val="bg1"/>
          </a:solidFill>
        </p:grpSpPr>
        <p:sp>
          <p:nvSpPr>
            <p:cNvPr id="20" name="Freeform 6"/>
            <p:cNvSpPr>
              <a:spLocks noEditPoints="1"/>
            </p:cNvSpPr>
            <p:nvPr/>
          </p:nvSpPr>
          <p:spPr bwMode="auto">
            <a:xfrm>
              <a:off x="3275013" y="1363663"/>
              <a:ext cx="5645150" cy="4129087"/>
            </a:xfrm>
            <a:custGeom>
              <a:avLst/>
              <a:gdLst>
                <a:gd name="T0" fmla="*/ 1410 w 1505"/>
                <a:gd name="T1" fmla="*/ 250 h 1101"/>
                <a:gd name="T2" fmla="*/ 780 w 1505"/>
                <a:gd name="T3" fmla="*/ 250 h 1101"/>
                <a:gd name="T4" fmla="*/ 780 w 1505"/>
                <a:gd name="T5" fmla="*/ 81 h 1101"/>
                <a:gd name="T6" fmla="*/ 699 w 1505"/>
                <a:gd name="T7" fmla="*/ 0 h 1101"/>
                <a:gd name="T8" fmla="*/ 81 w 1505"/>
                <a:gd name="T9" fmla="*/ 0 h 1101"/>
                <a:gd name="T10" fmla="*/ 0 w 1505"/>
                <a:gd name="T11" fmla="*/ 81 h 1101"/>
                <a:gd name="T12" fmla="*/ 0 w 1505"/>
                <a:gd name="T13" fmla="*/ 464 h 1101"/>
                <a:gd name="T14" fmla="*/ 81 w 1505"/>
                <a:gd name="T15" fmla="*/ 545 h 1101"/>
                <a:gd name="T16" fmla="*/ 124 w 1505"/>
                <a:gd name="T17" fmla="*/ 545 h 1101"/>
                <a:gd name="T18" fmla="*/ 124 w 1505"/>
                <a:gd name="T19" fmla="*/ 668 h 1101"/>
                <a:gd name="T20" fmla="*/ 137 w 1505"/>
                <a:gd name="T21" fmla="*/ 688 h 1101"/>
                <a:gd name="T22" fmla="*/ 147 w 1505"/>
                <a:gd name="T23" fmla="*/ 690 h 1101"/>
                <a:gd name="T24" fmla="*/ 161 w 1505"/>
                <a:gd name="T25" fmla="*/ 685 h 1101"/>
                <a:gd name="T26" fmla="*/ 316 w 1505"/>
                <a:gd name="T27" fmla="*/ 554 h 1101"/>
                <a:gd name="T28" fmla="*/ 341 w 1505"/>
                <a:gd name="T29" fmla="*/ 545 h 1101"/>
                <a:gd name="T30" fmla="*/ 542 w 1505"/>
                <a:gd name="T31" fmla="*/ 545 h 1101"/>
                <a:gd name="T32" fmla="*/ 542 w 1505"/>
                <a:gd name="T33" fmla="*/ 824 h 1101"/>
                <a:gd name="T34" fmla="*/ 637 w 1505"/>
                <a:gd name="T35" fmla="*/ 919 h 1101"/>
                <a:gd name="T36" fmla="*/ 1084 w 1505"/>
                <a:gd name="T37" fmla="*/ 919 h 1101"/>
                <a:gd name="T38" fmla="*/ 1120 w 1505"/>
                <a:gd name="T39" fmla="*/ 932 h 1101"/>
                <a:gd name="T40" fmla="*/ 1313 w 1505"/>
                <a:gd name="T41" fmla="*/ 1096 h 1101"/>
                <a:gd name="T42" fmla="*/ 1328 w 1505"/>
                <a:gd name="T43" fmla="*/ 1101 h 1101"/>
                <a:gd name="T44" fmla="*/ 1337 w 1505"/>
                <a:gd name="T45" fmla="*/ 1099 h 1101"/>
                <a:gd name="T46" fmla="*/ 1350 w 1505"/>
                <a:gd name="T47" fmla="*/ 1078 h 1101"/>
                <a:gd name="T48" fmla="*/ 1350 w 1505"/>
                <a:gd name="T49" fmla="*/ 919 h 1101"/>
                <a:gd name="T50" fmla="*/ 1410 w 1505"/>
                <a:gd name="T51" fmla="*/ 919 h 1101"/>
                <a:gd name="T52" fmla="*/ 1505 w 1505"/>
                <a:gd name="T53" fmla="*/ 824 h 1101"/>
                <a:gd name="T54" fmla="*/ 1505 w 1505"/>
                <a:gd name="T55" fmla="*/ 345 h 1101"/>
                <a:gd name="T56" fmla="*/ 1410 w 1505"/>
                <a:gd name="T57" fmla="*/ 250 h 1101"/>
                <a:gd name="T58" fmla="*/ 341 w 1505"/>
                <a:gd name="T59" fmla="*/ 500 h 1101"/>
                <a:gd name="T60" fmla="*/ 287 w 1505"/>
                <a:gd name="T61" fmla="*/ 520 h 1101"/>
                <a:gd name="T62" fmla="*/ 169 w 1505"/>
                <a:gd name="T63" fmla="*/ 619 h 1101"/>
                <a:gd name="T64" fmla="*/ 169 w 1505"/>
                <a:gd name="T65" fmla="*/ 535 h 1101"/>
                <a:gd name="T66" fmla="*/ 133 w 1505"/>
                <a:gd name="T67" fmla="*/ 500 h 1101"/>
                <a:gd name="T68" fmla="*/ 81 w 1505"/>
                <a:gd name="T69" fmla="*/ 500 h 1101"/>
                <a:gd name="T70" fmla="*/ 45 w 1505"/>
                <a:gd name="T71" fmla="*/ 464 h 1101"/>
                <a:gd name="T72" fmla="*/ 45 w 1505"/>
                <a:gd name="T73" fmla="*/ 81 h 1101"/>
                <a:gd name="T74" fmla="*/ 81 w 1505"/>
                <a:gd name="T75" fmla="*/ 45 h 1101"/>
                <a:gd name="T76" fmla="*/ 699 w 1505"/>
                <a:gd name="T77" fmla="*/ 45 h 1101"/>
                <a:gd name="T78" fmla="*/ 735 w 1505"/>
                <a:gd name="T79" fmla="*/ 81 h 1101"/>
                <a:gd name="T80" fmla="*/ 735 w 1505"/>
                <a:gd name="T81" fmla="*/ 250 h 1101"/>
                <a:gd name="T82" fmla="*/ 637 w 1505"/>
                <a:gd name="T83" fmla="*/ 250 h 1101"/>
                <a:gd name="T84" fmla="*/ 542 w 1505"/>
                <a:gd name="T85" fmla="*/ 345 h 1101"/>
                <a:gd name="T86" fmla="*/ 542 w 1505"/>
                <a:gd name="T87" fmla="*/ 500 h 1101"/>
                <a:gd name="T88" fmla="*/ 341 w 1505"/>
                <a:gd name="T89" fmla="*/ 500 h 1101"/>
                <a:gd name="T90" fmla="*/ 1460 w 1505"/>
                <a:gd name="T91" fmla="*/ 824 h 1101"/>
                <a:gd name="T92" fmla="*/ 1410 w 1505"/>
                <a:gd name="T93" fmla="*/ 874 h 1101"/>
                <a:gd name="T94" fmla="*/ 1344 w 1505"/>
                <a:gd name="T95" fmla="*/ 874 h 1101"/>
                <a:gd name="T96" fmla="*/ 1305 w 1505"/>
                <a:gd name="T97" fmla="*/ 913 h 1101"/>
                <a:gd name="T98" fmla="*/ 1305 w 1505"/>
                <a:gd name="T99" fmla="*/ 1030 h 1101"/>
                <a:gd name="T100" fmla="*/ 1149 w 1505"/>
                <a:gd name="T101" fmla="*/ 898 h 1101"/>
                <a:gd name="T102" fmla="*/ 1084 w 1505"/>
                <a:gd name="T103" fmla="*/ 874 h 1101"/>
                <a:gd name="T104" fmla="*/ 637 w 1505"/>
                <a:gd name="T105" fmla="*/ 874 h 1101"/>
                <a:gd name="T106" fmla="*/ 587 w 1505"/>
                <a:gd name="T107" fmla="*/ 824 h 1101"/>
                <a:gd name="T108" fmla="*/ 587 w 1505"/>
                <a:gd name="T109" fmla="*/ 345 h 1101"/>
                <a:gd name="T110" fmla="*/ 637 w 1505"/>
                <a:gd name="T111" fmla="*/ 295 h 1101"/>
                <a:gd name="T112" fmla="*/ 1410 w 1505"/>
                <a:gd name="T113" fmla="*/ 295 h 1101"/>
                <a:gd name="T114" fmla="*/ 1460 w 1505"/>
                <a:gd name="T115" fmla="*/ 345 h 1101"/>
                <a:gd name="T116" fmla="*/ 1460 w 1505"/>
                <a:gd name="T117" fmla="*/ 824 h 1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05" h="1101">
                  <a:moveTo>
                    <a:pt x="1410" y="250"/>
                  </a:moveTo>
                  <a:cubicBezTo>
                    <a:pt x="780" y="250"/>
                    <a:pt x="780" y="250"/>
                    <a:pt x="780" y="250"/>
                  </a:cubicBezTo>
                  <a:cubicBezTo>
                    <a:pt x="780" y="81"/>
                    <a:pt x="780" y="81"/>
                    <a:pt x="780" y="81"/>
                  </a:cubicBezTo>
                  <a:cubicBezTo>
                    <a:pt x="780" y="37"/>
                    <a:pt x="743" y="0"/>
                    <a:pt x="699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36" y="0"/>
                    <a:pt x="0" y="37"/>
                    <a:pt x="0" y="81"/>
                  </a:cubicBezTo>
                  <a:cubicBezTo>
                    <a:pt x="0" y="464"/>
                    <a:pt x="0" y="464"/>
                    <a:pt x="0" y="464"/>
                  </a:cubicBezTo>
                  <a:cubicBezTo>
                    <a:pt x="0" y="509"/>
                    <a:pt x="36" y="545"/>
                    <a:pt x="81" y="545"/>
                  </a:cubicBezTo>
                  <a:cubicBezTo>
                    <a:pt x="124" y="545"/>
                    <a:pt x="124" y="545"/>
                    <a:pt x="124" y="545"/>
                  </a:cubicBezTo>
                  <a:cubicBezTo>
                    <a:pt x="124" y="668"/>
                    <a:pt x="124" y="668"/>
                    <a:pt x="124" y="668"/>
                  </a:cubicBezTo>
                  <a:cubicBezTo>
                    <a:pt x="124" y="676"/>
                    <a:pt x="129" y="684"/>
                    <a:pt x="137" y="688"/>
                  </a:cubicBezTo>
                  <a:cubicBezTo>
                    <a:pt x="140" y="689"/>
                    <a:pt x="143" y="690"/>
                    <a:pt x="147" y="690"/>
                  </a:cubicBezTo>
                  <a:cubicBezTo>
                    <a:pt x="152" y="690"/>
                    <a:pt x="157" y="688"/>
                    <a:pt x="161" y="685"/>
                  </a:cubicBezTo>
                  <a:cubicBezTo>
                    <a:pt x="316" y="554"/>
                    <a:pt x="316" y="554"/>
                    <a:pt x="316" y="554"/>
                  </a:cubicBezTo>
                  <a:cubicBezTo>
                    <a:pt x="323" y="548"/>
                    <a:pt x="332" y="545"/>
                    <a:pt x="341" y="545"/>
                  </a:cubicBezTo>
                  <a:cubicBezTo>
                    <a:pt x="542" y="545"/>
                    <a:pt x="542" y="545"/>
                    <a:pt x="542" y="545"/>
                  </a:cubicBezTo>
                  <a:cubicBezTo>
                    <a:pt x="542" y="824"/>
                    <a:pt x="542" y="824"/>
                    <a:pt x="542" y="824"/>
                  </a:cubicBezTo>
                  <a:cubicBezTo>
                    <a:pt x="542" y="877"/>
                    <a:pt x="585" y="919"/>
                    <a:pt x="637" y="919"/>
                  </a:cubicBezTo>
                  <a:cubicBezTo>
                    <a:pt x="1084" y="919"/>
                    <a:pt x="1084" y="919"/>
                    <a:pt x="1084" y="919"/>
                  </a:cubicBezTo>
                  <a:cubicBezTo>
                    <a:pt x="1097" y="919"/>
                    <a:pt x="1110" y="924"/>
                    <a:pt x="1120" y="932"/>
                  </a:cubicBezTo>
                  <a:cubicBezTo>
                    <a:pt x="1313" y="1096"/>
                    <a:pt x="1313" y="1096"/>
                    <a:pt x="1313" y="1096"/>
                  </a:cubicBezTo>
                  <a:cubicBezTo>
                    <a:pt x="1317" y="1099"/>
                    <a:pt x="1322" y="1101"/>
                    <a:pt x="1328" y="1101"/>
                  </a:cubicBezTo>
                  <a:cubicBezTo>
                    <a:pt x="1331" y="1101"/>
                    <a:pt x="1334" y="1100"/>
                    <a:pt x="1337" y="1099"/>
                  </a:cubicBezTo>
                  <a:cubicBezTo>
                    <a:pt x="1345" y="1095"/>
                    <a:pt x="1350" y="1087"/>
                    <a:pt x="1350" y="1078"/>
                  </a:cubicBezTo>
                  <a:cubicBezTo>
                    <a:pt x="1350" y="919"/>
                    <a:pt x="1350" y="919"/>
                    <a:pt x="1350" y="919"/>
                  </a:cubicBezTo>
                  <a:cubicBezTo>
                    <a:pt x="1410" y="919"/>
                    <a:pt x="1410" y="919"/>
                    <a:pt x="1410" y="919"/>
                  </a:cubicBezTo>
                  <a:cubicBezTo>
                    <a:pt x="1463" y="919"/>
                    <a:pt x="1505" y="877"/>
                    <a:pt x="1505" y="824"/>
                  </a:cubicBezTo>
                  <a:cubicBezTo>
                    <a:pt x="1505" y="345"/>
                    <a:pt x="1505" y="345"/>
                    <a:pt x="1505" y="345"/>
                  </a:cubicBezTo>
                  <a:cubicBezTo>
                    <a:pt x="1505" y="293"/>
                    <a:pt x="1463" y="250"/>
                    <a:pt x="1410" y="250"/>
                  </a:cubicBezTo>
                  <a:close/>
                  <a:moveTo>
                    <a:pt x="341" y="500"/>
                  </a:moveTo>
                  <a:cubicBezTo>
                    <a:pt x="322" y="500"/>
                    <a:pt x="302" y="507"/>
                    <a:pt x="287" y="520"/>
                  </a:cubicBezTo>
                  <a:cubicBezTo>
                    <a:pt x="169" y="619"/>
                    <a:pt x="169" y="619"/>
                    <a:pt x="169" y="619"/>
                  </a:cubicBezTo>
                  <a:cubicBezTo>
                    <a:pt x="169" y="535"/>
                    <a:pt x="169" y="535"/>
                    <a:pt x="169" y="535"/>
                  </a:cubicBezTo>
                  <a:cubicBezTo>
                    <a:pt x="169" y="516"/>
                    <a:pt x="153" y="500"/>
                    <a:pt x="133" y="500"/>
                  </a:cubicBezTo>
                  <a:cubicBezTo>
                    <a:pt x="81" y="500"/>
                    <a:pt x="81" y="500"/>
                    <a:pt x="81" y="500"/>
                  </a:cubicBezTo>
                  <a:cubicBezTo>
                    <a:pt x="61" y="500"/>
                    <a:pt x="45" y="484"/>
                    <a:pt x="45" y="464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5" y="61"/>
                    <a:pt x="61" y="45"/>
                    <a:pt x="81" y="45"/>
                  </a:cubicBezTo>
                  <a:cubicBezTo>
                    <a:pt x="699" y="45"/>
                    <a:pt x="699" y="45"/>
                    <a:pt x="699" y="45"/>
                  </a:cubicBezTo>
                  <a:cubicBezTo>
                    <a:pt x="719" y="45"/>
                    <a:pt x="735" y="61"/>
                    <a:pt x="735" y="81"/>
                  </a:cubicBezTo>
                  <a:cubicBezTo>
                    <a:pt x="735" y="250"/>
                    <a:pt x="735" y="250"/>
                    <a:pt x="735" y="250"/>
                  </a:cubicBezTo>
                  <a:cubicBezTo>
                    <a:pt x="637" y="250"/>
                    <a:pt x="637" y="250"/>
                    <a:pt x="637" y="250"/>
                  </a:cubicBezTo>
                  <a:cubicBezTo>
                    <a:pt x="585" y="250"/>
                    <a:pt x="542" y="293"/>
                    <a:pt x="542" y="345"/>
                  </a:cubicBezTo>
                  <a:cubicBezTo>
                    <a:pt x="542" y="500"/>
                    <a:pt x="542" y="500"/>
                    <a:pt x="542" y="500"/>
                  </a:cubicBezTo>
                  <a:lnTo>
                    <a:pt x="341" y="500"/>
                  </a:lnTo>
                  <a:close/>
                  <a:moveTo>
                    <a:pt x="1460" y="824"/>
                  </a:moveTo>
                  <a:cubicBezTo>
                    <a:pt x="1460" y="852"/>
                    <a:pt x="1438" y="874"/>
                    <a:pt x="1410" y="874"/>
                  </a:cubicBezTo>
                  <a:cubicBezTo>
                    <a:pt x="1344" y="874"/>
                    <a:pt x="1344" y="874"/>
                    <a:pt x="1344" y="874"/>
                  </a:cubicBezTo>
                  <a:cubicBezTo>
                    <a:pt x="1323" y="874"/>
                    <a:pt x="1305" y="892"/>
                    <a:pt x="1305" y="913"/>
                  </a:cubicBezTo>
                  <a:cubicBezTo>
                    <a:pt x="1305" y="1030"/>
                    <a:pt x="1305" y="1030"/>
                    <a:pt x="1305" y="1030"/>
                  </a:cubicBezTo>
                  <a:cubicBezTo>
                    <a:pt x="1149" y="898"/>
                    <a:pt x="1149" y="898"/>
                    <a:pt x="1149" y="898"/>
                  </a:cubicBezTo>
                  <a:cubicBezTo>
                    <a:pt x="1131" y="883"/>
                    <a:pt x="1108" y="874"/>
                    <a:pt x="1084" y="874"/>
                  </a:cubicBezTo>
                  <a:cubicBezTo>
                    <a:pt x="637" y="874"/>
                    <a:pt x="637" y="874"/>
                    <a:pt x="637" y="874"/>
                  </a:cubicBezTo>
                  <a:cubicBezTo>
                    <a:pt x="610" y="874"/>
                    <a:pt x="587" y="852"/>
                    <a:pt x="587" y="824"/>
                  </a:cubicBezTo>
                  <a:cubicBezTo>
                    <a:pt x="587" y="345"/>
                    <a:pt x="587" y="345"/>
                    <a:pt x="587" y="345"/>
                  </a:cubicBezTo>
                  <a:cubicBezTo>
                    <a:pt x="587" y="318"/>
                    <a:pt x="610" y="295"/>
                    <a:pt x="637" y="295"/>
                  </a:cubicBezTo>
                  <a:cubicBezTo>
                    <a:pt x="1410" y="295"/>
                    <a:pt x="1410" y="295"/>
                    <a:pt x="1410" y="295"/>
                  </a:cubicBezTo>
                  <a:cubicBezTo>
                    <a:pt x="1438" y="295"/>
                    <a:pt x="1460" y="318"/>
                    <a:pt x="1460" y="345"/>
                  </a:cubicBezTo>
                  <a:lnTo>
                    <a:pt x="1460" y="8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208713" y="3227388"/>
              <a:ext cx="1833563" cy="173037"/>
            </a:xfrm>
            <a:custGeom>
              <a:avLst/>
              <a:gdLst>
                <a:gd name="T0" fmla="*/ 489 w 489"/>
                <a:gd name="T1" fmla="*/ 23 h 46"/>
                <a:gd name="T2" fmla="*/ 467 w 489"/>
                <a:gd name="T3" fmla="*/ 46 h 46"/>
                <a:gd name="T4" fmla="*/ 23 w 489"/>
                <a:gd name="T5" fmla="*/ 46 h 46"/>
                <a:gd name="T6" fmla="*/ 0 w 489"/>
                <a:gd name="T7" fmla="*/ 23 h 46"/>
                <a:gd name="T8" fmla="*/ 23 w 489"/>
                <a:gd name="T9" fmla="*/ 0 h 46"/>
                <a:gd name="T10" fmla="*/ 467 w 489"/>
                <a:gd name="T11" fmla="*/ 0 h 46"/>
                <a:gd name="T12" fmla="*/ 489 w 489"/>
                <a:gd name="T13" fmla="*/ 2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6">
                  <a:moveTo>
                    <a:pt x="489" y="23"/>
                  </a:moveTo>
                  <a:cubicBezTo>
                    <a:pt x="489" y="35"/>
                    <a:pt x="479" y="46"/>
                    <a:pt x="467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10" y="46"/>
                    <a:pt x="0" y="35"/>
                    <a:pt x="0" y="23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6208713" y="3786188"/>
              <a:ext cx="1833563" cy="168275"/>
            </a:xfrm>
            <a:custGeom>
              <a:avLst/>
              <a:gdLst>
                <a:gd name="T0" fmla="*/ 489 w 489"/>
                <a:gd name="T1" fmla="*/ 22 h 45"/>
                <a:gd name="T2" fmla="*/ 467 w 489"/>
                <a:gd name="T3" fmla="*/ 45 h 45"/>
                <a:gd name="T4" fmla="*/ 23 w 489"/>
                <a:gd name="T5" fmla="*/ 45 h 45"/>
                <a:gd name="T6" fmla="*/ 0 w 489"/>
                <a:gd name="T7" fmla="*/ 22 h 45"/>
                <a:gd name="T8" fmla="*/ 23 w 489"/>
                <a:gd name="T9" fmla="*/ 0 h 45"/>
                <a:gd name="T10" fmla="*/ 467 w 489"/>
                <a:gd name="T11" fmla="*/ 0 h 45"/>
                <a:gd name="T12" fmla="*/ 489 w 489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89" h="45">
                  <a:moveTo>
                    <a:pt x="489" y="22"/>
                  </a:moveTo>
                  <a:cubicBezTo>
                    <a:pt x="489" y="35"/>
                    <a:pt x="479" y="45"/>
                    <a:pt x="467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0" y="45"/>
                    <a:pt x="0" y="35"/>
                    <a:pt x="0" y="22"/>
                  </a:cubicBezTo>
                  <a:cubicBezTo>
                    <a:pt x="0" y="10"/>
                    <a:pt x="10" y="0"/>
                    <a:pt x="23" y="0"/>
                  </a:cubicBezTo>
                  <a:cubicBezTo>
                    <a:pt x="467" y="0"/>
                    <a:pt x="467" y="0"/>
                    <a:pt x="467" y="0"/>
                  </a:cubicBezTo>
                  <a:cubicBezTo>
                    <a:pt x="479" y="0"/>
                    <a:pt x="489" y="10"/>
                    <a:pt x="489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3924301" y="1936750"/>
              <a:ext cx="1593850" cy="169862"/>
            </a:xfrm>
            <a:custGeom>
              <a:avLst/>
              <a:gdLst>
                <a:gd name="T0" fmla="*/ 425 w 425"/>
                <a:gd name="T1" fmla="*/ 22 h 45"/>
                <a:gd name="T2" fmla="*/ 403 w 425"/>
                <a:gd name="T3" fmla="*/ 45 h 45"/>
                <a:gd name="T4" fmla="*/ 23 w 425"/>
                <a:gd name="T5" fmla="*/ 45 h 45"/>
                <a:gd name="T6" fmla="*/ 0 w 425"/>
                <a:gd name="T7" fmla="*/ 22 h 45"/>
                <a:gd name="T8" fmla="*/ 23 w 425"/>
                <a:gd name="T9" fmla="*/ 0 h 45"/>
                <a:gd name="T10" fmla="*/ 403 w 425"/>
                <a:gd name="T11" fmla="*/ 0 h 45"/>
                <a:gd name="T12" fmla="*/ 425 w 425"/>
                <a:gd name="T13" fmla="*/ 22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5" h="45">
                  <a:moveTo>
                    <a:pt x="425" y="22"/>
                  </a:moveTo>
                  <a:cubicBezTo>
                    <a:pt x="425" y="35"/>
                    <a:pt x="415" y="45"/>
                    <a:pt x="403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2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403" y="0"/>
                    <a:pt x="403" y="0"/>
                    <a:pt x="403" y="0"/>
                  </a:cubicBezTo>
                  <a:cubicBezTo>
                    <a:pt x="415" y="0"/>
                    <a:pt x="425" y="10"/>
                    <a:pt x="425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3924301" y="2371725"/>
              <a:ext cx="1136650" cy="169862"/>
            </a:xfrm>
            <a:custGeom>
              <a:avLst/>
              <a:gdLst>
                <a:gd name="T0" fmla="*/ 303 w 303"/>
                <a:gd name="T1" fmla="*/ 23 h 45"/>
                <a:gd name="T2" fmla="*/ 281 w 303"/>
                <a:gd name="T3" fmla="*/ 45 h 45"/>
                <a:gd name="T4" fmla="*/ 23 w 303"/>
                <a:gd name="T5" fmla="*/ 45 h 45"/>
                <a:gd name="T6" fmla="*/ 0 w 303"/>
                <a:gd name="T7" fmla="*/ 23 h 45"/>
                <a:gd name="T8" fmla="*/ 23 w 303"/>
                <a:gd name="T9" fmla="*/ 0 h 45"/>
                <a:gd name="T10" fmla="*/ 281 w 303"/>
                <a:gd name="T11" fmla="*/ 0 h 45"/>
                <a:gd name="T12" fmla="*/ 303 w 303"/>
                <a:gd name="T13" fmla="*/ 2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3" h="45">
                  <a:moveTo>
                    <a:pt x="303" y="23"/>
                  </a:moveTo>
                  <a:cubicBezTo>
                    <a:pt x="303" y="35"/>
                    <a:pt x="293" y="45"/>
                    <a:pt x="281" y="45"/>
                  </a:cubicBezTo>
                  <a:cubicBezTo>
                    <a:pt x="23" y="45"/>
                    <a:pt x="23" y="45"/>
                    <a:pt x="23" y="45"/>
                  </a:cubicBezTo>
                  <a:cubicBezTo>
                    <a:pt x="11" y="45"/>
                    <a:pt x="0" y="35"/>
                    <a:pt x="0" y="23"/>
                  </a:cubicBezTo>
                  <a:cubicBezTo>
                    <a:pt x="0" y="10"/>
                    <a:pt x="11" y="0"/>
                    <a:pt x="23" y="0"/>
                  </a:cubicBezTo>
                  <a:cubicBezTo>
                    <a:pt x="281" y="0"/>
                    <a:pt x="281" y="0"/>
                    <a:pt x="281" y="0"/>
                  </a:cubicBezTo>
                  <a:cubicBezTo>
                    <a:pt x="293" y="0"/>
                    <a:pt x="303" y="10"/>
                    <a:pt x="303" y="2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25" name="Freeform 6"/>
          <p:cNvSpPr/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-1" fmla="*/ 7021 w 10000"/>
              <a:gd name="connsiteY0-2" fmla="*/ 0 h 10000"/>
              <a:gd name="connsiteX1-3" fmla="*/ 0 w 10000"/>
              <a:gd name="connsiteY1-4" fmla="*/ 0 h 10000"/>
              <a:gd name="connsiteX2-5" fmla="*/ 197 w 10000"/>
              <a:gd name="connsiteY2-6" fmla="*/ 5024 h 10000"/>
              <a:gd name="connsiteX3-7" fmla="*/ 0 w 10000"/>
              <a:gd name="connsiteY3-8" fmla="*/ 10000 h 10000"/>
              <a:gd name="connsiteX4-9" fmla="*/ 10000 w 10000"/>
              <a:gd name="connsiteY4-10" fmla="*/ 10000 h 10000"/>
              <a:gd name="connsiteX5-11" fmla="*/ 7736 w 10000"/>
              <a:gd name="connsiteY5-12" fmla="*/ 5574 h 10000"/>
              <a:gd name="connsiteX6-13" fmla="*/ 7021 w 10000"/>
              <a:gd name="connsiteY6-14" fmla="*/ 0 h 10000"/>
              <a:gd name="connsiteX0-15" fmla="*/ 7021 w 7736"/>
              <a:gd name="connsiteY0-16" fmla="*/ 0 h 10038"/>
              <a:gd name="connsiteX1-17" fmla="*/ 0 w 7736"/>
              <a:gd name="connsiteY1-18" fmla="*/ 0 h 10038"/>
              <a:gd name="connsiteX2-19" fmla="*/ 197 w 7736"/>
              <a:gd name="connsiteY2-20" fmla="*/ 5024 h 10038"/>
              <a:gd name="connsiteX3-21" fmla="*/ 0 w 7736"/>
              <a:gd name="connsiteY3-22" fmla="*/ 10000 h 10038"/>
              <a:gd name="connsiteX4-23" fmla="*/ 7017 w 7736"/>
              <a:gd name="connsiteY4-24" fmla="*/ 10038 h 10038"/>
              <a:gd name="connsiteX5-25" fmla="*/ 7736 w 7736"/>
              <a:gd name="connsiteY5-26" fmla="*/ 5574 h 10038"/>
              <a:gd name="connsiteX6-27" fmla="*/ 7021 w 7736"/>
              <a:gd name="connsiteY6-28" fmla="*/ 0 h 10038"/>
              <a:gd name="connsiteX0-29" fmla="*/ 9076 w 9316"/>
              <a:gd name="connsiteY0-30" fmla="*/ 0 h 10000"/>
              <a:gd name="connsiteX1-31" fmla="*/ 0 w 9316"/>
              <a:gd name="connsiteY1-32" fmla="*/ 0 h 10000"/>
              <a:gd name="connsiteX2-33" fmla="*/ 255 w 9316"/>
              <a:gd name="connsiteY2-34" fmla="*/ 5005 h 10000"/>
              <a:gd name="connsiteX3-35" fmla="*/ 0 w 9316"/>
              <a:gd name="connsiteY3-36" fmla="*/ 9962 h 10000"/>
              <a:gd name="connsiteX4-37" fmla="*/ 9071 w 9316"/>
              <a:gd name="connsiteY4-38" fmla="*/ 10000 h 10000"/>
              <a:gd name="connsiteX5-39" fmla="*/ 9316 w 9316"/>
              <a:gd name="connsiteY5-40" fmla="*/ 5668 h 10000"/>
              <a:gd name="connsiteX6-41" fmla="*/ 9076 w 9316"/>
              <a:gd name="connsiteY6-42" fmla="*/ 0 h 10000"/>
              <a:gd name="connsiteX0-43" fmla="*/ 9742 w 10000"/>
              <a:gd name="connsiteY0-44" fmla="*/ 0 h 10000"/>
              <a:gd name="connsiteX1-45" fmla="*/ 0 w 10000"/>
              <a:gd name="connsiteY1-46" fmla="*/ 0 h 10000"/>
              <a:gd name="connsiteX2-47" fmla="*/ 274 w 10000"/>
              <a:gd name="connsiteY2-48" fmla="*/ 5005 h 10000"/>
              <a:gd name="connsiteX3-49" fmla="*/ 0 w 10000"/>
              <a:gd name="connsiteY3-50" fmla="*/ 9962 h 10000"/>
              <a:gd name="connsiteX4-51" fmla="*/ 9737 w 10000"/>
              <a:gd name="connsiteY4-52" fmla="*/ 10000 h 10000"/>
              <a:gd name="connsiteX5-53" fmla="*/ 10000 w 10000"/>
              <a:gd name="connsiteY5-54" fmla="*/ 5668 h 10000"/>
              <a:gd name="connsiteX6-55" fmla="*/ 9742 w 10000"/>
              <a:gd name="connsiteY6-56" fmla="*/ 0 h 10000"/>
              <a:gd name="connsiteX0-57" fmla="*/ 9742 w 9877"/>
              <a:gd name="connsiteY0-58" fmla="*/ 0 h 10000"/>
              <a:gd name="connsiteX1-59" fmla="*/ 0 w 9877"/>
              <a:gd name="connsiteY1-60" fmla="*/ 0 h 10000"/>
              <a:gd name="connsiteX2-61" fmla="*/ 274 w 9877"/>
              <a:gd name="connsiteY2-62" fmla="*/ 5005 h 10000"/>
              <a:gd name="connsiteX3-63" fmla="*/ 0 w 9877"/>
              <a:gd name="connsiteY3-64" fmla="*/ 9962 h 10000"/>
              <a:gd name="connsiteX4-65" fmla="*/ 9737 w 9877"/>
              <a:gd name="connsiteY4-66" fmla="*/ 10000 h 10000"/>
              <a:gd name="connsiteX5-67" fmla="*/ 9738 w 9877"/>
              <a:gd name="connsiteY5-68" fmla="*/ 5783 h 10000"/>
              <a:gd name="connsiteX6-69" fmla="*/ 9742 w 9877"/>
              <a:gd name="connsiteY6-70" fmla="*/ 0 h 10000"/>
              <a:gd name="connsiteX0-71" fmla="*/ 9863 w 9991"/>
              <a:gd name="connsiteY0-72" fmla="*/ 0 h 10000"/>
              <a:gd name="connsiteX1-73" fmla="*/ 0 w 9991"/>
              <a:gd name="connsiteY1-74" fmla="*/ 0 h 10000"/>
              <a:gd name="connsiteX2-75" fmla="*/ 277 w 9991"/>
              <a:gd name="connsiteY2-76" fmla="*/ 5005 h 10000"/>
              <a:gd name="connsiteX3-77" fmla="*/ 0 w 9991"/>
              <a:gd name="connsiteY3-78" fmla="*/ 9962 h 10000"/>
              <a:gd name="connsiteX4-79" fmla="*/ 9858 w 9991"/>
              <a:gd name="connsiteY4-80" fmla="*/ 10000 h 10000"/>
              <a:gd name="connsiteX5-81" fmla="*/ 9817 w 9991"/>
              <a:gd name="connsiteY5-82" fmla="*/ 5783 h 10000"/>
              <a:gd name="connsiteX6-83" fmla="*/ 9863 w 9991"/>
              <a:gd name="connsiteY6-84" fmla="*/ 0 h 10000"/>
              <a:gd name="connsiteX0-85" fmla="*/ 9872 w 10014"/>
              <a:gd name="connsiteY0-86" fmla="*/ 0 h 10000"/>
              <a:gd name="connsiteX1-87" fmla="*/ 0 w 10014"/>
              <a:gd name="connsiteY1-88" fmla="*/ 0 h 10000"/>
              <a:gd name="connsiteX2-89" fmla="*/ 277 w 10014"/>
              <a:gd name="connsiteY2-90" fmla="*/ 5005 h 10000"/>
              <a:gd name="connsiteX3-91" fmla="*/ 0 w 10014"/>
              <a:gd name="connsiteY3-92" fmla="*/ 9962 h 10000"/>
              <a:gd name="connsiteX4-93" fmla="*/ 9867 w 10014"/>
              <a:gd name="connsiteY4-94" fmla="*/ 10000 h 10000"/>
              <a:gd name="connsiteX5-95" fmla="*/ 9890 w 10014"/>
              <a:gd name="connsiteY5-96" fmla="*/ 5745 h 10000"/>
              <a:gd name="connsiteX6-97" fmla="*/ 9872 w 10014"/>
              <a:gd name="connsiteY6-98" fmla="*/ 0 h 10000"/>
              <a:gd name="connsiteX0-99" fmla="*/ 9872 w 10030"/>
              <a:gd name="connsiteY0-100" fmla="*/ 0 h 10000"/>
              <a:gd name="connsiteX1-101" fmla="*/ 0 w 10030"/>
              <a:gd name="connsiteY1-102" fmla="*/ 0 h 10000"/>
              <a:gd name="connsiteX2-103" fmla="*/ 277 w 10030"/>
              <a:gd name="connsiteY2-104" fmla="*/ 5005 h 10000"/>
              <a:gd name="connsiteX3-105" fmla="*/ 0 w 10030"/>
              <a:gd name="connsiteY3-106" fmla="*/ 9962 h 10000"/>
              <a:gd name="connsiteX4-107" fmla="*/ 9867 w 10030"/>
              <a:gd name="connsiteY4-108" fmla="*/ 10000 h 10000"/>
              <a:gd name="connsiteX5-109" fmla="*/ 9890 w 10030"/>
              <a:gd name="connsiteY5-110" fmla="*/ 5745 h 10000"/>
              <a:gd name="connsiteX6-111" fmla="*/ 9872 w 10030"/>
              <a:gd name="connsiteY6-112" fmla="*/ 0 h 10000"/>
              <a:gd name="connsiteX0-113" fmla="*/ 9872 w 9921"/>
              <a:gd name="connsiteY0-114" fmla="*/ 0 h 10000"/>
              <a:gd name="connsiteX1-115" fmla="*/ 0 w 9921"/>
              <a:gd name="connsiteY1-116" fmla="*/ 0 h 10000"/>
              <a:gd name="connsiteX2-117" fmla="*/ 277 w 9921"/>
              <a:gd name="connsiteY2-118" fmla="*/ 5005 h 10000"/>
              <a:gd name="connsiteX3-119" fmla="*/ 0 w 9921"/>
              <a:gd name="connsiteY3-120" fmla="*/ 9962 h 10000"/>
              <a:gd name="connsiteX4-121" fmla="*/ 9867 w 9921"/>
              <a:gd name="connsiteY4-122" fmla="*/ 10000 h 10000"/>
              <a:gd name="connsiteX5-123" fmla="*/ 9890 w 9921"/>
              <a:gd name="connsiteY5-124" fmla="*/ 5745 h 10000"/>
              <a:gd name="connsiteX6-125" fmla="*/ 9872 w 9921"/>
              <a:gd name="connsiteY6-126" fmla="*/ 0 h 10000"/>
              <a:gd name="connsiteX0-127" fmla="*/ 9951 w 9974"/>
              <a:gd name="connsiteY0-128" fmla="*/ 0 h 10000"/>
              <a:gd name="connsiteX1-129" fmla="*/ 0 w 9974"/>
              <a:gd name="connsiteY1-130" fmla="*/ 0 h 10000"/>
              <a:gd name="connsiteX2-131" fmla="*/ 279 w 9974"/>
              <a:gd name="connsiteY2-132" fmla="*/ 5005 h 10000"/>
              <a:gd name="connsiteX3-133" fmla="*/ 0 w 9974"/>
              <a:gd name="connsiteY3-134" fmla="*/ 9962 h 10000"/>
              <a:gd name="connsiteX4-135" fmla="*/ 9946 w 9974"/>
              <a:gd name="connsiteY4-136" fmla="*/ 10000 h 10000"/>
              <a:gd name="connsiteX5-137" fmla="*/ 9969 w 9974"/>
              <a:gd name="connsiteY5-138" fmla="*/ 5745 h 10000"/>
              <a:gd name="connsiteX6-139" fmla="*/ 9951 w 9974"/>
              <a:gd name="connsiteY6-140" fmla="*/ 0 h 10000"/>
              <a:gd name="connsiteX0-141" fmla="*/ 9977 w 10001"/>
              <a:gd name="connsiteY0-142" fmla="*/ 0 h 10000"/>
              <a:gd name="connsiteX1-143" fmla="*/ 0 w 10001"/>
              <a:gd name="connsiteY1-144" fmla="*/ 0 h 10000"/>
              <a:gd name="connsiteX2-145" fmla="*/ 280 w 10001"/>
              <a:gd name="connsiteY2-146" fmla="*/ 5005 h 10000"/>
              <a:gd name="connsiteX3-147" fmla="*/ 0 w 10001"/>
              <a:gd name="connsiteY3-148" fmla="*/ 9962 h 10000"/>
              <a:gd name="connsiteX4-149" fmla="*/ 9972 w 10001"/>
              <a:gd name="connsiteY4-150" fmla="*/ 10000 h 10000"/>
              <a:gd name="connsiteX5-151" fmla="*/ 9995 w 10001"/>
              <a:gd name="connsiteY5-152" fmla="*/ 5745 h 10000"/>
              <a:gd name="connsiteX6-153" fmla="*/ 9977 w 10001"/>
              <a:gd name="connsiteY6-154" fmla="*/ 0 h 10000"/>
              <a:gd name="connsiteX0-155" fmla="*/ 9977 w 10001"/>
              <a:gd name="connsiteY0-156" fmla="*/ 0 h 10000"/>
              <a:gd name="connsiteX1-157" fmla="*/ 0 w 10001"/>
              <a:gd name="connsiteY1-158" fmla="*/ 0 h 10000"/>
              <a:gd name="connsiteX2-159" fmla="*/ 280 w 10001"/>
              <a:gd name="connsiteY2-160" fmla="*/ 5005 h 10000"/>
              <a:gd name="connsiteX3-161" fmla="*/ 0 w 10001"/>
              <a:gd name="connsiteY3-162" fmla="*/ 9962 h 10000"/>
              <a:gd name="connsiteX4-163" fmla="*/ 9972 w 10001"/>
              <a:gd name="connsiteY4-164" fmla="*/ 10000 h 10000"/>
              <a:gd name="connsiteX5-165" fmla="*/ 9995 w 10001"/>
              <a:gd name="connsiteY5-166" fmla="*/ 5745 h 10000"/>
              <a:gd name="connsiteX6-167" fmla="*/ 9977 w 10001"/>
              <a:gd name="connsiteY6-168" fmla="*/ 0 h 10000"/>
              <a:gd name="connsiteX0-169" fmla="*/ 9977 w 10001"/>
              <a:gd name="connsiteY0-170" fmla="*/ 0 h 10000"/>
              <a:gd name="connsiteX1-171" fmla="*/ 0 w 10001"/>
              <a:gd name="connsiteY1-172" fmla="*/ 0 h 10000"/>
              <a:gd name="connsiteX2-173" fmla="*/ 280 w 10001"/>
              <a:gd name="connsiteY2-174" fmla="*/ 5005 h 10000"/>
              <a:gd name="connsiteX3-175" fmla="*/ 0 w 10001"/>
              <a:gd name="connsiteY3-176" fmla="*/ 9962 h 10000"/>
              <a:gd name="connsiteX4-177" fmla="*/ 9972 w 10001"/>
              <a:gd name="connsiteY4-178" fmla="*/ 10000 h 10000"/>
              <a:gd name="connsiteX5-179" fmla="*/ 9995 w 10001"/>
              <a:gd name="connsiteY5-180" fmla="*/ 5745 h 10000"/>
              <a:gd name="connsiteX6-181" fmla="*/ 9977 w 10001"/>
              <a:gd name="connsiteY6-182" fmla="*/ 0 h 10000"/>
              <a:gd name="connsiteX0-183" fmla="*/ 9977 w 9995"/>
              <a:gd name="connsiteY0-184" fmla="*/ 0 h 10000"/>
              <a:gd name="connsiteX1-185" fmla="*/ 0 w 9995"/>
              <a:gd name="connsiteY1-186" fmla="*/ 0 h 10000"/>
              <a:gd name="connsiteX2-187" fmla="*/ 280 w 9995"/>
              <a:gd name="connsiteY2-188" fmla="*/ 5005 h 10000"/>
              <a:gd name="connsiteX3-189" fmla="*/ 0 w 9995"/>
              <a:gd name="connsiteY3-190" fmla="*/ 9962 h 10000"/>
              <a:gd name="connsiteX4-191" fmla="*/ 9972 w 9995"/>
              <a:gd name="connsiteY4-192" fmla="*/ 10000 h 10000"/>
              <a:gd name="connsiteX5-193" fmla="*/ 9995 w 9995"/>
              <a:gd name="connsiteY5-194" fmla="*/ 5745 h 10000"/>
              <a:gd name="connsiteX6-195" fmla="*/ 9977 w 9995"/>
              <a:gd name="connsiteY6-196" fmla="*/ 0 h 10000"/>
              <a:gd name="connsiteX0-197" fmla="*/ 9999 w 10000"/>
              <a:gd name="connsiteY0-198" fmla="*/ 0 h 10000"/>
              <a:gd name="connsiteX1-199" fmla="*/ 0 w 10000"/>
              <a:gd name="connsiteY1-200" fmla="*/ 0 h 10000"/>
              <a:gd name="connsiteX2-201" fmla="*/ 280 w 10000"/>
              <a:gd name="connsiteY2-202" fmla="*/ 5005 h 10000"/>
              <a:gd name="connsiteX3-203" fmla="*/ 0 w 10000"/>
              <a:gd name="connsiteY3-204" fmla="*/ 9962 h 10000"/>
              <a:gd name="connsiteX4-205" fmla="*/ 9977 w 10000"/>
              <a:gd name="connsiteY4-206" fmla="*/ 10000 h 10000"/>
              <a:gd name="connsiteX5-207" fmla="*/ 10000 w 10000"/>
              <a:gd name="connsiteY5-208" fmla="*/ 5745 h 10000"/>
              <a:gd name="connsiteX6-209" fmla="*/ 9999 w 10000"/>
              <a:gd name="connsiteY6-210" fmla="*/ 0 h 10000"/>
              <a:gd name="connsiteX0-211" fmla="*/ 9999 w 10004"/>
              <a:gd name="connsiteY0-212" fmla="*/ 0 h 10000"/>
              <a:gd name="connsiteX1-213" fmla="*/ 0 w 10004"/>
              <a:gd name="connsiteY1-214" fmla="*/ 0 h 10000"/>
              <a:gd name="connsiteX2-215" fmla="*/ 280 w 10004"/>
              <a:gd name="connsiteY2-216" fmla="*/ 5005 h 10000"/>
              <a:gd name="connsiteX3-217" fmla="*/ 0 w 10004"/>
              <a:gd name="connsiteY3-218" fmla="*/ 9962 h 10000"/>
              <a:gd name="connsiteX4-219" fmla="*/ 10000 w 10004"/>
              <a:gd name="connsiteY4-220" fmla="*/ 10000 h 10000"/>
              <a:gd name="connsiteX5-221" fmla="*/ 10000 w 10004"/>
              <a:gd name="connsiteY5-222" fmla="*/ 5745 h 10000"/>
              <a:gd name="connsiteX6-223" fmla="*/ 9999 w 10004"/>
              <a:gd name="connsiteY6-224" fmla="*/ 0 h 10000"/>
              <a:gd name="connsiteX0-225" fmla="*/ 9999 w 10000"/>
              <a:gd name="connsiteY0-226" fmla="*/ 0 h 10000"/>
              <a:gd name="connsiteX1-227" fmla="*/ 0 w 10000"/>
              <a:gd name="connsiteY1-228" fmla="*/ 0 h 10000"/>
              <a:gd name="connsiteX2-229" fmla="*/ 280 w 10000"/>
              <a:gd name="connsiteY2-230" fmla="*/ 5005 h 10000"/>
              <a:gd name="connsiteX3-231" fmla="*/ 0 w 10000"/>
              <a:gd name="connsiteY3-232" fmla="*/ 9962 h 10000"/>
              <a:gd name="connsiteX4-233" fmla="*/ 10000 w 10000"/>
              <a:gd name="connsiteY4-234" fmla="*/ 10000 h 10000"/>
              <a:gd name="connsiteX5-235" fmla="*/ 10000 w 10000"/>
              <a:gd name="connsiteY5-236" fmla="*/ 5745 h 10000"/>
              <a:gd name="connsiteX6-237" fmla="*/ 9999 w 10000"/>
              <a:gd name="connsiteY6-238" fmla="*/ 0 h 10000"/>
              <a:gd name="connsiteX0-239" fmla="*/ 14796 w 14796"/>
              <a:gd name="connsiteY0-240" fmla="*/ 0 h 10000"/>
              <a:gd name="connsiteX1-241" fmla="*/ 0 w 14796"/>
              <a:gd name="connsiteY1-242" fmla="*/ 0 h 10000"/>
              <a:gd name="connsiteX2-243" fmla="*/ 280 w 14796"/>
              <a:gd name="connsiteY2-244" fmla="*/ 5005 h 10000"/>
              <a:gd name="connsiteX3-245" fmla="*/ 0 w 14796"/>
              <a:gd name="connsiteY3-246" fmla="*/ 9962 h 10000"/>
              <a:gd name="connsiteX4-247" fmla="*/ 10000 w 14796"/>
              <a:gd name="connsiteY4-248" fmla="*/ 10000 h 10000"/>
              <a:gd name="connsiteX5-249" fmla="*/ 10000 w 14796"/>
              <a:gd name="connsiteY5-250" fmla="*/ 5745 h 10000"/>
              <a:gd name="connsiteX6-251" fmla="*/ 14796 w 14796"/>
              <a:gd name="connsiteY6-252" fmla="*/ 0 h 10000"/>
              <a:gd name="connsiteX0-253" fmla="*/ 14796 w 14796"/>
              <a:gd name="connsiteY0-254" fmla="*/ 0 h 9968"/>
              <a:gd name="connsiteX1-255" fmla="*/ 0 w 14796"/>
              <a:gd name="connsiteY1-256" fmla="*/ 0 h 9968"/>
              <a:gd name="connsiteX2-257" fmla="*/ 280 w 14796"/>
              <a:gd name="connsiteY2-258" fmla="*/ 5005 h 9968"/>
              <a:gd name="connsiteX3-259" fmla="*/ 0 w 14796"/>
              <a:gd name="connsiteY3-260" fmla="*/ 9962 h 9968"/>
              <a:gd name="connsiteX4-261" fmla="*/ 14788 w 14796"/>
              <a:gd name="connsiteY4-262" fmla="*/ 9968 h 9968"/>
              <a:gd name="connsiteX5-263" fmla="*/ 10000 w 14796"/>
              <a:gd name="connsiteY5-264" fmla="*/ 5745 h 9968"/>
              <a:gd name="connsiteX6-265" fmla="*/ 14796 w 14796"/>
              <a:gd name="connsiteY6-266" fmla="*/ 0 h 9968"/>
              <a:gd name="connsiteX0-267" fmla="*/ 10000 w 10000"/>
              <a:gd name="connsiteY0-268" fmla="*/ 0 h 10000"/>
              <a:gd name="connsiteX1-269" fmla="*/ 0 w 10000"/>
              <a:gd name="connsiteY1-270" fmla="*/ 0 h 10000"/>
              <a:gd name="connsiteX2-271" fmla="*/ 189 w 10000"/>
              <a:gd name="connsiteY2-272" fmla="*/ 5021 h 10000"/>
              <a:gd name="connsiteX3-273" fmla="*/ 0 w 10000"/>
              <a:gd name="connsiteY3-274" fmla="*/ 9994 h 10000"/>
              <a:gd name="connsiteX4-275" fmla="*/ 9995 w 10000"/>
              <a:gd name="connsiteY4-276" fmla="*/ 10000 h 10000"/>
              <a:gd name="connsiteX5-277" fmla="*/ 9998 w 10000"/>
              <a:gd name="connsiteY5-278" fmla="*/ 6152 h 10000"/>
              <a:gd name="connsiteX6-279" fmla="*/ 10000 w 10000"/>
              <a:gd name="connsiteY6-28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26" name="Freeform 11"/>
          <p:cNvSpPr/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#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目标</a:t>
            </a:r>
            <a:endParaRPr lang="en-US" altLang="zh-CN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43199" y="440668"/>
            <a:ext cx="533761" cy="533470"/>
            <a:chOff x="2960687" y="4865687"/>
            <a:chExt cx="1698626" cy="1697038"/>
          </a:xfrm>
          <a:solidFill>
            <a:schemeClr val="bg1"/>
          </a:solidFill>
        </p:grpSpPr>
        <p:sp>
          <p:nvSpPr>
            <p:cNvPr id="8" name="Freeform 6"/>
            <p:cNvSpPr/>
            <p:nvPr/>
          </p:nvSpPr>
          <p:spPr bwMode="auto">
            <a:xfrm>
              <a:off x="2960687" y="5251450"/>
              <a:ext cx="1311275" cy="1311275"/>
            </a:xfrm>
            <a:custGeom>
              <a:avLst/>
              <a:gdLst>
                <a:gd name="T0" fmla="*/ 1114 w 1293"/>
                <a:gd name="T1" fmla="*/ 294 h 1293"/>
                <a:gd name="T2" fmla="*/ 1233 w 1293"/>
                <a:gd name="T3" fmla="*/ 647 h 1293"/>
                <a:gd name="T4" fmla="*/ 647 w 1293"/>
                <a:gd name="T5" fmla="*/ 1233 h 1293"/>
                <a:gd name="T6" fmla="*/ 60 w 1293"/>
                <a:gd name="T7" fmla="*/ 647 h 1293"/>
                <a:gd name="T8" fmla="*/ 647 w 1293"/>
                <a:gd name="T9" fmla="*/ 60 h 1293"/>
                <a:gd name="T10" fmla="*/ 1001 w 1293"/>
                <a:gd name="T11" fmla="*/ 180 h 1293"/>
                <a:gd name="T12" fmla="*/ 1044 w 1293"/>
                <a:gd name="T13" fmla="*/ 137 h 1293"/>
                <a:gd name="T14" fmla="*/ 647 w 1293"/>
                <a:gd name="T15" fmla="*/ 0 h 1293"/>
                <a:gd name="T16" fmla="*/ 0 w 1293"/>
                <a:gd name="T17" fmla="*/ 647 h 1293"/>
                <a:gd name="T18" fmla="*/ 647 w 1293"/>
                <a:gd name="T19" fmla="*/ 1293 h 1293"/>
                <a:gd name="T20" fmla="*/ 1293 w 1293"/>
                <a:gd name="T21" fmla="*/ 647 h 1293"/>
                <a:gd name="T22" fmla="*/ 1157 w 1293"/>
                <a:gd name="T23" fmla="*/ 251 h 1293"/>
                <a:gd name="T24" fmla="*/ 1114 w 1293"/>
                <a:gd name="T25" fmla="*/ 294 h 1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93" h="1293">
                  <a:moveTo>
                    <a:pt x="1114" y="294"/>
                  </a:moveTo>
                  <a:cubicBezTo>
                    <a:pt x="1189" y="392"/>
                    <a:pt x="1233" y="514"/>
                    <a:pt x="1233" y="647"/>
                  </a:cubicBezTo>
                  <a:cubicBezTo>
                    <a:pt x="1233" y="970"/>
                    <a:pt x="970" y="1233"/>
                    <a:pt x="647" y="1233"/>
                  </a:cubicBezTo>
                  <a:cubicBezTo>
                    <a:pt x="323" y="1233"/>
                    <a:pt x="60" y="970"/>
                    <a:pt x="60" y="647"/>
                  </a:cubicBezTo>
                  <a:cubicBezTo>
                    <a:pt x="60" y="323"/>
                    <a:pt x="323" y="60"/>
                    <a:pt x="647" y="60"/>
                  </a:cubicBezTo>
                  <a:cubicBezTo>
                    <a:pt x="780" y="60"/>
                    <a:pt x="903" y="105"/>
                    <a:pt x="1001" y="180"/>
                  </a:cubicBezTo>
                  <a:cubicBezTo>
                    <a:pt x="1044" y="137"/>
                    <a:pt x="1044" y="137"/>
                    <a:pt x="1044" y="137"/>
                  </a:cubicBezTo>
                  <a:cubicBezTo>
                    <a:pt x="934" y="52"/>
                    <a:pt x="796" y="0"/>
                    <a:pt x="647" y="0"/>
                  </a:cubicBezTo>
                  <a:cubicBezTo>
                    <a:pt x="290" y="0"/>
                    <a:pt x="0" y="290"/>
                    <a:pt x="0" y="647"/>
                  </a:cubicBezTo>
                  <a:cubicBezTo>
                    <a:pt x="0" y="1003"/>
                    <a:pt x="290" y="1293"/>
                    <a:pt x="647" y="1293"/>
                  </a:cubicBezTo>
                  <a:cubicBezTo>
                    <a:pt x="1003" y="1293"/>
                    <a:pt x="1293" y="1003"/>
                    <a:pt x="1293" y="647"/>
                  </a:cubicBezTo>
                  <a:cubicBezTo>
                    <a:pt x="1293" y="498"/>
                    <a:pt x="1242" y="360"/>
                    <a:pt x="1157" y="251"/>
                  </a:cubicBezTo>
                  <a:lnTo>
                    <a:pt x="1114" y="2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3168650" y="5459413"/>
              <a:ext cx="895350" cy="895350"/>
            </a:xfrm>
            <a:custGeom>
              <a:avLst/>
              <a:gdLst>
                <a:gd name="T0" fmla="*/ 762 w 883"/>
                <a:gd name="T1" fmla="*/ 235 h 883"/>
                <a:gd name="T2" fmla="*/ 823 w 883"/>
                <a:gd name="T3" fmla="*/ 442 h 883"/>
                <a:gd name="T4" fmla="*/ 442 w 883"/>
                <a:gd name="T5" fmla="*/ 823 h 883"/>
                <a:gd name="T6" fmla="*/ 60 w 883"/>
                <a:gd name="T7" fmla="*/ 442 h 883"/>
                <a:gd name="T8" fmla="*/ 442 w 883"/>
                <a:gd name="T9" fmla="*/ 60 h 883"/>
                <a:gd name="T10" fmla="*/ 649 w 883"/>
                <a:gd name="T11" fmla="*/ 122 h 883"/>
                <a:gd name="T12" fmla="*/ 692 w 883"/>
                <a:gd name="T13" fmla="*/ 78 h 883"/>
                <a:gd name="T14" fmla="*/ 442 w 883"/>
                <a:gd name="T15" fmla="*/ 0 h 883"/>
                <a:gd name="T16" fmla="*/ 0 w 883"/>
                <a:gd name="T17" fmla="*/ 442 h 883"/>
                <a:gd name="T18" fmla="*/ 442 w 883"/>
                <a:gd name="T19" fmla="*/ 883 h 883"/>
                <a:gd name="T20" fmla="*/ 883 w 883"/>
                <a:gd name="T21" fmla="*/ 442 h 883"/>
                <a:gd name="T22" fmla="*/ 806 w 883"/>
                <a:gd name="T23" fmla="*/ 192 h 883"/>
                <a:gd name="T24" fmla="*/ 762 w 883"/>
                <a:gd name="T25" fmla="*/ 235 h 8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83" h="883">
                  <a:moveTo>
                    <a:pt x="762" y="235"/>
                  </a:moveTo>
                  <a:cubicBezTo>
                    <a:pt x="801" y="295"/>
                    <a:pt x="823" y="366"/>
                    <a:pt x="823" y="442"/>
                  </a:cubicBezTo>
                  <a:cubicBezTo>
                    <a:pt x="823" y="652"/>
                    <a:pt x="652" y="823"/>
                    <a:pt x="442" y="823"/>
                  </a:cubicBezTo>
                  <a:cubicBezTo>
                    <a:pt x="231" y="823"/>
                    <a:pt x="60" y="652"/>
                    <a:pt x="60" y="442"/>
                  </a:cubicBezTo>
                  <a:cubicBezTo>
                    <a:pt x="60" y="231"/>
                    <a:pt x="231" y="60"/>
                    <a:pt x="442" y="60"/>
                  </a:cubicBezTo>
                  <a:cubicBezTo>
                    <a:pt x="518" y="60"/>
                    <a:pt x="589" y="83"/>
                    <a:pt x="649" y="122"/>
                  </a:cubicBezTo>
                  <a:cubicBezTo>
                    <a:pt x="692" y="78"/>
                    <a:pt x="692" y="78"/>
                    <a:pt x="692" y="78"/>
                  </a:cubicBezTo>
                  <a:cubicBezTo>
                    <a:pt x="621" y="29"/>
                    <a:pt x="535" y="0"/>
                    <a:pt x="442" y="0"/>
                  </a:cubicBezTo>
                  <a:cubicBezTo>
                    <a:pt x="198" y="0"/>
                    <a:pt x="0" y="198"/>
                    <a:pt x="0" y="442"/>
                  </a:cubicBezTo>
                  <a:cubicBezTo>
                    <a:pt x="0" y="685"/>
                    <a:pt x="198" y="883"/>
                    <a:pt x="442" y="883"/>
                  </a:cubicBezTo>
                  <a:cubicBezTo>
                    <a:pt x="685" y="883"/>
                    <a:pt x="883" y="685"/>
                    <a:pt x="883" y="442"/>
                  </a:cubicBezTo>
                  <a:cubicBezTo>
                    <a:pt x="883" y="349"/>
                    <a:pt x="855" y="263"/>
                    <a:pt x="806" y="192"/>
                  </a:cubicBezTo>
                  <a:lnTo>
                    <a:pt x="762" y="2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3384550" y="5675313"/>
              <a:ext cx="463550" cy="463550"/>
            </a:xfrm>
            <a:custGeom>
              <a:avLst/>
              <a:gdLst>
                <a:gd name="T0" fmla="*/ 390 w 457"/>
                <a:gd name="T1" fmla="*/ 181 h 457"/>
                <a:gd name="T2" fmla="*/ 397 w 457"/>
                <a:gd name="T3" fmla="*/ 229 h 457"/>
                <a:gd name="T4" fmla="*/ 229 w 457"/>
                <a:gd name="T5" fmla="*/ 397 h 457"/>
                <a:gd name="T6" fmla="*/ 60 w 457"/>
                <a:gd name="T7" fmla="*/ 229 h 457"/>
                <a:gd name="T8" fmla="*/ 229 w 457"/>
                <a:gd name="T9" fmla="*/ 60 h 457"/>
                <a:gd name="T10" fmla="*/ 277 w 457"/>
                <a:gd name="T11" fmla="*/ 67 h 457"/>
                <a:gd name="T12" fmla="*/ 324 w 457"/>
                <a:gd name="T13" fmla="*/ 21 h 457"/>
                <a:gd name="T14" fmla="*/ 229 w 457"/>
                <a:gd name="T15" fmla="*/ 0 h 457"/>
                <a:gd name="T16" fmla="*/ 0 w 457"/>
                <a:gd name="T17" fmla="*/ 229 h 457"/>
                <a:gd name="T18" fmla="*/ 229 w 457"/>
                <a:gd name="T19" fmla="*/ 457 h 457"/>
                <a:gd name="T20" fmla="*/ 457 w 457"/>
                <a:gd name="T21" fmla="*/ 229 h 457"/>
                <a:gd name="T22" fmla="*/ 437 w 457"/>
                <a:gd name="T23" fmla="*/ 134 h 457"/>
                <a:gd name="T24" fmla="*/ 390 w 457"/>
                <a:gd name="T25" fmla="*/ 181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7" h="457">
                  <a:moveTo>
                    <a:pt x="390" y="181"/>
                  </a:moveTo>
                  <a:cubicBezTo>
                    <a:pt x="395" y="196"/>
                    <a:pt x="397" y="212"/>
                    <a:pt x="397" y="229"/>
                  </a:cubicBezTo>
                  <a:cubicBezTo>
                    <a:pt x="397" y="322"/>
                    <a:pt x="322" y="397"/>
                    <a:pt x="229" y="397"/>
                  </a:cubicBezTo>
                  <a:cubicBezTo>
                    <a:pt x="136" y="397"/>
                    <a:pt x="60" y="322"/>
                    <a:pt x="60" y="229"/>
                  </a:cubicBezTo>
                  <a:cubicBezTo>
                    <a:pt x="60" y="136"/>
                    <a:pt x="136" y="60"/>
                    <a:pt x="229" y="60"/>
                  </a:cubicBezTo>
                  <a:cubicBezTo>
                    <a:pt x="245" y="60"/>
                    <a:pt x="262" y="63"/>
                    <a:pt x="277" y="67"/>
                  </a:cubicBezTo>
                  <a:cubicBezTo>
                    <a:pt x="324" y="21"/>
                    <a:pt x="324" y="21"/>
                    <a:pt x="324" y="21"/>
                  </a:cubicBezTo>
                  <a:cubicBezTo>
                    <a:pt x="295" y="8"/>
                    <a:pt x="263" y="0"/>
                    <a:pt x="229" y="0"/>
                  </a:cubicBezTo>
                  <a:cubicBezTo>
                    <a:pt x="103" y="0"/>
                    <a:pt x="0" y="103"/>
                    <a:pt x="0" y="229"/>
                  </a:cubicBezTo>
                  <a:cubicBezTo>
                    <a:pt x="0" y="355"/>
                    <a:pt x="103" y="457"/>
                    <a:pt x="229" y="457"/>
                  </a:cubicBezTo>
                  <a:cubicBezTo>
                    <a:pt x="355" y="457"/>
                    <a:pt x="457" y="355"/>
                    <a:pt x="457" y="229"/>
                  </a:cubicBezTo>
                  <a:cubicBezTo>
                    <a:pt x="457" y="195"/>
                    <a:pt x="450" y="163"/>
                    <a:pt x="437" y="134"/>
                  </a:cubicBezTo>
                  <a:lnTo>
                    <a:pt x="390" y="1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3582988" y="5092700"/>
              <a:ext cx="850900" cy="844550"/>
            </a:xfrm>
            <a:custGeom>
              <a:avLst/>
              <a:gdLst>
                <a:gd name="T0" fmla="*/ 33 w 839"/>
                <a:gd name="T1" fmla="*/ 834 h 834"/>
                <a:gd name="T2" fmla="*/ 11 w 839"/>
                <a:gd name="T3" fmla="*/ 825 h 834"/>
                <a:gd name="T4" fmla="*/ 11 w 839"/>
                <a:gd name="T5" fmla="*/ 782 h 834"/>
                <a:gd name="T6" fmla="*/ 785 w 839"/>
                <a:gd name="T7" fmla="*/ 12 h 834"/>
                <a:gd name="T8" fmla="*/ 827 w 839"/>
                <a:gd name="T9" fmla="*/ 12 h 834"/>
                <a:gd name="T10" fmla="*/ 827 w 839"/>
                <a:gd name="T11" fmla="*/ 54 h 834"/>
                <a:gd name="T12" fmla="*/ 54 w 839"/>
                <a:gd name="T13" fmla="*/ 825 h 834"/>
                <a:gd name="T14" fmla="*/ 33 w 839"/>
                <a:gd name="T15" fmla="*/ 834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39" h="834">
                  <a:moveTo>
                    <a:pt x="33" y="834"/>
                  </a:moveTo>
                  <a:cubicBezTo>
                    <a:pt x="25" y="834"/>
                    <a:pt x="17" y="831"/>
                    <a:pt x="11" y="825"/>
                  </a:cubicBezTo>
                  <a:cubicBezTo>
                    <a:pt x="0" y="813"/>
                    <a:pt x="0" y="794"/>
                    <a:pt x="11" y="782"/>
                  </a:cubicBezTo>
                  <a:cubicBezTo>
                    <a:pt x="785" y="12"/>
                    <a:pt x="785" y="12"/>
                    <a:pt x="785" y="12"/>
                  </a:cubicBezTo>
                  <a:cubicBezTo>
                    <a:pt x="796" y="0"/>
                    <a:pt x="815" y="0"/>
                    <a:pt x="827" y="12"/>
                  </a:cubicBezTo>
                  <a:cubicBezTo>
                    <a:pt x="839" y="24"/>
                    <a:pt x="839" y="43"/>
                    <a:pt x="827" y="54"/>
                  </a:cubicBezTo>
                  <a:cubicBezTo>
                    <a:pt x="54" y="825"/>
                    <a:pt x="54" y="825"/>
                    <a:pt x="54" y="825"/>
                  </a:cubicBezTo>
                  <a:cubicBezTo>
                    <a:pt x="48" y="831"/>
                    <a:pt x="40" y="834"/>
                    <a:pt x="33" y="83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4140200" y="4865687"/>
              <a:ext cx="301625" cy="500063"/>
            </a:xfrm>
            <a:custGeom>
              <a:avLst/>
              <a:gdLst>
                <a:gd name="T0" fmla="*/ 50 w 298"/>
                <a:gd name="T1" fmla="*/ 492 h 492"/>
                <a:gd name="T2" fmla="*/ 40 w 298"/>
                <a:gd name="T3" fmla="*/ 490 h 492"/>
                <a:gd name="T4" fmla="*/ 20 w 298"/>
                <a:gd name="T5" fmla="*/ 464 h 492"/>
                <a:gd name="T6" fmla="*/ 1 w 298"/>
                <a:gd name="T7" fmla="*/ 252 h 492"/>
                <a:gd name="T8" fmla="*/ 10 w 298"/>
                <a:gd name="T9" fmla="*/ 228 h 492"/>
                <a:gd name="T10" fmla="*/ 227 w 298"/>
                <a:gd name="T11" fmla="*/ 11 h 492"/>
                <a:gd name="T12" fmla="*/ 259 w 298"/>
                <a:gd name="T13" fmla="*/ 4 h 492"/>
                <a:gd name="T14" fmla="*/ 278 w 298"/>
                <a:gd name="T15" fmla="*/ 29 h 492"/>
                <a:gd name="T16" fmla="*/ 297 w 298"/>
                <a:gd name="T17" fmla="*/ 242 h 492"/>
                <a:gd name="T18" fmla="*/ 289 w 298"/>
                <a:gd name="T19" fmla="*/ 266 h 492"/>
                <a:gd name="T20" fmla="*/ 71 w 298"/>
                <a:gd name="T21" fmla="*/ 483 h 492"/>
                <a:gd name="T22" fmla="*/ 50 w 298"/>
                <a:gd name="T23" fmla="*/ 492 h 492"/>
                <a:gd name="T24" fmla="*/ 62 w 298"/>
                <a:gd name="T25" fmla="*/ 260 h 492"/>
                <a:gd name="T26" fmla="*/ 74 w 298"/>
                <a:gd name="T27" fmla="*/ 395 h 492"/>
                <a:gd name="T28" fmla="*/ 236 w 298"/>
                <a:gd name="T29" fmla="*/ 233 h 492"/>
                <a:gd name="T30" fmla="*/ 224 w 298"/>
                <a:gd name="T31" fmla="*/ 99 h 492"/>
                <a:gd name="T32" fmla="*/ 62 w 298"/>
                <a:gd name="T33" fmla="*/ 26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98" h="492">
                  <a:moveTo>
                    <a:pt x="50" y="492"/>
                  </a:moveTo>
                  <a:cubicBezTo>
                    <a:pt x="46" y="492"/>
                    <a:pt x="43" y="491"/>
                    <a:pt x="40" y="490"/>
                  </a:cubicBezTo>
                  <a:cubicBezTo>
                    <a:pt x="29" y="486"/>
                    <a:pt x="21" y="476"/>
                    <a:pt x="20" y="464"/>
                  </a:cubicBezTo>
                  <a:cubicBezTo>
                    <a:pt x="1" y="252"/>
                    <a:pt x="1" y="252"/>
                    <a:pt x="1" y="252"/>
                  </a:cubicBezTo>
                  <a:cubicBezTo>
                    <a:pt x="0" y="243"/>
                    <a:pt x="3" y="234"/>
                    <a:pt x="10" y="228"/>
                  </a:cubicBezTo>
                  <a:cubicBezTo>
                    <a:pt x="227" y="11"/>
                    <a:pt x="227" y="11"/>
                    <a:pt x="227" y="11"/>
                  </a:cubicBezTo>
                  <a:cubicBezTo>
                    <a:pt x="235" y="2"/>
                    <a:pt x="248" y="0"/>
                    <a:pt x="259" y="4"/>
                  </a:cubicBezTo>
                  <a:cubicBezTo>
                    <a:pt x="270" y="7"/>
                    <a:pt x="277" y="17"/>
                    <a:pt x="278" y="29"/>
                  </a:cubicBezTo>
                  <a:cubicBezTo>
                    <a:pt x="297" y="242"/>
                    <a:pt x="297" y="242"/>
                    <a:pt x="297" y="242"/>
                  </a:cubicBezTo>
                  <a:cubicBezTo>
                    <a:pt x="298" y="251"/>
                    <a:pt x="295" y="259"/>
                    <a:pt x="289" y="266"/>
                  </a:cubicBezTo>
                  <a:cubicBezTo>
                    <a:pt x="71" y="483"/>
                    <a:pt x="71" y="483"/>
                    <a:pt x="71" y="483"/>
                  </a:cubicBezTo>
                  <a:cubicBezTo>
                    <a:pt x="65" y="489"/>
                    <a:pt x="58" y="492"/>
                    <a:pt x="50" y="492"/>
                  </a:cubicBezTo>
                  <a:close/>
                  <a:moveTo>
                    <a:pt x="62" y="260"/>
                  </a:moveTo>
                  <a:cubicBezTo>
                    <a:pt x="74" y="395"/>
                    <a:pt x="74" y="395"/>
                    <a:pt x="74" y="395"/>
                  </a:cubicBezTo>
                  <a:cubicBezTo>
                    <a:pt x="236" y="233"/>
                    <a:pt x="236" y="233"/>
                    <a:pt x="236" y="233"/>
                  </a:cubicBezTo>
                  <a:cubicBezTo>
                    <a:pt x="224" y="99"/>
                    <a:pt x="224" y="99"/>
                    <a:pt x="224" y="99"/>
                  </a:cubicBezTo>
                  <a:lnTo>
                    <a:pt x="62" y="2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4157663" y="5083175"/>
              <a:ext cx="501650" cy="301625"/>
            </a:xfrm>
            <a:custGeom>
              <a:avLst/>
              <a:gdLst>
                <a:gd name="T0" fmla="*/ 245 w 494"/>
                <a:gd name="T1" fmla="*/ 297 h 297"/>
                <a:gd name="T2" fmla="*/ 242 w 494"/>
                <a:gd name="T3" fmla="*/ 296 h 297"/>
                <a:gd name="T4" fmla="*/ 29 w 494"/>
                <a:gd name="T5" fmla="*/ 278 h 297"/>
                <a:gd name="T6" fmla="*/ 4 w 494"/>
                <a:gd name="T7" fmla="*/ 258 h 297"/>
                <a:gd name="T8" fmla="*/ 11 w 494"/>
                <a:gd name="T9" fmla="*/ 226 h 297"/>
                <a:gd name="T10" fmla="*/ 228 w 494"/>
                <a:gd name="T11" fmla="*/ 9 h 297"/>
                <a:gd name="T12" fmla="*/ 252 w 494"/>
                <a:gd name="T13" fmla="*/ 0 h 297"/>
                <a:gd name="T14" fmla="*/ 464 w 494"/>
                <a:gd name="T15" fmla="*/ 19 h 297"/>
                <a:gd name="T16" fmla="*/ 490 w 494"/>
                <a:gd name="T17" fmla="*/ 39 h 297"/>
                <a:gd name="T18" fmla="*/ 483 w 494"/>
                <a:gd name="T19" fmla="*/ 70 h 297"/>
                <a:gd name="T20" fmla="*/ 266 w 494"/>
                <a:gd name="T21" fmla="*/ 288 h 297"/>
                <a:gd name="T22" fmla="*/ 245 w 494"/>
                <a:gd name="T23" fmla="*/ 297 h 297"/>
                <a:gd name="T24" fmla="*/ 99 w 494"/>
                <a:gd name="T25" fmla="*/ 223 h 297"/>
                <a:gd name="T26" fmla="*/ 233 w 494"/>
                <a:gd name="T27" fmla="*/ 235 h 297"/>
                <a:gd name="T28" fmla="*/ 395 w 494"/>
                <a:gd name="T29" fmla="*/ 73 h 297"/>
                <a:gd name="T30" fmla="*/ 261 w 494"/>
                <a:gd name="T31" fmla="*/ 62 h 297"/>
                <a:gd name="T32" fmla="*/ 99 w 494"/>
                <a:gd name="T33" fmla="*/ 223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94" h="297">
                  <a:moveTo>
                    <a:pt x="245" y="297"/>
                  </a:moveTo>
                  <a:cubicBezTo>
                    <a:pt x="244" y="297"/>
                    <a:pt x="243" y="297"/>
                    <a:pt x="242" y="296"/>
                  </a:cubicBezTo>
                  <a:cubicBezTo>
                    <a:pt x="29" y="278"/>
                    <a:pt x="29" y="278"/>
                    <a:pt x="29" y="278"/>
                  </a:cubicBezTo>
                  <a:cubicBezTo>
                    <a:pt x="18" y="277"/>
                    <a:pt x="8" y="269"/>
                    <a:pt x="4" y="258"/>
                  </a:cubicBezTo>
                  <a:cubicBezTo>
                    <a:pt x="0" y="247"/>
                    <a:pt x="2" y="235"/>
                    <a:pt x="11" y="226"/>
                  </a:cubicBezTo>
                  <a:cubicBezTo>
                    <a:pt x="228" y="9"/>
                    <a:pt x="228" y="9"/>
                    <a:pt x="228" y="9"/>
                  </a:cubicBezTo>
                  <a:cubicBezTo>
                    <a:pt x="234" y="3"/>
                    <a:pt x="243" y="0"/>
                    <a:pt x="252" y="0"/>
                  </a:cubicBezTo>
                  <a:cubicBezTo>
                    <a:pt x="464" y="19"/>
                    <a:pt x="464" y="19"/>
                    <a:pt x="464" y="19"/>
                  </a:cubicBezTo>
                  <a:cubicBezTo>
                    <a:pt x="476" y="20"/>
                    <a:pt x="486" y="28"/>
                    <a:pt x="490" y="39"/>
                  </a:cubicBezTo>
                  <a:cubicBezTo>
                    <a:pt x="494" y="50"/>
                    <a:pt x="491" y="62"/>
                    <a:pt x="483" y="70"/>
                  </a:cubicBezTo>
                  <a:cubicBezTo>
                    <a:pt x="266" y="288"/>
                    <a:pt x="266" y="288"/>
                    <a:pt x="266" y="288"/>
                  </a:cubicBezTo>
                  <a:cubicBezTo>
                    <a:pt x="260" y="293"/>
                    <a:pt x="252" y="297"/>
                    <a:pt x="245" y="297"/>
                  </a:cubicBezTo>
                  <a:close/>
                  <a:moveTo>
                    <a:pt x="99" y="223"/>
                  </a:moveTo>
                  <a:cubicBezTo>
                    <a:pt x="233" y="235"/>
                    <a:pt x="233" y="235"/>
                    <a:pt x="233" y="235"/>
                  </a:cubicBezTo>
                  <a:cubicBezTo>
                    <a:pt x="395" y="73"/>
                    <a:pt x="395" y="73"/>
                    <a:pt x="395" y="73"/>
                  </a:cubicBezTo>
                  <a:cubicBezTo>
                    <a:pt x="261" y="62"/>
                    <a:pt x="261" y="62"/>
                    <a:pt x="261" y="62"/>
                  </a:cubicBezTo>
                  <a:lnTo>
                    <a:pt x="99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4" name="Freeform 6"/>
          <p:cNvSpPr/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-1" fmla="*/ 7021 w 10000"/>
              <a:gd name="connsiteY0-2" fmla="*/ 0 h 10000"/>
              <a:gd name="connsiteX1-3" fmla="*/ 0 w 10000"/>
              <a:gd name="connsiteY1-4" fmla="*/ 0 h 10000"/>
              <a:gd name="connsiteX2-5" fmla="*/ 197 w 10000"/>
              <a:gd name="connsiteY2-6" fmla="*/ 5024 h 10000"/>
              <a:gd name="connsiteX3-7" fmla="*/ 0 w 10000"/>
              <a:gd name="connsiteY3-8" fmla="*/ 10000 h 10000"/>
              <a:gd name="connsiteX4-9" fmla="*/ 10000 w 10000"/>
              <a:gd name="connsiteY4-10" fmla="*/ 10000 h 10000"/>
              <a:gd name="connsiteX5-11" fmla="*/ 7736 w 10000"/>
              <a:gd name="connsiteY5-12" fmla="*/ 5574 h 10000"/>
              <a:gd name="connsiteX6-13" fmla="*/ 7021 w 10000"/>
              <a:gd name="connsiteY6-14" fmla="*/ 0 h 10000"/>
              <a:gd name="connsiteX0-15" fmla="*/ 7021 w 7736"/>
              <a:gd name="connsiteY0-16" fmla="*/ 0 h 10038"/>
              <a:gd name="connsiteX1-17" fmla="*/ 0 w 7736"/>
              <a:gd name="connsiteY1-18" fmla="*/ 0 h 10038"/>
              <a:gd name="connsiteX2-19" fmla="*/ 197 w 7736"/>
              <a:gd name="connsiteY2-20" fmla="*/ 5024 h 10038"/>
              <a:gd name="connsiteX3-21" fmla="*/ 0 w 7736"/>
              <a:gd name="connsiteY3-22" fmla="*/ 10000 h 10038"/>
              <a:gd name="connsiteX4-23" fmla="*/ 7017 w 7736"/>
              <a:gd name="connsiteY4-24" fmla="*/ 10038 h 10038"/>
              <a:gd name="connsiteX5-25" fmla="*/ 7736 w 7736"/>
              <a:gd name="connsiteY5-26" fmla="*/ 5574 h 10038"/>
              <a:gd name="connsiteX6-27" fmla="*/ 7021 w 7736"/>
              <a:gd name="connsiteY6-28" fmla="*/ 0 h 10038"/>
              <a:gd name="connsiteX0-29" fmla="*/ 9076 w 9316"/>
              <a:gd name="connsiteY0-30" fmla="*/ 0 h 10000"/>
              <a:gd name="connsiteX1-31" fmla="*/ 0 w 9316"/>
              <a:gd name="connsiteY1-32" fmla="*/ 0 h 10000"/>
              <a:gd name="connsiteX2-33" fmla="*/ 255 w 9316"/>
              <a:gd name="connsiteY2-34" fmla="*/ 5005 h 10000"/>
              <a:gd name="connsiteX3-35" fmla="*/ 0 w 9316"/>
              <a:gd name="connsiteY3-36" fmla="*/ 9962 h 10000"/>
              <a:gd name="connsiteX4-37" fmla="*/ 9071 w 9316"/>
              <a:gd name="connsiteY4-38" fmla="*/ 10000 h 10000"/>
              <a:gd name="connsiteX5-39" fmla="*/ 9316 w 9316"/>
              <a:gd name="connsiteY5-40" fmla="*/ 5668 h 10000"/>
              <a:gd name="connsiteX6-41" fmla="*/ 9076 w 9316"/>
              <a:gd name="connsiteY6-42" fmla="*/ 0 h 10000"/>
              <a:gd name="connsiteX0-43" fmla="*/ 9742 w 10000"/>
              <a:gd name="connsiteY0-44" fmla="*/ 0 h 10000"/>
              <a:gd name="connsiteX1-45" fmla="*/ 0 w 10000"/>
              <a:gd name="connsiteY1-46" fmla="*/ 0 h 10000"/>
              <a:gd name="connsiteX2-47" fmla="*/ 274 w 10000"/>
              <a:gd name="connsiteY2-48" fmla="*/ 5005 h 10000"/>
              <a:gd name="connsiteX3-49" fmla="*/ 0 w 10000"/>
              <a:gd name="connsiteY3-50" fmla="*/ 9962 h 10000"/>
              <a:gd name="connsiteX4-51" fmla="*/ 9737 w 10000"/>
              <a:gd name="connsiteY4-52" fmla="*/ 10000 h 10000"/>
              <a:gd name="connsiteX5-53" fmla="*/ 10000 w 10000"/>
              <a:gd name="connsiteY5-54" fmla="*/ 5668 h 10000"/>
              <a:gd name="connsiteX6-55" fmla="*/ 9742 w 10000"/>
              <a:gd name="connsiteY6-56" fmla="*/ 0 h 10000"/>
              <a:gd name="connsiteX0-57" fmla="*/ 9742 w 9877"/>
              <a:gd name="connsiteY0-58" fmla="*/ 0 h 10000"/>
              <a:gd name="connsiteX1-59" fmla="*/ 0 w 9877"/>
              <a:gd name="connsiteY1-60" fmla="*/ 0 h 10000"/>
              <a:gd name="connsiteX2-61" fmla="*/ 274 w 9877"/>
              <a:gd name="connsiteY2-62" fmla="*/ 5005 h 10000"/>
              <a:gd name="connsiteX3-63" fmla="*/ 0 w 9877"/>
              <a:gd name="connsiteY3-64" fmla="*/ 9962 h 10000"/>
              <a:gd name="connsiteX4-65" fmla="*/ 9737 w 9877"/>
              <a:gd name="connsiteY4-66" fmla="*/ 10000 h 10000"/>
              <a:gd name="connsiteX5-67" fmla="*/ 9738 w 9877"/>
              <a:gd name="connsiteY5-68" fmla="*/ 5783 h 10000"/>
              <a:gd name="connsiteX6-69" fmla="*/ 9742 w 9877"/>
              <a:gd name="connsiteY6-70" fmla="*/ 0 h 10000"/>
              <a:gd name="connsiteX0-71" fmla="*/ 9863 w 9991"/>
              <a:gd name="connsiteY0-72" fmla="*/ 0 h 10000"/>
              <a:gd name="connsiteX1-73" fmla="*/ 0 w 9991"/>
              <a:gd name="connsiteY1-74" fmla="*/ 0 h 10000"/>
              <a:gd name="connsiteX2-75" fmla="*/ 277 w 9991"/>
              <a:gd name="connsiteY2-76" fmla="*/ 5005 h 10000"/>
              <a:gd name="connsiteX3-77" fmla="*/ 0 w 9991"/>
              <a:gd name="connsiteY3-78" fmla="*/ 9962 h 10000"/>
              <a:gd name="connsiteX4-79" fmla="*/ 9858 w 9991"/>
              <a:gd name="connsiteY4-80" fmla="*/ 10000 h 10000"/>
              <a:gd name="connsiteX5-81" fmla="*/ 9817 w 9991"/>
              <a:gd name="connsiteY5-82" fmla="*/ 5783 h 10000"/>
              <a:gd name="connsiteX6-83" fmla="*/ 9863 w 9991"/>
              <a:gd name="connsiteY6-84" fmla="*/ 0 h 10000"/>
              <a:gd name="connsiteX0-85" fmla="*/ 9872 w 10014"/>
              <a:gd name="connsiteY0-86" fmla="*/ 0 h 10000"/>
              <a:gd name="connsiteX1-87" fmla="*/ 0 w 10014"/>
              <a:gd name="connsiteY1-88" fmla="*/ 0 h 10000"/>
              <a:gd name="connsiteX2-89" fmla="*/ 277 w 10014"/>
              <a:gd name="connsiteY2-90" fmla="*/ 5005 h 10000"/>
              <a:gd name="connsiteX3-91" fmla="*/ 0 w 10014"/>
              <a:gd name="connsiteY3-92" fmla="*/ 9962 h 10000"/>
              <a:gd name="connsiteX4-93" fmla="*/ 9867 w 10014"/>
              <a:gd name="connsiteY4-94" fmla="*/ 10000 h 10000"/>
              <a:gd name="connsiteX5-95" fmla="*/ 9890 w 10014"/>
              <a:gd name="connsiteY5-96" fmla="*/ 5745 h 10000"/>
              <a:gd name="connsiteX6-97" fmla="*/ 9872 w 10014"/>
              <a:gd name="connsiteY6-98" fmla="*/ 0 h 10000"/>
              <a:gd name="connsiteX0-99" fmla="*/ 9872 w 10030"/>
              <a:gd name="connsiteY0-100" fmla="*/ 0 h 10000"/>
              <a:gd name="connsiteX1-101" fmla="*/ 0 w 10030"/>
              <a:gd name="connsiteY1-102" fmla="*/ 0 h 10000"/>
              <a:gd name="connsiteX2-103" fmla="*/ 277 w 10030"/>
              <a:gd name="connsiteY2-104" fmla="*/ 5005 h 10000"/>
              <a:gd name="connsiteX3-105" fmla="*/ 0 w 10030"/>
              <a:gd name="connsiteY3-106" fmla="*/ 9962 h 10000"/>
              <a:gd name="connsiteX4-107" fmla="*/ 9867 w 10030"/>
              <a:gd name="connsiteY4-108" fmla="*/ 10000 h 10000"/>
              <a:gd name="connsiteX5-109" fmla="*/ 9890 w 10030"/>
              <a:gd name="connsiteY5-110" fmla="*/ 5745 h 10000"/>
              <a:gd name="connsiteX6-111" fmla="*/ 9872 w 10030"/>
              <a:gd name="connsiteY6-112" fmla="*/ 0 h 10000"/>
              <a:gd name="connsiteX0-113" fmla="*/ 9872 w 9921"/>
              <a:gd name="connsiteY0-114" fmla="*/ 0 h 10000"/>
              <a:gd name="connsiteX1-115" fmla="*/ 0 w 9921"/>
              <a:gd name="connsiteY1-116" fmla="*/ 0 h 10000"/>
              <a:gd name="connsiteX2-117" fmla="*/ 277 w 9921"/>
              <a:gd name="connsiteY2-118" fmla="*/ 5005 h 10000"/>
              <a:gd name="connsiteX3-119" fmla="*/ 0 w 9921"/>
              <a:gd name="connsiteY3-120" fmla="*/ 9962 h 10000"/>
              <a:gd name="connsiteX4-121" fmla="*/ 9867 w 9921"/>
              <a:gd name="connsiteY4-122" fmla="*/ 10000 h 10000"/>
              <a:gd name="connsiteX5-123" fmla="*/ 9890 w 9921"/>
              <a:gd name="connsiteY5-124" fmla="*/ 5745 h 10000"/>
              <a:gd name="connsiteX6-125" fmla="*/ 9872 w 9921"/>
              <a:gd name="connsiteY6-126" fmla="*/ 0 h 10000"/>
              <a:gd name="connsiteX0-127" fmla="*/ 9951 w 9974"/>
              <a:gd name="connsiteY0-128" fmla="*/ 0 h 10000"/>
              <a:gd name="connsiteX1-129" fmla="*/ 0 w 9974"/>
              <a:gd name="connsiteY1-130" fmla="*/ 0 h 10000"/>
              <a:gd name="connsiteX2-131" fmla="*/ 279 w 9974"/>
              <a:gd name="connsiteY2-132" fmla="*/ 5005 h 10000"/>
              <a:gd name="connsiteX3-133" fmla="*/ 0 w 9974"/>
              <a:gd name="connsiteY3-134" fmla="*/ 9962 h 10000"/>
              <a:gd name="connsiteX4-135" fmla="*/ 9946 w 9974"/>
              <a:gd name="connsiteY4-136" fmla="*/ 10000 h 10000"/>
              <a:gd name="connsiteX5-137" fmla="*/ 9969 w 9974"/>
              <a:gd name="connsiteY5-138" fmla="*/ 5745 h 10000"/>
              <a:gd name="connsiteX6-139" fmla="*/ 9951 w 9974"/>
              <a:gd name="connsiteY6-140" fmla="*/ 0 h 10000"/>
              <a:gd name="connsiteX0-141" fmla="*/ 9977 w 10001"/>
              <a:gd name="connsiteY0-142" fmla="*/ 0 h 10000"/>
              <a:gd name="connsiteX1-143" fmla="*/ 0 w 10001"/>
              <a:gd name="connsiteY1-144" fmla="*/ 0 h 10000"/>
              <a:gd name="connsiteX2-145" fmla="*/ 280 w 10001"/>
              <a:gd name="connsiteY2-146" fmla="*/ 5005 h 10000"/>
              <a:gd name="connsiteX3-147" fmla="*/ 0 w 10001"/>
              <a:gd name="connsiteY3-148" fmla="*/ 9962 h 10000"/>
              <a:gd name="connsiteX4-149" fmla="*/ 9972 w 10001"/>
              <a:gd name="connsiteY4-150" fmla="*/ 10000 h 10000"/>
              <a:gd name="connsiteX5-151" fmla="*/ 9995 w 10001"/>
              <a:gd name="connsiteY5-152" fmla="*/ 5745 h 10000"/>
              <a:gd name="connsiteX6-153" fmla="*/ 9977 w 10001"/>
              <a:gd name="connsiteY6-154" fmla="*/ 0 h 10000"/>
              <a:gd name="connsiteX0-155" fmla="*/ 9977 w 10001"/>
              <a:gd name="connsiteY0-156" fmla="*/ 0 h 10000"/>
              <a:gd name="connsiteX1-157" fmla="*/ 0 w 10001"/>
              <a:gd name="connsiteY1-158" fmla="*/ 0 h 10000"/>
              <a:gd name="connsiteX2-159" fmla="*/ 280 w 10001"/>
              <a:gd name="connsiteY2-160" fmla="*/ 5005 h 10000"/>
              <a:gd name="connsiteX3-161" fmla="*/ 0 w 10001"/>
              <a:gd name="connsiteY3-162" fmla="*/ 9962 h 10000"/>
              <a:gd name="connsiteX4-163" fmla="*/ 9972 w 10001"/>
              <a:gd name="connsiteY4-164" fmla="*/ 10000 h 10000"/>
              <a:gd name="connsiteX5-165" fmla="*/ 9995 w 10001"/>
              <a:gd name="connsiteY5-166" fmla="*/ 5745 h 10000"/>
              <a:gd name="connsiteX6-167" fmla="*/ 9977 w 10001"/>
              <a:gd name="connsiteY6-168" fmla="*/ 0 h 10000"/>
              <a:gd name="connsiteX0-169" fmla="*/ 9977 w 10001"/>
              <a:gd name="connsiteY0-170" fmla="*/ 0 h 10000"/>
              <a:gd name="connsiteX1-171" fmla="*/ 0 w 10001"/>
              <a:gd name="connsiteY1-172" fmla="*/ 0 h 10000"/>
              <a:gd name="connsiteX2-173" fmla="*/ 280 w 10001"/>
              <a:gd name="connsiteY2-174" fmla="*/ 5005 h 10000"/>
              <a:gd name="connsiteX3-175" fmla="*/ 0 w 10001"/>
              <a:gd name="connsiteY3-176" fmla="*/ 9962 h 10000"/>
              <a:gd name="connsiteX4-177" fmla="*/ 9972 w 10001"/>
              <a:gd name="connsiteY4-178" fmla="*/ 10000 h 10000"/>
              <a:gd name="connsiteX5-179" fmla="*/ 9995 w 10001"/>
              <a:gd name="connsiteY5-180" fmla="*/ 5745 h 10000"/>
              <a:gd name="connsiteX6-181" fmla="*/ 9977 w 10001"/>
              <a:gd name="connsiteY6-182" fmla="*/ 0 h 10000"/>
              <a:gd name="connsiteX0-183" fmla="*/ 9977 w 9995"/>
              <a:gd name="connsiteY0-184" fmla="*/ 0 h 10000"/>
              <a:gd name="connsiteX1-185" fmla="*/ 0 w 9995"/>
              <a:gd name="connsiteY1-186" fmla="*/ 0 h 10000"/>
              <a:gd name="connsiteX2-187" fmla="*/ 280 w 9995"/>
              <a:gd name="connsiteY2-188" fmla="*/ 5005 h 10000"/>
              <a:gd name="connsiteX3-189" fmla="*/ 0 w 9995"/>
              <a:gd name="connsiteY3-190" fmla="*/ 9962 h 10000"/>
              <a:gd name="connsiteX4-191" fmla="*/ 9972 w 9995"/>
              <a:gd name="connsiteY4-192" fmla="*/ 10000 h 10000"/>
              <a:gd name="connsiteX5-193" fmla="*/ 9995 w 9995"/>
              <a:gd name="connsiteY5-194" fmla="*/ 5745 h 10000"/>
              <a:gd name="connsiteX6-195" fmla="*/ 9977 w 9995"/>
              <a:gd name="connsiteY6-196" fmla="*/ 0 h 10000"/>
              <a:gd name="connsiteX0-197" fmla="*/ 9999 w 10000"/>
              <a:gd name="connsiteY0-198" fmla="*/ 0 h 10000"/>
              <a:gd name="connsiteX1-199" fmla="*/ 0 w 10000"/>
              <a:gd name="connsiteY1-200" fmla="*/ 0 h 10000"/>
              <a:gd name="connsiteX2-201" fmla="*/ 280 w 10000"/>
              <a:gd name="connsiteY2-202" fmla="*/ 5005 h 10000"/>
              <a:gd name="connsiteX3-203" fmla="*/ 0 w 10000"/>
              <a:gd name="connsiteY3-204" fmla="*/ 9962 h 10000"/>
              <a:gd name="connsiteX4-205" fmla="*/ 9977 w 10000"/>
              <a:gd name="connsiteY4-206" fmla="*/ 10000 h 10000"/>
              <a:gd name="connsiteX5-207" fmla="*/ 10000 w 10000"/>
              <a:gd name="connsiteY5-208" fmla="*/ 5745 h 10000"/>
              <a:gd name="connsiteX6-209" fmla="*/ 9999 w 10000"/>
              <a:gd name="connsiteY6-210" fmla="*/ 0 h 10000"/>
              <a:gd name="connsiteX0-211" fmla="*/ 9999 w 10004"/>
              <a:gd name="connsiteY0-212" fmla="*/ 0 h 10000"/>
              <a:gd name="connsiteX1-213" fmla="*/ 0 w 10004"/>
              <a:gd name="connsiteY1-214" fmla="*/ 0 h 10000"/>
              <a:gd name="connsiteX2-215" fmla="*/ 280 w 10004"/>
              <a:gd name="connsiteY2-216" fmla="*/ 5005 h 10000"/>
              <a:gd name="connsiteX3-217" fmla="*/ 0 w 10004"/>
              <a:gd name="connsiteY3-218" fmla="*/ 9962 h 10000"/>
              <a:gd name="connsiteX4-219" fmla="*/ 10000 w 10004"/>
              <a:gd name="connsiteY4-220" fmla="*/ 10000 h 10000"/>
              <a:gd name="connsiteX5-221" fmla="*/ 10000 w 10004"/>
              <a:gd name="connsiteY5-222" fmla="*/ 5745 h 10000"/>
              <a:gd name="connsiteX6-223" fmla="*/ 9999 w 10004"/>
              <a:gd name="connsiteY6-224" fmla="*/ 0 h 10000"/>
              <a:gd name="connsiteX0-225" fmla="*/ 9999 w 10000"/>
              <a:gd name="connsiteY0-226" fmla="*/ 0 h 10000"/>
              <a:gd name="connsiteX1-227" fmla="*/ 0 w 10000"/>
              <a:gd name="connsiteY1-228" fmla="*/ 0 h 10000"/>
              <a:gd name="connsiteX2-229" fmla="*/ 280 w 10000"/>
              <a:gd name="connsiteY2-230" fmla="*/ 5005 h 10000"/>
              <a:gd name="connsiteX3-231" fmla="*/ 0 w 10000"/>
              <a:gd name="connsiteY3-232" fmla="*/ 9962 h 10000"/>
              <a:gd name="connsiteX4-233" fmla="*/ 10000 w 10000"/>
              <a:gd name="connsiteY4-234" fmla="*/ 10000 h 10000"/>
              <a:gd name="connsiteX5-235" fmla="*/ 10000 w 10000"/>
              <a:gd name="connsiteY5-236" fmla="*/ 5745 h 10000"/>
              <a:gd name="connsiteX6-237" fmla="*/ 9999 w 10000"/>
              <a:gd name="connsiteY6-238" fmla="*/ 0 h 10000"/>
              <a:gd name="connsiteX0-239" fmla="*/ 14796 w 14796"/>
              <a:gd name="connsiteY0-240" fmla="*/ 0 h 10000"/>
              <a:gd name="connsiteX1-241" fmla="*/ 0 w 14796"/>
              <a:gd name="connsiteY1-242" fmla="*/ 0 h 10000"/>
              <a:gd name="connsiteX2-243" fmla="*/ 280 w 14796"/>
              <a:gd name="connsiteY2-244" fmla="*/ 5005 h 10000"/>
              <a:gd name="connsiteX3-245" fmla="*/ 0 w 14796"/>
              <a:gd name="connsiteY3-246" fmla="*/ 9962 h 10000"/>
              <a:gd name="connsiteX4-247" fmla="*/ 10000 w 14796"/>
              <a:gd name="connsiteY4-248" fmla="*/ 10000 h 10000"/>
              <a:gd name="connsiteX5-249" fmla="*/ 10000 w 14796"/>
              <a:gd name="connsiteY5-250" fmla="*/ 5745 h 10000"/>
              <a:gd name="connsiteX6-251" fmla="*/ 14796 w 14796"/>
              <a:gd name="connsiteY6-252" fmla="*/ 0 h 10000"/>
              <a:gd name="connsiteX0-253" fmla="*/ 14796 w 14796"/>
              <a:gd name="connsiteY0-254" fmla="*/ 0 h 9968"/>
              <a:gd name="connsiteX1-255" fmla="*/ 0 w 14796"/>
              <a:gd name="connsiteY1-256" fmla="*/ 0 h 9968"/>
              <a:gd name="connsiteX2-257" fmla="*/ 280 w 14796"/>
              <a:gd name="connsiteY2-258" fmla="*/ 5005 h 9968"/>
              <a:gd name="connsiteX3-259" fmla="*/ 0 w 14796"/>
              <a:gd name="connsiteY3-260" fmla="*/ 9962 h 9968"/>
              <a:gd name="connsiteX4-261" fmla="*/ 14788 w 14796"/>
              <a:gd name="connsiteY4-262" fmla="*/ 9968 h 9968"/>
              <a:gd name="connsiteX5-263" fmla="*/ 10000 w 14796"/>
              <a:gd name="connsiteY5-264" fmla="*/ 5745 h 9968"/>
              <a:gd name="connsiteX6-265" fmla="*/ 14796 w 14796"/>
              <a:gd name="connsiteY6-266" fmla="*/ 0 h 9968"/>
              <a:gd name="connsiteX0-267" fmla="*/ 10000 w 10000"/>
              <a:gd name="connsiteY0-268" fmla="*/ 0 h 10000"/>
              <a:gd name="connsiteX1-269" fmla="*/ 0 w 10000"/>
              <a:gd name="connsiteY1-270" fmla="*/ 0 h 10000"/>
              <a:gd name="connsiteX2-271" fmla="*/ 189 w 10000"/>
              <a:gd name="connsiteY2-272" fmla="*/ 5021 h 10000"/>
              <a:gd name="connsiteX3-273" fmla="*/ 0 w 10000"/>
              <a:gd name="connsiteY3-274" fmla="*/ 9994 h 10000"/>
              <a:gd name="connsiteX4-275" fmla="*/ 9995 w 10000"/>
              <a:gd name="connsiteY4-276" fmla="*/ 10000 h 10000"/>
              <a:gd name="connsiteX5-277" fmla="*/ 9998 w 10000"/>
              <a:gd name="connsiteY5-278" fmla="*/ 6152 h 10000"/>
              <a:gd name="connsiteX6-279" fmla="*/ 10000 w 10000"/>
              <a:gd name="connsiteY6-28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15" name="Freeform 11"/>
          <p:cNvSpPr/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16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8"/>
            <a:ext cx="11274935" cy="4679788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fontAlgn="auto">
              <a:buClrTx/>
              <a:buSzPct val="100000"/>
              <a:buFont typeface="Huawei Sans" panose="020C0503030203020204" pitchFamily="34" charset="0"/>
              <a:buChar char="▫"/>
              <a:defRPr>
                <a:solidFill>
                  <a:schemeClr val="tx1"/>
                </a:solidFill>
                <a:latin typeface="+mn-lt"/>
              </a:defRPr>
            </a:lvl2pPr>
            <a:lvl3pPr fontAlgn="auto">
              <a:defRPr lang="zh-CN" altLang="en-US" dirty="0" smtClean="0">
                <a:solidFill>
                  <a:schemeClr val="tx1"/>
                </a:solidFill>
                <a:latin typeface="+mn-lt"/>
                <a:ea typeface="+mn-ea"/>
              </a:defRPr>
            </a:lvl3pPr>
            <a:lvl4pPr fontAlgn="auto">
              <a:defRPr>
                <a:latin typeface="+mn-lt"/>
              </a:defRPr>
            </a:lvl4pPr>
            <a:lvl5pPr marL="1802765" indent="-201295" fontAlgn="auto">
              <a:buClrTx/>
              <a:buFont typeface="Huawei Sans" panose="020C0503030203020204" pitchFamily="34" charset="0"/>
              <a:buChar char="~"/>
              <a:defRPr>
                <a:latin typeface="+mn-lt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#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565" y="1233487"/>
            <a:ext cx="11274935" cy="4680000"/>
          </a:xfrm>
        </p:spPr>
        <p:txBody>
          <a:bodyPr/>
          <a:lstStyle>
            <a:lvl1pPr marL="457200" marR="0" indent="-457200" algn="just" defTabSz="801370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fontAlgn="auto">
              <a:buClrTx/>
              <a:buSzPct val="100000"/>
              <a:buFont typeface="Huawei Sans" panose="020C0503030203020204" pitchFamily="34" charset="0"/>
              <a:buChar char="▫"/>
              <a:defRPr>
                <a:latin typeface="+mn-l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4050" lvl="1" indent="-457200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目录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87159" y="515380"/>
            <a:ext cx="358195" cy="426359"/>
            <a:chOff x="3295650" y="230188"/>
            <a:chExt cx="936625" cy="1114426"/>
          </a:xfrm>
          <a:solidFill>
            <a:schemeClr val="bg1"/>
          </a:solidFill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959225" y="876301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3959225" y="777876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3959225" y="67786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3959225" y="582613"/>
              <a:ext cx="182563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3676650" y="1101726"/>
              <a:ext cx="469900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3676650" y="1198563"/>
              <a:ext cx="469900" cy="49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>
              <a:off x="3590925" y="482601"/>
              <a:ext cx="641350" cy="862013"/>
            </a:xfrm>
            <a:custGeom>
              <a:avLst/>
              <a:gdLst>
                <a:gd name="T0" fmla="*/ 229 w 404"/>
                <a:gd name="T1" fmla="*/ 0 h 543"/>
                <a:gd name="T2" fmla="*/ 229 w 404"/>
                <a:gd name="T3" fmla="*/ 30 h 543"/>
                <a:gd name="T4" fmla="*/ 373 w 404"/>
                <a:gd name="T5" fmla="*/ 30 h 543"/>
                <a:gd name="T6" fmla="*/ 373 w 404"/>
                <a:gd name="T7" fmla="*/ 513 h 543"/>
                <a:gd name="T8" fmla="*/ 33 w 404"/>
                <a:gd name="T9" fmla="*/ 513 h 543"/>
                <a:gd name="T10" fmla="*/ 31 w 404"/>
                <a:gd name="T11" fmla="*/ 387 h 543"/>
                <a:gd name="T12" fmla="*/ 0 w 404"/>
                <a:gd name="T13" fmla="*/ 387 h 543"/>
                <a:gd name="T14" fmla="*/ 0 w 404"/>
                <a:gd name="T15" fmla="*/ 543 h 543"/>
                <a:gd name="T16" fmla="*/ 404 w 404"/>
                <a:gd name="T17" fmla="*/ 543 h 543"/>
                <a:gd name="T18" fmla="*/ 404 w 404"/>
                <a:gd name="T19" fmla="*/ 0 h 543"/>
                <a:gd name="T20" fmla="*/ 229 w 404"/>
                <a:gd name="T21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4" h="543">
                  <a:moveTo>
                    <a:pt x="229" y="0"/>
                  </a:moveTo>
                  <a:lnTo>
                    <a:pt x="229" y="30"/>
                  </a:lnTo>
                  <a:lnTo>
                    <a:pt x="373" y="30"/>
                  </a:lnTo>
                  <a:lnTo>
                    <a:pt x="373" y="513"/>
                  </a:lnTo>
                  <a:lnTo>
                    <a:pt x="33" y="513"/>
                  </a:lnTo>
                  <a:lnTo>
                    <a:pt x="31" y="387"/>
                  </a:lnTo>
                  <a:lnTo>
                    <a:pt x="0" y="387"/>
                  </a:lnTo>
                  <a:lnTo>
                    <a:pt x="0" y="543"/>
                  </a:lnTo>
                  <a:lnTo>
                    <a:pt x="404" y="543"/>
                  </a:lnTo>
                  <a:lnTo>
                    <a:pt x="404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3959225" y="989013"/>
              <a:ext cx="182563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" name="Freeform 24"/>
            <p:cNvSpPr>
              <a:spLocks noEditPoints="1"/>
            </p:cNvSpPr>
            <p:nvPr/>
          </p:nvSpPr>
          <p:spPr bwMode="auto">
            <a:xfrm>
              <a:off x="3295650" y="230188"/>
              <a:ext cx="639763" cy="852488"/>
            </a:xfrm>
            <a:custGeom>
              <a:avLst/>
              <a:gdLst>
                <a:gd name="T0" fmla="*/ 403 w 403"/>
                <a:gd name="T1" fmla="*/ 0 h 537"/>
                <a:gd name="T2" fmla="*/ 0 w 403"/>
                <a:gd name="T3" fmla="*/ 0 h 537"/>
                <a:gd name="T4" fmla="*/ 0 w 403"/>
                <a:gd name="T5" fmla="*/ 447 h 537"/>
                <a:gd name="T6" fmla="*/ 92 w 403"/>
                <a:gd name="T7" fmla="*/ 537 h 537"/>
                <a:gd name="T8" fmla="*/ 403 w 403"/>
                <a:gd name="T9" fmla="*/ 537 h 537"/>
                <a:gd name="T10" fmla="*/ 403 w 403"/>
                <a:gd name="T11" fmla="*/ 0 h 537"/>
                <a:gd name="T12" fmla="*/ 373 w 403"/>
                <a:gd name="T13" fmla="*/ 508 h 537"/>
                <a:gd name="T14" fmla="*/ 108 w 403"/>
                <a:gd name="T15" fmla="*/ 508 h 537"/>
                <a:gd name="T16" fmla="*/ 108 w 403"/>
                <a:gd name="T17" fmla="*/ 433 h 537"/>
                <a:gd name="T18" fmla="*/ 30 w 403"/>
                <a:gd name="T19" fmla="*/ 433 h 537"/>
                <a:gd name="T20" fmla="*/ 30 w 403"/>
                <a:gd name="T21" fmla="*/ 31 h 537"/>
                <a:gd name="T22" fmla="*/ 373 w 403"/>
                <a:gd name="T23" fmla="*/ 31 h 537"/>
                <a:gd name="T24" fmla="*/ 373 w 403"/>
                <a:gd name="T25" fmla="*/ 50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3" h="537">
                  <a:moveTo>
                    <a:pt x="403" y="0"/>
                  </a:moveTo>
                  <a:lnTo>
                    <a:pt x="0" y="0"/>
                  </a:lnTo>
                  <a:lnTo>
                    <a:pt x="0" y="447"/>
                  </a:lnTo>
                  <a:lnTo>
                    <a:pt x="92" y="537"/>
                  </a:lnTo>
                  <a:lnTo>
                    <a:pt x="403" y="537"/>
                  </a:lnTo>
                  <a:lnTo>
                    <a:pt x="403" y="0"/>
                  </a:lnTo>
                  <a:close/>
                  <a:moveTo>
                    <a:pt x="373" y="508"/>
                  </a:moveTo>
                  <a:lnTo>
                    <a:pt x="108" y="508"/>
                  </a:lnTo>
                  <a:lnTo>
                    <a:pt x="108" y="433"/>
                  </a:lnTo>
                  <a:lnTo>
                    <a:pt x="30" y="433"/>
                  </a:lnTo>
                  <a:lnTo>
                    <a:pt x="30" y="31"/>
                  </a:lnTo>
                  <a:lnTo>
                    <a:pt x="373" y="31"/>
                  </a:lnTo>
                  <a:lnTo>
                    <a:pt x="373" y="50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41700" y="376238"/>
              <a:ext cx="176213" cy="3238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411538" y="755651"/>
              <a:ext cx="438150" cy="460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3670300" y="565151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3670300" y="658813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3670300" y="471488"/>
              <a:ext cx="179388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3670300" y="376238"/>
              <a:ext cx="179388" cy="412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3411538" y="842963"/>
              <a:ext cx="438150" cy="444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24" name="Freeform 6"/>
          <p:cNvSpPr/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-1" fmla="*/ 7021 w 10000"/>
              <a:gd name="connsiteY0-2" fmla="*/ 0 h 10000"/>
              <a:gd name="connsiteX1-3" fmla="*/ 0 w 10000"/>
              <a:gd name="connsiteY1-4" fmla="*/ 0 h 10000"/>
              <a:gd name="connsiteX2-5" fmla="*/ 197 w 10000"/>
              <a:gd name="connsiteY2-6" fmla="*/ 5024 h 10000"/>
              <a:gd name="connsiteX3-7" fmla="*/ 0 w 10000"/>
              <a:gd name="connsiteY3-8" fmla="*/ 10000 h 10000"/>
              <a:gd name="connsiteX4-9" fmla="*/ 10000 w 10000"/>
              <a:gd name="connsiteY4-10" fmla="*/ 10000 h 10000"/>
              <a:gd name="connsiteX5-11" fmla="*/ 7736 w 10000"/>
              <a:gd name="connsiteY5-12" fmla="*/ 5574 h 10000"/>
              <a:gd name="connsiteX6-13" fmla="*/ 7021 w 10000"/>
              <a:gd name="connsiteY6-14" fmla="*/ 0 h 10000"/>
              <a:gd name="connsiteX0-15" fmla="*/ 7021 w 7736"/>
              <a:gd name="connsiteY0-16" fmla="*/ 0 h 10038"/>
              <a:gd name="connsiteX1-17" fmla="*/ 0 w 7736"/>
              <a:gd name="connsiteY1-18" fmla="*/ 0 h 10038"/>
              <a:gd name="connsiteX2-19" fmla="*/ 197 w 7736"/>
              <a:gd name="connsiteY2-20" fmla="*/ 5024 h 10038"/>
              <a:gd name="connsiteX3-21" fmla="*/ 0 w 7736"/>
              <a:gd name="connsiteY3-22" fmla="*/ 10000 h 10038"/>
              <a:gd name="connsiteX4-23" fmla="*/ 7017 w 7736"/>
              <a:gd name="connsiteY4-24" fmla="*/ 10038 h 10038"/>
              <a:gd name="connsiteX5-25" fmla="*/ 7736 w 7736"/>
              <a:gd name="connsiteY5-26" fmla="*/ 5574 h 10038"/>
              <a:gd name="connsiteX6-27" fmla="*/ 7021 w 7736"/>
              <a:gd name="connsiteY6-28" fmla="*/ 0 h 10038"/>
              <a:gd name="connsiteX0-29" fmla="*/ 9076 w 9316"/>
              <a:gd name="connsiteY0-30" fmla="*/ 0 h 10000"/>
              <a:gd name="connsiteX1-31" fmla="*/ 0 w 9316"/>
              <a:gd name="connsiteY1-32" fmla="*/ 0 h 10000"/>
              <a:gd name="connsiteX2-33" fmla="*/ 255 w 9316"/>
              <a:gd name="connsiteY2-34" fmla="*/ 5005 h 10000"/>
              <a:gd name="connsiteX3-35" fmla="*/ 0 w 9316"/>
              <a:gd name="connsiteY3-36" fmla="*/ 9962 h 10000"/>
              <a:gd name="connsiteX4-37" fmla="*/ 9071 w 9316"/>
              <a:gd name="connsiteY4-38" fmla="*/ 10000 h 10000"/>
              <a:gd name="connsiteX5-39" fmla="*/ 9316 w 9316"/>
              <a:gd name="connsiteY5-40" fmla="*/ 5668 h 10000"/>
              <a:gd name="connsiteX6-41" fmla="*/ 9076 w 9316"/>
              <a:gd name="connsiteY6-42" fmla="*/ 0 h 10000"/>
              <a:gd name="connsiteX0-43" fmla="*/ 9742 w 10000"/>
              <a:gd name="connsiteY0-44" fmla="*/ 0 h 10000"/>
              <a:gd name="connsiteX1-45" fmla="*/ 0 w 10000"/>
              <a:gd name="connsiteY1-46" fmla="*/ 0 h 10000"/>
              <a:gd name="connsiteX2-47" fmla="*/ 274 w 10000"/>
              <a:gd name="connsiteY2-48" fmla="*/ 5005 h 10000"/>
              <a:gd name="connsiteX3-49" fmla="*/ 0 w 10000"/>
              <a:gd name="connsiteY3-50" fmla="*/ 9962 h 10000"/>
              <a:gd name="connsiteX4-51" fmla="*/ 9737 w 10000"/>
              <a:gd name="connsiteY4-52" fmla="*/ 10000 h 10000"/>
              <a:gd name="connsiteX5-53" fmla="*/ 10000 w 10000"/>
              <a:gd name="connsiteY5-54" fmla="*/ 5668 h 10000"/>
              <a:gd name="connsiteX6-55" fmla="*/ 9742 w 10000"/>
              <a:gd name="connsiteY6-56" fmla="*/ 0 h 10000"/>
              <a:gd name="connsiteX0-57" fmla="*/ 9742 w 9877"/>
              <a:gd name="connsiteY0-58" fmla="*/ 0 h 10000"/>
              <a:gd name="connsiteX1-59" fmla="*/ 0 w 9877"/>
              <a:gd name="connsiteY1-60" fmla="*/ 0 h 10000"/>
              <a:gd name="connsiteX2-61" fmla="*/ 274 w 9877"/>
              <a:gd name="connsiteY2-62" fmla="*/ 5005 h 10000"/>
              <a:gd name="connsiteX3-63" fmla="*/ 0 w 9877"/>
              <a:gd name="connsiteY3-64" fmla="*/ 9962 h 10000"/>
              <a:gd name="connsiteX4-65" fmla="*/ 9737 w 9877"/>
              <a:gd name="connsiteY4-66" fmla="*/ 10000 h 10000"/>
              <a:gd name="connsiteX5-67" fmla="*/ 9738 w 9877"/>
              <a:gd name="connsiteY5-68" fmla="*/ 5783 h 10000"/>
              <a:gd name="connsiteX6-69" fmla="*/ 9742 w 9877"/>
              <a:gd name="connsiteY6-70" fmla="*/ 0 h 10000"/>
              <a:gd name="connsiteX0-71" fmla="*/ 9863 w 9991"/>
              <a:gd name="connsiteY0-72" fmla="*/ 0 h 10000"/>
              <a:gd name="connsiteX1-73" fmla="*/ 0 w 9991"/>
              <a:gd name="connsiteY1-74" fmla="*/ 0 h 10000"/>
              <a:gd name="connsiteX2-75" fmla="*/ 277 w 9991"/>
              <a:gd name="connsiteY2-76" fmla="*/ 5005 h 10000"/>
              <a:gd name="connsiteX3-77" fmla="*/ 0 w 9991"/>
              <a:gd name="connsiteY3-78" fmla="*/ 9962 h 10000"/>
              <a:gd name="connsiteX4-79" fmla="*/ 9858 w 9991"/>
              <a:gd name="connsiteY4-80" fmla="*/ 10000 h 10000"/>
              <a:gd name="connsiteX5-81" fmla="*/ 9817 w 9991"/>
              <a:gd name="connsiteY5-82" fmla="*/ 5783 h 10000"/>
              <a:gd name="connsiteX6-83" fmla="*/ 9863 w 9991"/>
              <a:gd name="connsiteY6-84" fmla="*/ 0 h 10000"/>
              <a:gd name="connsiteX0-85" fmla="*/ 9872 w 10014"/>
              <a:gd name="connsiteY0-86" fmla="*/ 0 h 10000"/>
              <a:gd name="connsiteX1-87" fmla="*/ 0 w 10014"/>
              <a:gd name="connsiteY1-88" fmla="*/ 0 h 10000"/>
              <a:gd name="connsiteX2-89" fmla="*/ 277 w 10014"/>
              <a:gd name="connsiteY2-90" fmla="*/ 5005 h 10000"/>
              <a:gd name="connsiteX3-91" fmla="*/ 0 w 10014"/>
              <a:gd name="connsiteY3-92" fmla="*/ 9962 h 10000"/>
              <a:gd name="connsiteX4-93" fmla="*/ 9867 w 10014"/>
              <a:gd name="connsiteY4-94" fmla="*/ 10000 h 10000"/>
              <a:gd name="connsiteX5-95" fmla="*/ 9890 w 10014"/>
              <a:gd name="connsiteY5-96" fmla="*/ 5745 h 10000"/>
              <a:gd name="connsiteX6-97" fmla="*/ 9872 w 10014"/>
              <a:gd name="connsiteY6-98" fmla="*/ 0 h 10000"/>
              <a:gd name="connsiteX0-99" fmla="*/ 9872 w 10030"/>
              <a:gd name="connsiteY0-100" fmla="*/ 0 h 10000"/>
              <a:gd name="connsiteX1-101" fmla="*/ 0 w 10030"/>
              <a:gd name="connsiteY1-102" fmla="*/ 0 h 10000"/>
              <a:gd name="connsiteX2-103" fmla="*/ 277 w 10030"/>
              <a:gd name="connsiteY2-104" fmla="*/ 5005 h 10000"/>
              <a:gd name="connsiteX3-105" fmla="*/ 0 w 10030"/>
              <a:gd name="connsiteY3-106" fmla="*/ 9962 h 10000"/>
              <a:gd name="connsiteX4-107" fmla="*/ 9867 w 10030"/>
              <a:gd name="connsiteY4-108" fmla="*/ 10000 h 10000"/>
              <a:gd name="connsiteX5-109" fmla="*/ 9890 w 10030"/>
              <a:gd name="connsiteY5-110" fmla="*/ 5745 h 10000"/>
              <a:gd name="connsiteX6-111" fmla="*/ 9872 w 10030"/>
              <a:gd name="connsiteY6-112" fmla="*/ 0 h 10000"/>
              <a:gd name="connsiteX0-113" fmla="*/ 9872 w 9921"/>
              <a:gd name="connsiteY0-114" fmla="*/ 0 h 10000"/>
              <a:gd name="connsiteX1-115" fmla="*/ 0 w 9921"/>
              <a:gd name="connsiteY1-116" fmla="*/ 0 h 10000"/>
              <a:gd name="connsiteX2-117" fmla="*/ 277 w 9921"/>
              <a:gd name="connsiteY2-118" fmla="*/ 5005 h 10000"/>
              <a:gd name="connsiteX3-119" fmla="*/ 0 w 9921"/>
              <a:gd name="connsiteY3-120" fmla="*/ 9962 h 10000"/>
              <a:gd name="connsiteX4-121" fmla="*/ 9867 w 9921"/>
              <a:gd name="connsiteY4-122" fmla="*/ 10000 h 10000"/>
              <a:gd name="connsiteX5-123" fmla="*/ 9890 w 9921"/>
              <a:gd name="connsiteY5-124" fmla="*/ 5745 h 10000"/>
              <a:gd name="connsiteX6-125" fmla="*/ 9872 w 9921"/>
              <a:gd name="connsiteY6-126" fmla="*/ 0 h 10000"/>
              <a:gd name="connsiteX0-127" fmla="*/ 9951 w 9974"/>
              <a:gd name="connsiteY0-128" fmla="*/ 0 h 10000"/>
              <a:gd name="connsiteX1-129" fmla="*/ 0 w 9974"/>
              <a:gd name="connsiteY1-130" fmla="*/ 0 h 10000"/>
              <a:gd name="connsiteX2-131" fmla="*/ 279 w 9974"/>
              <a:gd name="connsiteY2-132" fmla="*/ 5005 h 10000"/>
              <a:gd name="connsiteX3-133" fmla="*/ 0 w 9974"/>
              <a:gd name="connsiteY3-134" fmla="*/ 9962 h 10000"/>
              <a:gd name="connsiteX4-135" fmla="*/ 9946 w 9974"/>
              <a:gd name="connsiteY4-136" fmla="*/ 10000 h 10000"/>
              <a:gd name="connsiteX5-137" fmla="*/ 9969 w 9974"/>
              <a:gd name="connsiteY5-138" fmla="*/ 5745 h 10000"/>
              <a:gd name="connsiteX6-139" fmla="*/ 9951 w 9974"/>
              <a:gd name="connsiteY6-140" fmla="*/ 0 h 10000"/>
              <a:gd name="connsiteX0-141" fmla="*/ 9977 w 10001"/>
              <a:gd name="connsiteY0-142" fmla="*/ 0 h 10000"/>
              <a:gd name="connsiteX1-143" fmla="*/ 0 w 10001"/>
              <a:gd name="connsiteY1-144" fmla="*/ 0 h 10000"/>
              <a:gd name="connsiteX2-145" fmla="*/ 280 w 10001"/>
              <a:gd name="connsiteY2-146" fmla="*/ 5005 h 10000"/>
              <a:gd name="connsiteX3-147" fmla="*/ 0 w 10001"/>
              <a:gd name="connsiteY3-148" fmla="*/ 9962 h 10000"/>
              <a:gd name="connsiteX4-149" fmla="*/ 9972 w 10001"/>
              <a:gd name="connsiteY4-150" fmla="*/ 10000 h 10000"/>
              <a:gd name="connsiteX5-151" fmla="*/ 9995 w 10001"/>
              <a:gd name="connsiteY5-152" fmla="*/ 5745 h 10000"/>
              <a:gd name="connsiteX6-153" fmla="*/ 9977 w 10001"/>
              <a:gd name="connsiteY6-154" fmla="*/ 0 h 10000"/>
              <a:gd name="connsiteX0-155" fmla="*/ 9977 w 10001"/>
              <a:gd name="connsiteY0-156" fmla="*/ 0 h 10000"/>
              <a:gd name="connsiteX1-157" fmla="*/ 0 w 10001"/>
              <a:gd name="connsiteY1-158" fmla="*/ 0 h 10000"/>
              <a:gd name="connsiteX2-159" fmla="*/ 280 w 10001"/>
              <a:gd name="connsiteY2-160" fmla="*/ 5005 h 10000"/>
              <a:gd name="connsiteX3-161" fmla="*/ 0 w 10001"/>
              <a:gd name="connsiteY3-162" fmla="*/ 9962 h 10000"/>
              <a:gd name="connsiteX4-163" fmla="*/ 9972 w 10001"/>
              <a:gd name="connsiteY4-164" fmla="*/ 10000 h 10000"/>
              <a:gd name="connsiteX5-165" fmla="*/ 9995 w 10001"/>
              <a:gd name="connsiteY5-166" fmla="*/ 5745 h 10000"/>
              <a:gd name="connsiteX6-167" fmla="*/ 9977 w 10001"/>
              <a:gd name="connsiteY6-168" fmla="*/ 0 h 10000"/>
              <a:gd name="connsiteX0-169" fmla="*/ 9977 w 10001"/>
              <a:gd name="connsiteY0-170" fmla="*/ 0 h 10000"/>
              <a:gd name="connsiteX1-171" fmla="*/ 0 w 10001"/>
              <a:gd name="connsiteY1-172" fmla="*/ 0 h 10000"/>
              <a:gd name="connsiteX2-173" fmla="*/ 280 w 10001"/>
              <a:gd name="connsiteY2-174" fmla="*/ 5005 h 10000"/>
              <a:gd name="connsiteX3-175" fmla="*/ 0 w 10001"/>
              <a:gd name="connsiteY3-176" fmla="*/ 9962 h 10000"/>
              <a:gd name="connsiteX4-177" fmla="*/ 9972 w 10001"/>
              <a:gd name="connsiteY4-178" fmla="*/ 10000 h 10000"/>
              <a:gd name="connsiteX5-179" fmla="*/ 9995 w 10001"/>
              <a:gd name="connsiteY5-180" fmla="*/ 5745 h 10000"/>
              <a:gd name="connsiteX6-181" fmla="*/ 9977 w 10001"/>
              <a:gd name="connsiteY6-182" fmla="*/ 0 h 10000"/>
              <a:gd name="connsiteX0-183" fmla="*/ 9977 w 9995"/>
              <a:gd name="connsiteY0-184" fmla="*/ 0 h 10000"/>
              <a:gd name="connsiteX1-185" fmla="*/ 0 w 9995"/>
              <a:gd name="connsiteY1-186" fmla="*/ 0 h 10000"/>
              <a:gd name="connsiteX2-187" fmla="*/ 280 w 9995"/>
              <a:gd name="connsiteY2-188" fmla="*/ 5005 h 10000"/>
              <a:gd name="connsiteX3-189" fmla="*/ 0 w 9995"/>
              <a:gd name="connsiteY3-190" fmla="*/ 9962 h 10000"/>
              <a:gd name="connsiteX4-191" fmla="*/ 9972 w 9995"/>
              <a:gd name="connsiteY4-192" fmla="*/ 10000 h 10000"/>
              <a:gd name="connsiteX5-193" fmla="*/ 9995 w 9995"/>
              <a:gd name="connsiteY5-194" fmla="*/ 5745 h 10000"/>
              <a:gd name="connsiteX6-195" fmla="*/ 9977 w 9995"/>
              <a:gd name="connsiteY6-196" fmla="*/ 0 h 10000"/>
              <a:gd name="connsiteX0-197" fmla="*/ 9999 w 10000"/>
              <a:gd name="connsiteY0-198" fmla="*/ 0 h 10000"/>
              <a:gd name="connsiteX1-199" fmla="*/ 0 w 10000"/>
              <a:gd name="connsiteY1-200" fmla="*/ 0 h 10000"/>
              <a:gd name="connsiteX2-201" fmla="*/ 280 w 10000"/>
              <a:gd name="connsiteY2-202" fmla="*/ 5005 h 10000"/>
              <a:gd name="connsiteX3-203" fmla="*/ 0 w 10000"/>
              <a:gd name="connsiteY3-204" fmla="*/ 9962 h 10000"/>
              <a:gd name="connsiteX4-205" fmla="*/ 9977 w 10000"/>
              <a:gd name="connsiteY4-206" fmla="*/ 10000 h 10000"/>
              <a:gd name="connsiteX5-207" fmla="*/ 10000 w 10000"/>
              <a:gd name="connsiteY5-208" fmla="*/ 5745 h 10000"/>
              <a:gd name="connsiteX6-209" fmla="*/ 9999 w 10000"/>
              <a:gd name="connsiteY6-210" fmla="*/ 0 h 10000"/>
              <a:gd name="connsiteX0-211" fmla="*/ 9999 w 10004"/>
              <a:gd name="connsiteY0-212" fmla="*/ 0 h 10000"/>
              <a:gd name="connsiteX1-213" fmla="*/ 0 w 10004"/>
              <a:gd name="connsiteY1-214" fmla="*/ 0 h 10000"/>
              <a:gd name="connsiteX2-215" fmla="*/ 280 w 10004"/>
              <a:gd name="connsiteY2-216" fmla="*/ 5005 h 10000"/>
              <a:gd name="connsiteX3-217" fmla="*/ 0 w 10004"/>
              <a:gd name="connsiteY3-218" fmla="*/ 9962 h 10000"/>
              <a:gd name="connsiteX4-219" fmla="*/ 10000 w 10004"/>
              <a:gd name="connsiteY4-220" fmla="*/ 10000 h 10000"/>
              <a:gd name="connsiteX5-221" fmla="*/ 10000 w 10004"/>
              <a:gd name="connsiteY5-222" fmla="*/ 5745 h 10000"/>
              <a:gd name="connsiteX6-223" fmla="*/ 9999 w 10004"/>
              <a:gd name="connsiteY6-224" fmla="*/ 0 h 10000"/>
              <a:gd name="connsiteX0-225" fmla="*/ 9999 w 10000"/>
              <a:gd name="connsiteY0-226" fmla="*/ 0 h 10000"/>
              <a:gd name="connsiteX1-227" fmla="*/ 0 w 10000"/>
              <a:gd name="connsiteY1-228" fmla="*/ 0 h 10000"/>
              <a:gd name="connsiteX2-229" fmla="*/ 280 w 10000"/>
              <a:gd name="connsiteY2-230" fmla="*/ 5005 h 10000"/>
              <a:gd name="connsiteX3-231" fmla="*/ 0 w 10000"/>
              <a:gd name="connsiteY3-232" fmla="*/ 9962 h 10000"/>
              <a:gd name="connsiteX4-233" fmla="*/ 10000 w 10000"/>
              <a:gd name="connsiteY4-234" fmla="*/ 10000 h 10000"/>
              <a:gd name="connsiteX5-235" fmla="*/ 10000 w 10000"/>
              <a:gd name="connsiteY5-236" fmla="*/ 5745 h 10000"/>
              <a:gd name="connsiteX6-237" fmla="*/ 9999 w 10000"/>
              <a:gd name="connsiteY6-238" fmla="*/ 0 h 10000"/>
              <a:gd name="connsiteX0-239" fmla="*/ 14796 w 14796"/>
              <a:gd name="connsiteY0-240" fmla="*/ 0 h 10000"/>
              <a:gd name="connsiteX1-241" fmla="*/ 0 w 14796"/>
              <a:gd name="connsiteY1-242" fmla="*/ 0 h 10000"/>
              <a:gd name="connsiteX2-243" fmla="*/ 280 w 14796"/>
              <a:gd name="connsiteY2-244" fmla="*/ 5005 h 10000"/>
              <a:gd name="connsiteX3-245" fmla="*/ 0 w 14796"/>
              <a:gd name="connsiteY3-246" fmla="*/ 9962 h 10000"/>
              <a:gd name="connsiteX4-247" fmla="*/ 10000 w 14796"/>
              <a:gd name="connsiteY4-248" fmla="*/ 10000 h 10000"/>
              <a:gd name="connsiteX5-249" fmla="*/ 10000 w 14796"/>
              <a:gd name="connsiteY5-250" fmla="*/ 5745 h 10000"/>
              <a:gd name="connsiteX6-251" fmla="*/ 14796 w 14796"/>
              <a:gd name="connsiteY6-252" fmla="*/ 0 h 10000"/>
              <a:gd name="connsiteX0-253" fmla="*/ 14796 w 14796"/>
              <a:gd name="connsiteY0-254" fmla="*/ 0 h 9968"/>
              <a:gd name="connsiteX1-255" fmla="*/ 0 w 14796"/>
              <a:gd name="connsiteY1-256" fmla="*/ 0 h 9968"/>
              <a:gd name="connsiteX2-257" fmla="*/ 280 w 14796"/>
              <a:gd name="connsiteY2-258" fmla="*/ 5005 h 9968"/>
              <a:gd name="connsiteX3-259" fmla="*/ 0 w 14796"/>
              <a:gd name="connsiteY3-260" fmla="*/ 9962 h 9968"/>
              <a:gd name="connsiteX4-261" fmla="*/ 14788 w 14796"/>
              <a:gd name="connsiteY4-262" fmla="*/ 9968 h 9968"/>
              <a:gd name="connsiteX5-263" fmla="*/ 10000 w 14796"/>
              <a:gd name="connsiteY5-264" fmla="*/ 5745 h 9968"/>
              <a:gd name="connsiteX6-265" fmla="*/ 14796 w 14796"/>
              <a:gd name="connsiteY6-266" fmla="*/ 0 h 9968"/>
              <a:gd name="connsiteX0-267" fmla="*/ 10000 w 10000"/>
              <a:gd name="connsiteY0-268" fmla="*/ 0 h 10000"/>
              <a:gd name="connsiteX1-269" fmla="*/ 0 w 10000"/>
              <a:gd name="connsiteY1-270" fmla="*/ 0 h 10000"/>
              <a:gd name="connsiteX2-271" fmla="*/ 189 w 10000"/>
              <a:gd name="connsiteY2-272" fmla="*/ 5021 h 10000"/>
              <a:gd name="connsiteX3-273" fmla="*/ 0 w 10000"/>
              <a:gd name="connsiteY3-274" fmla="*/ 9994 h 10000"/>
              <a:gd name="connsiteX4-275" fmla="*/ 9995 w 10000"/>
              <a:gd name="connsiteY4-276" fmla="*/ 10000 h 10000"/>
              <a:gd name="connsiteX5-277" fmla="*/ 9998 w 10000"/>
              <a:gd name="connsiteY5-278" fmla="*/ 6152 h 10000"/>
              <a:gd name="connsiteX6-279" fmla="*/ 10000 w 10000"/>
              <a:gd name="connsiteY6-28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25" name="Freeform 11"/>
          <p:cNvSpPr/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#本节概述和学习目标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6"/>
          <p:cNvSpPr>
            <a:spLocks noGrp="1"/>
          </p:cNvSpPr>
          <p:nvPr>
            <p:ph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9825899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本节概述和学习目标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87158" y="505779"/>
            <a:ext cx="374562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#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1594177" y="410400"/>
            <a:ext cx="9827761" cy="640800"/>
          </a:xfrm>
        </p:spPr>
        <p:txBody>
          <a:bodyPr lIns="100800" tIns="50400" rIns="100800" bIns="50400" anchor="ctr" anchorCtr="0"/>
          <a:lstStyle>
            <a:lvl1pPr fontAlgn="auto">
              <a:defRPr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5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87158" y="505779"/>
            <a:ext cx="374562" cy="445558"/>
            <a:chOff x="-1647825" y="2492375"/>
            <a:chExt cx="1947863" cy="2316163"/>
          </a:xfrm>
          <a:solidFill>
            <a:schemeClr val="bg1"/>
          </a:solidFill>
        </p:grpSpPr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-1647825" y="2492375"/>
              <a:ext cx="1947863" cy="2316163"/>
            </a:xfrm>
            <a:custGeom>
              <a:avLst/>
              <a:gdLst>
                <a:gd name="T0" fmla="*/ 301 w 2739"/>
                <a:gd name="T1" fmla="*/ 181 h 3258"/>
                <a:gd name="T2" fmla="*/ 182 w 2739"/>
                <a:gd name="T3" fmla="*/ 301 h 3258"/>
                <a:gd name="T4" fmla="*/ 182 w 2739"/>
                <a:gd name="T5" fmla="*/ 2955 h 3258"/>
                <a:gd name="T6" fmla="*/ 262 w 2739"/>
                <a:gd name="T7" fmla="*/ 3068 h 3258"/>
                <a:gd name="T8" fmla="*/ 863 w 2739"/>
                <a:gd name="T9" fmla="*/ 2756 h 3258"/>
                <a:gd name="T10" fmla="*/ 1377 w 2739"/>
                <a:gd name="T11" fmla="*/ 3046 h 3258"/>
                <a:gd name="T12" fmla="*/ 1950 w 2739"/>
                <a:gd name="T13" fmla="*/ 2756 h 3258"/>
                <a:gd name="T14" fmla="*/ 2482 w 2739"/>
                <a:gd name="T15" fmla="*/ 3066 h 3258"/>
                <a:gd name="T16" fmla="*/ 2557 w 2739"/>
                <a:gd name="T17" fmla="*/ 2955 h 3258"/>
                <a:gd name="T18" fmla="*/ 2557 w 2739"/>
                <a:gd name="T19" fmla="*/ 301 h 3258"/>
                <a:gd name="T20" fmla="*/ 2438 w 2739"/>
                <a:gd name="T21" fmla="*/ 181 h 3258"/>
                <a:gd name="T22" fmla="*/ 301 w 2739"/>
                <a:gd name="T23" fmla="*/ 181 h 3258"/>
                <a:gd name="T24" fmla="*/ 2449 w 2739"/>
                <a:gd name="T25" fmla="*/ 3258 h 3258"/>
                <a:gd name="T26" fmla="*/ 1944 w 2739"/>
                <a:gd name="T27" fmla="*/ 2963 h 3258"/>
                <a:gd name="T28" fmla="*/ 1372 w 2739"/>
                <a:gd name="T29" fmla="*/ 3252 h 3258"/>
                <a:gd name="T30" fmla="*/ 860 w 2739"/>
                <a:gd name="T31" fmla="*/ 2963 h 3258"/>
                <a:gd name="T32" fmla="*/ 291 w 2739"/>
                <a:gd name="T33" fmla="*/ 3257 h 3258"/>
                <a:gd name="T34" fmla="*/ 264 w 2739"/>
                <a:gd name="T35" fmla="*/ 3254 h 3258"/>
                <a:gd name="T36" fmla="*/ 0 w 2739"/>
                <a:gd name="T37" fmla="*/ 2955 h 3258"/>
                <a:gd name="T38" fmla="*/ 0 w 2739"/>
                <a:gd name="T39" fmla="*/ 301 h 3258"/>
                <a:gd name="T40" fmla="*/ 301 w 2739"/>
                <a:gd name="T41" fmla="*/ 0 h 3258"/>
                <a:gd name="T42" fmla="*/ 2438 w 2739"/>
                <a:gd name="T43" fmla="*/ 0 h 3258"/>
                <a:gd name="T44" fmla="*/ 2739 w 2739"/>
                <a:gd name="T45" fmla="*/ 301 h 3258"/>
                <a:gd name="T46" fmla="*/ 2739 w 2739"/>
                <a:gd name="T47" fmla="*/ 2955 h 3258"/>
                <a:gd name="T48" fmla="*/ 2480 w 2739"/>
                <a:gd name="T49" fmla="*/ 3253 h 3258"/>
                <a:gd name="T50" fmla="*/ 2449 w 2739"/>
                <a:gd name="T51" fmla="*/ 3258 h 3258"/>
                <a:gd name="T52" fmla="*/ 2449 w 2739"/>
                <a:gd name="T53" fmla="*/ 3258 h 3258"/>
                <a:gd name="T54" fmla="*/ 2449 w 2739"/>
                <a:gd name="T55" fmla="*/ 3258 h 3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739" h="3258">
                  <a:moveTo>
                    <a:pt x="301" y="181"/>
                  </a:moveTo>
                  <a:cubicBezTo>
                    <a:pt x="235" y="182"/>
                    <a:pt x="182" y="235"/>
                    <a:pt x="182" y="301"/>
                  </a:cubicBezTo>
                  <a:cubicBezTo>
                    <a:pt x="182" y="2955"/>
                    <a:pt x="182" y="2955"/>
                    <a:pt x="182" y="2955"/>
                  </a:cubicBezTo>
                  <a:cubicBezTo>
                    <a:pt x="182" y="3007"/>
                    <a:pt x="215" y="3052"/>
                    <a:pt x="262" y="3068"/>
                  </a:cubicBezTo>
                  <a:cubicBezTo>
                    <a:pt x="863" y="2756"/>
                    <a:pt x="863" y="2756"/>
                    <a:pt x="863" y="2756"/>
                  </a:cubicBezTo>
                  <a:cubicBezTo>
                    <a:pt x="1377" y="3046"/>
                    <a:pt x="1377" y="3046"/>
                    <a:pt x="1377" y="3046"/>
                  </a:cubicBezTo>
                  <a:cubicBezTo>
                    <a:pt x="1950" y="2756"/>
                    <a:pt x="1950" y="2756"/>
                    <a:pt x="1950" y="2756"/>
                  </a:cubicBezTo>
                  <a:cubicBezTo>
                    <a:pt x="2482" y="3066"/>
                    <a:pt x="2482" y="3066"/>
                    <a:pt x="2482" y="3066"/>
                  </a:cubicBezTo>
                  <a:cubicBezTo>
                    <a:pt x="2527" y="3048"/>
                    <a:pt x="2557" y="3004"/>
                    <a:pt x="2557" y="2955"/>
                  </a:cubicBezTo>
                  <a:cubicBezTo>
                    <a:pt x="2557" y="301"/>
                    <a:pt x="2557" y="301"/>
                    <a:pt x="2557" y="301"/>
                  </a:cubicBezTo>
                  <a:cubicBezTo>
                    <a:pt x="2557" y="235"/>
                    <a:pt x="2504" y="182"/>
                    <a:pt x="2438" y="181"/>
                  </a:cubicBezTo>
                  <a:lnTo>
                    <a:pt x="301" y="181"/>
                  </a:lnTo>
                  <a:close/>
                  <a:moveTo>
                    <a:pt x="2449" y="3258"/>
                  </a:moveTo>
                  <a:cubicBezTo>
                    <a:pt x="1944" y="2963"/>
                    <a:pt x="1944" y="2963"/>
                    <a:pt x="1944" y="2963"/>
                  </a:cubicBezTo>
                  <a:cubicBezTo>
                    <a:pt x="1372" y="3252"/>
                    <a:pt x="1372" y="3252"/>
                    <a:pt x="1372" y="3252"/>
                  </a:cubicBezTo>
                  <a:cubicBezTo>
                    <a:pt x="860" y="2963"/>
                    <a:pt x="860" y="2963"/>
                    <a:pt x="860" y="2963"/>
                  </a:cubicBezTo>
                  <a:cubicBezTo>
                    <a:pt x="291" y="3257"/>
                    <a:pt x="291" y="3257"/>
                    <a:pt x="291" y="3257"/>
                  </a:cubicBezTo>
                  <a:cubicBezTo>
                    <a:pt x="264" y="3254"/>
                    <a:pt x="264" y="3254"/>
                    <a:pt x="264" y="3254"/>
                  </a:cubicBezTo>
                  <a:cubicBezTo>
                    <a:pt x="113" y="3235"/>
                    <a:pt x="0" y="3107"/>
                    <a:pt x="0" y="2955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0" y="135"/>
                    <a:pt x="135" y="0"/>
                    <a:pt x="301" y="0"/>
                  </a:cubicBezTo>
                  <a:cubicBezTo>
                    <a:pt x="2438" y="0"/>
                    <a:pt x="2438" y="0"/>
                    <a:pt x="2438" y="0"/>
                  </a:cubicBezTo>
                  <a:cubicBezTo>
                    <a:pt x="2604" y="0"/>
                    <a:pt x="2739" y="135"/>
                    <a:pt x="2739" y="301"/>
                  </a:cubicBezTo>
                  <a:cubicBezTo>
                    <a:pt x="2739" y="2955"/>
                    <a:pt x="2739" y="2955"/>
                    <a:pt x="2739" y="2955"/>
                  </a:cubicBezTo>
                  <a:cubicBezTo>
                    <a:pt x="2739" y="3105"/>
                    <a:pt x="2628" y="3233"/>
                    <a:pt x="2480" y="3253"/>
                  </a:cubicBezTo>
                  <a:lnTo>
                    <a:pt x="2449" y="3258"/>
                  </a:lnTo>
                  <a:close/>
                  <a:moveTo>
                    <a:pt x="2449" y="3258"/>
                  </a:moveTo>
                  <a:cubicBezTo>
                    <a:pt x="2449" y="3258"/>
                    <a:pt x="2449" y="3258"/>
                    <a:pt x="2449" y="325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-1155700" y="2941638"/>
              <a:ext cx="963613" cy="893763"/>
            </a:xfrm>
            <a:custGeom>
              <a:avLst/>
              <a:gdLst>
                <a:gd name="T0" fmla="*/ 1267 w 1353"/>
                <a:gd name="T1" fmla="*/ 182 h 1256"/>
                <a:gd name="T2" fmla="*/ 87 w 1353"/>
                <a:gd name="T3" fmla="*/ 182 h 1256"/>
                <a:gd name="T4" fmla="*/ 0 w 1353"/>
                <a:gd name="T5" fmla="*/ 91 h 1256"/>
                <a:gd name="T6" fmla="*/ 87 w 1353"/>
                <a:gd name="T7" fmla="*/ 0 h 1256"/>
                <a:gd name="T8" fmla="*/ 1267 w 1353"/>
                <a:gd name="T9" fmla="*/ 0 h 1256"/>
                <a:gd name="T10" fmla="*/ 1353 w 1353"/>
                <a:gd name="T11" fmla="*/ 91 h 1256"/>
                <a:gd name="T12" fmla="*/ 1267 w 1353"/>
                <a:gd name="T13" fmla="*/ 182 h 1256"/>
                <a:gd name="T14" fmla="*/ 1267 w 1353"/>
                <a:gd name="T15" fmla="*/ 719 h 1256"/>
                <a:gd name="T16" fmla="*/ 87 w 1353"/>
                <a:gd name="T17" fmla="*/ 719 h 1256"/>
                <a:gd name="T18" fmla="*/ 0 w 1353"/>
                <a:gd name="T19" fmla="*/ 628 h 1256"/>
                <a:gd name="T20" fmla="*/ 87 w 1353"/>
                <a:gd name="T21" fmla="*/ 537 h 1256"/>
                <a:gd name="T22" fmla="*/ 1267 w 1353"/>
                <a:gd name="T23" fmla="*/ 537 h 1256"/>
                <a:gd name="T24" fmla="*/ 1353 w 1353"/>
                <a:gd name="T25" fmla="*/ 628 h 1256"/>
                <a:gd name="T26" fmla="*/ 1267 w 1353"/>
                <a:gd name="T27" fmla="*/ 719 h 1256"/>
                <a:gd name="T28" fmla="*/ 1267 w 1353"/>
                <a:gd name="T29" fmla="*/ 1256 h 1256"/>
                <a:gd name="T30" fmla="*/ 87 w 1353"/>
                <a:gd name="T31" fmla="*/ 1256 h 1256"/>
                <a:gd name="T32" fmla="*/ 1 w 1353"/>
                <a:gd name="T33" fmla="*/ 1165 h 1256"/>
                <a:gd name="T34" fmla="*/ 87 w 1353"/>
                <a:gd name="T35" fmla="*/ 1075 h 1256"/>
                <a:gd name="T36" fmla="*/ 1267 w 1353"/>
                <a:gd name="T37" fmla="*/ 1075 h 1256"/>
                <a:gd name="T38" fmla="*/ 1352 w 1353"/>
                <a:gd name="T39" fmla="*/ 1165 h 1256"/>
                <a:gd name="T40" fmla="*/ 1267 w 1353"/>
                <a:gd name="T41" fmla="*/ 1256 h 1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353" h="1256">
                  <a:moveTo>
                    <a:pt x="1267" y="182"/>
                  </a:moveTo>
                  <a:cubicBezTo>
                    <a:pt x="87" y="182"/>
                    <a:pt x="87" y="182"/>
                    <a:pt x="87" y="182"/>
                  </a:cubicBezTo>
                  <a:cubicBezTo>
                    <a:pt x="38" y="180"/>
                    <a:pt x="0" y="140"/>
                    <a:pt x="0" y="91"/>
                  </a:cubicBezTo>
                  <a:cubicBezTo>
                    <a:pt x="0" y="42"/>
                    <a:pt x="38" y="2"/>
                    <a:pt x="87" y="0"/>
                  </a:cubicBezTo>
                  <a:cubicBezTo>
                    <a:pt x="1267" y="0"/>
                    <a:pt x="1267" y="0"/>
                    <a:pt x="1267" y="0"/>
                  </a:cubicBezTo>
                  <a:cubicBezTo>
                    <a:pt x="1315" y="2"/>
                    <a:pt x="1353" y="42"/>
                    <a:pt x="1353" y="91"/>
                  </a:cubicBezTo>
                  <a:cubicBezTo>
                    <a:pt x="1353" y="140"/>
                    <a:pt x="1315" y="180"/>
                    <a:pt x="1267" y="182"/>
                  </a:cubicBezTo>
                  <a:moveTo>
                    <a:pt x="1267" y="719"/>
                  </a:moveTo>
                  <a:cubicBezTo>
                    <a:pt x="87" y="719"/>
                    <a:pt x="87" y="719"/>
                    <a:pt x="87" y="719"/>
                  </a:cubicBezTo>
                  <a:cubicBezTo>
                    <a:pt x="38" y="717"/>
                    <a:pt x="0" y="677"/>
                    <a:pt x="0" y="628"/>
                  </a:cubicBezTo>
                  <a:cubicBezTo>
                    <a:pt x="0" y="580"/>
                    <a:pt x="38" y="540"/>
                    <a:pt x="87" y="537"/>
                  </a:cubicBezTo>
                  <a:cubicBezTo>
                    <a:pt x="1267" y="537"/>
                    <a:pt x="1267" y="537"/>
                    <a:pt x="1267" y="537"/>
                  </a:cubicBezTo>
                  <a:cubicBezTo>
                    <a:pt x="1315" y="540"/>
                    <a:pt x="1353" y="580"/>
                    <a:pt x="1353" y="628"/>
                  </a:cubicBezTo>
                  <a:cubicBezTo>
                    <a:pt x="1353" y="677"/>
                    <a:pt x="1315" y="717"/>
                    <a:pt x="1267" y="719"/>
                  </a:cubicBezTo>
                  <a:moveTo>
                    <a:pt x="1267" y="1256"/>
                  </a:moveTo>
                  <a:cubicBezTo>
                    <a:pt x="87" y="1256"/>
                    <a:pt x="87" y="1256"/>
                    <a:pt x="87" y="1256"/>
                  </a:cubicBezTo>
                  <a:cubicBezTo>
                    <a:pt x="39" y="1253"/>
                    <a:pt x="1" y="1213"/>
                    <a:pt x="1" y="1165"/>
                  </a:cubicBezTo>
                  <a:cubicBezTo>
                    <a:pt x="1" y="1117"/>
                    <a:pt x="39" y="1077"/>
                    <a:pt x="87" y="1075"/>
                  </a:cubicBezTo>
                  <a:cubicBezTo>
                    <a:pt x="1267" y="1075"/>
                    <a:pt x="1267" y="1075"/>
                    <a:pt x="1267" y="1075"/>
                  </a:cubicBezTo>
                  <a:cubicBezTo>
                    <a:pt x="1314" y="1077"/>
                    <a:pt x="1352" y="1117"/>
                    <a:pt x="1352" y="1165"/>
                  </a:cubicBezTo>
                  <a:cubicBezTo>
                    <a:pt x="1352" y="1213"/>
                    <a:pt x="1314" y="1253"/>
                    <a:pt x="1267" y="125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7" y="1233488"/>
            <a:ext cx="11276183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#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4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5" name="Freeform 12"/>
          <p:cNvSpPr>
            <a:spLocks noEditPoints="1"/>
          </p:cNvSpPr>
          <p:nvPr userDrawn="1"/>
        </p:nvSpPr>
        <p:spPr bwMode="auto">
          <a:xfrm>
            <a:off x="479189" y="474076"/>
            <a:ext cx="507964" cy="508967"/>
          </a:xfrm>
          <a:custGeom>
            <a:avLst/>
            <a:gdLst>
              <a:gd name="T0" fmla="*/ 1433 w 2867"/>
              <a:gd name="T1" fmla="*/ 0 h 2867"/>
              <a:gd name="T2" fmla="*/ 0 w 2867"/>
              <a:gd name="T3" fmla="*/ 1433 h 2867"/>
              <a:gd name="T4" fmla="*/ 1433 w 2867"/>
              <a:gd name="T5" fmla="*/ 2867 h 2867"/>
              <a:gd name="T6" fmla="*/ 2867 w 2867"/>
              <a:gd name="T7" fmla="*/ 1433 h 2867"/>
              <a:gd name="T8" fmla="*/ 1433 w 2867"/>
              <a:gd name="T9" fmla="*/ 0 h 2867"/>
              <a:gd name="T10" fmla="*/ 1433 w 2867"/>
              <a:gd name="T11" fmla="*/ 2662 h 2867"/>
              <a:gd name="T12" fmla="*/ 205 w 2867"/>
              <a:gd name="T13" fmla="*/ 1433 h 2867"/>
              <a:gd name="T14" fmla="*/ 1433 w 2867"/>
              <a:gd name="T15" fmla="*/ 205 h 2867"/>
              <a:gd name="T16" fmla="*/ 2662 w 2867"/>
              <a:gd name="T17" fmla="*/ 1433 h 2867"/>
              <a:gd name="T18" fmla="*/ 1433 w 2867"/>
              <a:gd name="T19" fmla="*/ 2662 h 2867"/>
              <a:gd name="T20" fmla="*/ 2336 w 2867"/>
              <a:gd name="T21" fmla="*/ 2066 h 2867"/>
              <a:gd name="T22" fmla="*/ 523 w 2867"/>
              <a:gd name="T23" fmla="*/ 2066 h 2867"/>
              <a:gd name="T24" fmla="*/ 976 w 2867"/>
              <a:gd name="T25" fmla="*/ 1432 h 2867"/>
              <a:gd name="T26" fmla="*/ 1255 w 2867"/>
              <a:gd name="T27" fmla="*/ 1810 h 2867"/>
              <a:gd name="T28" fmla="*/ 1792 w 2867"/>
              <a:gd name="T29" fmla="*/ 1069 h 2867"/>
              <a:gd name="T30" fmla="*/ 2336 w 2867"/>
              <a:gd name="T31" fmla="*/ 2066 h 2867"/>
              <a:gd name="T32" fmla="*/ 704 w 2867"/>
              <a:gd name="T33" fmla="*/ 978 h 2867"/>
              <a:gd name="T34" fmla="*/ 886 w 2867"/>
              <a:gd name="T35" fmla="*/ 797 h 2867"/>
              <a:gd name="T36" fmla="*/ 1067 w 2867"/>
              <a:gd name="T37" fmla="*/ 978 h 2867"/>
              <a:gd name="T38" fmla="*/ 886 w 2867"/>
              <a:gd name="T39" fmla="*/ 1160 h 2867"/>
              <a:gd name="T40" fmla="*/ 704 w 2867"/>
              <a:gd name="T41" fmla="*/ 978 h 2867"/>
              <a:gd name="T42" fmla="*/ 704 w 2867"/>
              <a:gd name="T43" fmla="*/ 978 h 2867"/>
              <a:gd name="T44" fmla="*/ 704 w 2867"/>
              <a:gd name="T45" fmla="*/ 978 h 2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67" h="2867">
                <a:moveTo>
                  <a:pt x="1433" y="0"/>
                </a:moveTo>
                <a:cubicBezTo>
                  <a:pt x="643" y="0"/>
                  <a:pt x="0" y="643"/>
                  <a:pt x="0" y="1433"/>
                </a:cubicBezTo>
                <a:cubicBezTo>
                  <a:pt x="0" y="2224"/>
                  <a:pt x="643" y="2867"/>
                  <a:pt x="1433" y="2867"/>
                </a:cubicBezTo>
                <a:cubicBezTo>
                  <a:pt x="2224" y="2867"/>
                  <a:pt x="2867" y="2224"/>
                  <a:pt x="2867" y="1433"/>
                </a:cubicBezTo>
                <a:cubicBezTo>
                  <a:pt x="2867" y="643"/>
                  <a:pt x="2224" y="0"/>
                  <a:pt x="1433" y="0"/>
                </a:cubicBezTo>
                <a:close/>
                <a:moveTo>
                  <a:pt x="1433" y="2662"/>
                </a:moveTo>
                <a:cubicBezTo>
                  <a:pt x="756" y="2662"/>
                  <a:pt x="205" y="2111"/>
                  <a:pt x="205" y="1433"/>
                </a:cubicBezTo>
                <a:cubicBezTo>
                  <a:pt x="205" y="756"/>
                  <a:pt x="756" y="205"/>
                  <a:pt x="1433" y="205"/>
                </a:cubicBezTo>
                <a:cubicBezTo>
                  <a:pt x="2111" y="205"/>
                  <a:pt x="2662" y="756"/>
                  <a:pt x="2662" y="1433"/>
                </a:cubicBezTo>
                <a:cubicBezTo>
                  <a:pt x="2662" y="2111"/>
                  <a:pt x="2111" y="2662"/>
                  <a:pt x="1433" y="2662"/>
                </a:cubicBezTo>
                <a:close/>
                <a:moveTo>
                  <a:pt x="2336" y="2066"/>
                </a:moveTo>
                <a:cubicBezTo>
                  <a:pt x="523" y="2066"/>
                  <a:pt x="523" y="2066"/>
                  <a:pt x="523" y="2066"/>
                </a:cubicBezTo>
                <a:cubicBezTo>
                  <a:pt x="976" y="1432"/>
                  <a:pt x="976" y="1432"/>
                  <a:pt x="976" y="1432"/>
                </a:cubicBezTo>
                <a:cubicBezTo>
                  <a:pt x="1255" y="1810"/>
                  <a:pt x="1255" y="1810"/>
                  <a:pt x="1255" y="1810"/>
                </a:cubicBezTo>
                <a:cubicBezTo>
                  <a:pt x="1792" y="1069"/>
                  <a:pt x="1792" y="1069"/>
                  <a:pt x="1792" y="1069"/>
                </a:cubicBezTo>
                <a:lnTo>
                  <a:pt x="2336" y="2066"/>
                </a:lnTo>
                <a:close/>
                <a:moveTo>
                  <a:pt x="704" y="978"/>
                </a:moveTo>
                <a:cubicBezTo>
                  <a:pt x="704" y="878"/>
                  <a:pt x="786" y="797"/>
                  <a:pt x="886" y="797"/>
                </a:cubicBezTo>
                <a:cubicBezTo>
                  <a:pt x="986" y="797"/>
                  <a:pt x="1067" y="878"/>
                  <a:pt x="1067" y="978"/>
                </a:cubicBezTo>
                <a:cubicBezTo>
                  <a:pt x="1067" y="1079"/>
                  <a:pt x="986" y="1160"/>
                  <a:pt x="886" y="1160"/>
                </a:cubicBezTo>
                <a:cubicBezTo>
                  <a:pt x="786" y="1160"/>
                  <a:pt x="704" y="1079"/>
                  <a:pt x="704" y="978"/>
                </a:cubicBezTo>
                <a:close/>
                <a:moveTo>
                  <a:pt x="704" y="978"/>
                </a:moveTo>
                <a:cubicBezTo>
                  <a:pt x="704" y="978"/>
                  <a:pt x="704" y="978"/>
                  <a:pt x="704" y="97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04" tIns="45702" rIns="91404" bIns="45702" numCol="1" anchor="t" anchorCtr="0" compatLnSpc="1"/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594177" y="410400"/>
            <a:ext cx="9827761" cy="640800"/>
          </a:xfrm>
        </p:spPr>
        <p:txBody>
          <a:bodyPr lIns="100800" tIns="50400" rIns="100800" bIns="50400" anchor="ctr" anchorCtr="0"/>
          <a:lstStyle>
            <a:lvl1pPr fontAlgn="auto">
              <a:defRPr b="1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12162528" y="4653136"/>
            <a:ext cx="638734" cy="1729234"/>
            <a:chOff x="12162528" y="4653136"/>
            <a:chExt cx="638734" cy="1729234"/>
          </a:xfrm>
        </p:grpSpPr>
        <p:sp>
          <p:nvSpPr>
            <p:cNvPr id="3" name="矩形 2"/>
            <p:cNvSpPr/>
            <p:nvPr userDrawn="1"/>
          </p:nvSpPr>
          <p:spPr>
            <a:xfrm>
              <a:off x="12212029" y="4653136"/>
              <a:ext cx="539729" cy="28872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4" name="矩形 3"/>
            <p:cNvSpPr/>
            <p:nvPr userDrawn="1"/>
          </p:nvSpPr>
          <p:spPr>
            <a:xfrm>
              <a:off x="12212029" y="4941964"/>
              <a:ext cx="539729" cy="288000"/>
            </a:xfrm>
            <a:prstGeom prst="rect">
              <a:avLst/>
            </a:prstGeom>
            <a:solidFill>
              <a:srgbClr val="A6D2FF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5" name="矩形 4"/>
            <p:cNvSpPr/>
            <p:nvPr userDrawn="1"/>
          </p:nvSpPr>
          <p:spPr>
            <a:xfrm>
              <a:off x="12212029" y="5230066"/>
              <a:ext cx="539729" cy="288000"/>
            </a:xfrm>
            <a:prstGeom prst="rect">
              <a:avLst/>
            </a:prstGeom>
            <a:solidFill>
              <a:srgbClr val="D8D8D8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6" name="矩形 5"/>
            <p:cNvSpPr/>
            <p:nvPr userDrawn="1"/>
          </p:nvSpPr>
          <p:spPr>
            <a:xfrm>
              <a:off x="12212029" y="5518168"/>
              <a:ext cx="539729" cy="288000"/>
            </a:xfrm>
            <a:prstGeom prst="rect">
              <a:avLst/>
            </a:prstGeom>
            <a:solidFill>
              <a:schemeClr val="accent2">
                <a:lumMod val="100000"/>
              </a:schemeClr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12212029" y="5806270"/>
              <a:ext cx="539729" cy="28800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12212029" y="6094370"/>
              <a:ext cx="539729" cy="288000"/>
            </a:xfrm>
            <a:prstGeom prst="rect">
              <a:avLst/>
            </a:prstGeom>
            <a:solidFill>
              <a:schemeClr val="accent6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 fontAlgn="auto">
                <a:buFont typeface="+mj-lt"/>
                <a:buAutoNum type="arabicPeriod"/>
              </a:pPr>
              <a:endParaRPr lang="zh-CN" altLang="en-US" sz="900">
                <a:latin typeface="+mn-lt"/>
                <a:ea typeface="+mn-ea"/>
                <a:cs typeface="Courier New" panose="02070309020205020404" pitchFamily="49" charset="0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 bwMode="auto">
            <a:xfrm>
              <a:off x="12162528" y="4683920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solidFill>
                    <a:schemeClr val="bg1"/>
                  </a:solidFill>
                  <a:latin typeface="+mn-lt"/>
                  <a:ea typeface="+mn-ea"/>
                </a:rPr>
                <a:t>表格表头</a:t>
              </a:r>
              <a:endParaRPr lang="zh-CN" altLang="en-US" sz="9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文本框 9"/>
            <p:cNvSpPr txBox="1"/>
            <p:nvPr userDrawn="1"/>
          </p:nvSpPr>
          <p:spPr bwMode="auto">
            <a:xfrm>
              <a:off x="12162528" y="4972385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表格边框</a:t>
              </a:r>
              <a:endParaRPr lang="zh-CN" altLang="en-US" sz="900" dirty="0">
                <a:latin typeface="+mn-lt"/>
                <a:ea typeface="+mn-ea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 bwMode="auto">
            <a:xfrm>
              <a:off x="12162528" y="5260487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导航灰底</a:t>
              </a:r>
              <a:endParaRPr lang="zh-CN" altLang="en-US" sz="900" dirty="0">
                <a:latin typeface="+mn-lt"/>
                <a:ea typeface="+mn-ea"/>
              </a:endParaRPr>
            </a:p>
          </p:txBody>
        </p:sp>
        <p:sp>
          <p:nvSpPr>
            <p:cNvPr id="12" name="文本框 11"/>
            <p:cNvSpPr txBox="1"/>
            <p:nvPr userDrawn="1"/>
          </p:nvSpPr>
          <p:spPr bwMode="auto">
            <a:xfrm>
              <a:off x="12220212" y="5548589"/>
              <a:ext cx="52336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solidFill>
                    <a:schemeClr val="bg1"/>
                  </a:solidFill>
                  <a:latin typeface="+mn-lt"/>
                  <a:ea typeface="+mn-ea"/>
                </a:rPr>
                <a:t>华为红</a:t>
              </a:r>
              <a:endParaRPr lang="zh-CN" altLang="en-US" sz="900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 bwMode="auto">
            <a:xfrm>
              <a:off x="12162528" y="58366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文字底色</a:t>
              </a:r>
              <a:endParaRPr lang="zh-CN" altLang="en-US" sz="900" dirty="0">
                <a:latin typeface="+mn-lt"/>
                <a:ea typeface="+mn-ea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 bwMode="auto">
            <a:xfrm>
              <a:off x="12162528" y="61247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 fontAlgn="auto"/>
              <a:r>
                <a:rPr lang="zh-CN" altLang="en-US" sz="900" dirty="0">
                  <a:latin typeface="+mn-lt"/>
                  <a:ea typeface="+mn-ea"/>
                </a:rPr>
                <a:t>文字边框</a:t>
              </a:r>
              <a:endParaRPr lang="zh-CN" altLang="en-US" sz="900" dirty="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marL="457200" marR="0" indent="-457200" algn="just" defTabSz="801370" rtl="0" eaLnBrk="1" fontAlgn="auto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defRPr sz="2000">
                <a:latin typeface="+mn-lt"/>
                <a:ea typeface="+mn-ea"/>
                <a:cs typeface="Arial" panose="020B0604020202020204" pitchFamily="34" charset="0"/>
              </a:defRPr>
            </a:lvl1pPr>
            <a:lvl2pPr marL="401320" indent="0" algn="just">
              <a:buSzPct val="100000"/>
              <a:buFont typeface="+mj-lt"/>
              <a:buNone/>
              <a:defRPr sz="1800"/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</p:txBody>
      </p:sp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16647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思考题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190" y="424270"/>
            <a:ext cx="495425" cy="592462"/>
            <a:chOff x="5554662" y="2422526"/>
            <a:chExt cx="690564" cy="825500"/>
          </a:xfrm>
          <a:solidFill>
            <a:schemeClr val="bg1"/>
          </a:solidFill>
        </p:grpSpPr>
        <p:sp>
          <p:nvSpPr>
            <p:cNvPr id="8" name="Freeform 30"/>
            <p:cNvSpPr/>
            <p:nvPr/>
          </p:nvSpPr>
          <p:spPr bwMode="auto">
            <a:xfrm>
              <a:off x="5554662" y="2487613"/>
              <a:ext cx="258763" cy="760413"/>
            </a:xfrm>
            <a:custGeom>
              <a:avLst/>
              <a:gdLst>
                <a:gd name="T0" fmla="*/ 233 w 245"/>
                <a:gd name="T1" fmla="*/ 722 h 722"/>
                <a:gd name="T2" fmla="*/ 245 w 245"/>
                <a:gd name="T3" fmla="*/ 710 h 722"/>
                <a:gd name="T4" fmla="*/ 245 w 245"/>
                <a:gd name="T5" fmla="*/ 614 h 722"/>
                <a:gd name="T6" fmla="*/ 187 w 245"/>
                <a:gd name="T7" fmla="*/ 559 h 722"/>
                <a:gd name="T8" fmla="*/ 93 w 245"/>
                <a:gd name="T9" fmla="*/ 499 h 722"/>
                <a:gd name="T10" fmla="*/ 93 w 245"/>
                <a:gd name="T11" fmla="*/ 401 h 722"/>
                <a:gd name="T12" fmla="*/ 82 w 245"/>
                <a:gd name="T13" fmla="*/ 398 h 722"/>
                <a:gd name="T14" fmla="*/ 38 w 245"/>
                <a:gd name="T15" fmla="*/ 381 h 722"/>
                <a:gd name="T16" fmla="*/ 102 w 245"/>
                <a:gd name="T17" fmla="*/ 255 h 722"/>
                <a:gd name="T18" fmla="*/ 106 w 245"/>
                <a:gd name="T19" fmla="*/ 250 h 722"/>
                <a:gd name="T20" fmla="*/ 105 w 245"/>
                <a:gd name="T21" fmla="*/ 244 h 722"/>
                <a:gd name="T22" fmla="*/ 218 w 245"/>
                <a:gd name="T23" fmla="*/ 31 h 722"/>
                <a:gd name="T24" fmla="*/ 225 w 245"/>
                <a:gd name="T25" fmla="*/ 15 h 722"/>
                <a:gd name="T26" fmla="*/ 222 w 245"/>
                <a:gd name="T27" fmla="*/ 9 h 722"/>
                <a:gd name="T28" fmla="*/ 207 w 245"/>
                <a:gd name="T29" fmla="*/ 3 h 722"/>
                <a:gd name="T30" fmla="*/ 86 w 245"/>
                <a:gd name="T31" fmla="*/ 148 h 722"/>
                <a:gd name="T32" fmla="*/ 75 w 245"/>
                <a:gd name="T33" fmla="*/ 240 h 722"/>
                <a:gd name="T34" fmla="*/ 8 w 245"/>
                <a:gd name="T35" fmla="*/ 390 h 722"/>
                <a:gd name="T36" fmla="*/ 8 w 245"/>
                <a:gd name="T37" fmla="*/ 391 h 722"/>
                <a:gd name="T38" fmla="*/ 8 w 245"/>
                <a:gd name="T39" fmla="*/ 393 h 722"/>
                <a:gd name="T40" fmla="*/ 63 w 245"/>
                <a:gd name="T41" fmla="*/ 424 h 722"/>
                <a:gd name="T42" fmla="*/ 63 w 245"/>
                <a:gd name="T43" fmla="*/ 500 h 722"/>
                <a:gd name="T44" fmla="*/ 179 w 245"/>
                <a:gd name="T45" fmla="*/ 588 h 722"/>
                <a:gd name="T46" fmla="*/ 215 w 245"/>
                <a:gd name="T47" fmla="*/ 612 h 722"/>
                <a:gd name="T48" fmla="*/ 215 w 245"/>
                <a:gd name="T49" fmla="*/ 614 h 722"/>
                <a:gd name="T50" fmla="*/ 215 w 245"/>
                <a:gd name="T51" fmla="*/ 710 h 722"/>
                <a:gd name="T52" fmla="*/ 227 w 245"/>
                <a:gd name="T53" fmla="*/ 722 h 722"/>
                <a:gd name="T54" fmla="*/ 233 w 245"/>
                <a:gd name="T55" fmla="*/ 722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45" h="722">
                  <a:moveTo>
                    <a:pt x="233" y="722"/>
                  </a:moveTo>
                  <a:cubicBezTo>
                    <a:pt x="240" y="722"/>
                    <a:pt x="245" y="717"/>
                    <a:pt x="245" y="710"/>
                  </a:cubicBezTo>
                  <a:cubicBezTo>
                    <a:pt x="245" y="614"/>
                    <a:pt x="245" y="614"/>
                    <a:pt x="245" y="614"/>
                  </a:cubicBezTo>
                  <a:cubicBezTo>
                    <a:pt x="245" y="605"/>
                    <a:pt x="242" y="574"/>
                    <a:pt x="187" y="559"/>
                  </a:cubicBezTo>
                  <a:cubicBezTo>
                    <a:pt x="128" y="543"/>
                    <a:pt x="94" y="522"/>
                    <a:pt x="93" y="499"/>
                  </a:cubicBezTo>
                  <a:cubicBezTo>
                    <a:pt x="93" y="401"/>
                    <a:pt x="93" y="401"/>
                    <a:pt x="93" y="401"/>
                  </a:cubicBezTo>
                  <a:cubicBezTo>
                    <a:pt x="82" y="398"/>
                    <a:pt x="82" y="398"/>
                    <a:pt x="82" y="398"/>
                  </a:cubicBezTo>
                  <a:cubicBezTo>
                    <a:pt x="64" y="393"/>
                    <a:pt x="45" y="385"/>
                    <a:pt x="38" y="381"/>
                  </a:cubicBezTo>
                  <a:cubicBezTo>
                    <a:pt x="38" y="369"/>
                    <a:pt x="44" y="325"/>
                    <a:pt x="102" y="255"/>
                  </a:cubicBezTo>
                  <a:cubicBezTo>
                    <a:pt x="106" y="250"/>
                    <a:pt x="106" y="250"/>
                    <a:pt x="106" y="250"/>
                  </a:cubicBezTo>
                  <a:cubicBezTo>
                    <a:pt x="105" y="244"/>
                    <a:pt x="105" y="244"/>
                    <a:pt x="105" y="244"/>
                  </a:cubicBezTo>
                  <a:cubicBezTo>
                    <a:pt x="105" y="237"/>
                    <a:pt x="92" y="92"/>
                    <a:pt x="218" y="31"/>
                  </a:cubicBezTo>
                  <a:cubicBezTo>
                    <a:pt x="224" y="28"/>
                    <a:pt x="227" y="21"/>
                    <a:pt x="225" y="15"/>
                  </a:cubicBezTo>
                  <a:cubicBezTo>
                    <a:pt x="222" y="9"/>
                    <a:pt x="222" y="9"/>
                    <a:pt x="222" y="9"/>
                  </a:cubicBezTo>
                  <a:cubicBezTo>
                    <a:pt x="220" y="3"/>
                    <a:pt x="213" y="0"/>
                    <a:pt x="207" y="3"/>
                  </a:cubicBezTo>
                  <a:cubicBezTo>
                    <a:pt x="147" y="31"/>
                    <a:pt x="105" y="81"/>
                    <a:pt x="86" y="148"/>
                  </a:cubicBezTo>
                  <a:cubicBezTo>
                    <a:pt x="74" y="189"/>
                    <a:pt x="74" y="226"/>
                    <a:pt x="75" y="240"/>
                  </a:cubicBezTo>
                  <a:cubicBezTo>
                    <a:pt x="0" y="333"/>
                    <a:pt x="7" y="385"/>
                    <a:pt x="8" y="390"/>
                  </a:cubicBezTo>
                  <a:cubicBezTo>
                    <a:pt x="8" y="391"/>
                    <a:pt x="8" y="391"/>
                    <a:pt x="8" y="391"/>
                  </a:cubicBezTo>
                  <a:cubicBezTo>
                    <a:pt x="8" y="393"/>
                    <a:pt x="8" y="393"/>
                    <a:pt x="8" y="393"/>
                  </a:cubicBezTo>
                  <a:cubicBezTo>
                    <a:pt x="10" y="397"/>
                    <a:pt x="14" y="409"/>
                    <a:pt x="63" y="424"/>
                  </a:cubicBezTo>
                  <a:cubicBezTo>
                    <a:pt x="63" y="500"/>
                    <a:pt x="63" y="500"/>
                    <a:pt x="63" y="500"/>
                  </a:cubicBezTo>
                  <a:cubicBezTo>
                    <a:pt x="65" y="539"/>
                    <a:pt x="104" y="569"/>
                    <a:pt x="179" y="588"/>
                  </a:cubicBezTo>
                  <a:cubicBezTo>
                    <a:pt x="213" y="597"/>
                    <a:pt x="215" y="611"/>
                    <a:pt x="215" y="612"/>
                  </a:cubicBezTo>
                  <a:cubicBezTo>
                    <a:pt x="215" y="614"/>
                    <a:pt x="215" y="614"/>
                    <a:pt x="215" y="614"/>
                  </a:cubicBezTo>
                  <a:cubicBezTo>
                    <a:pt x="215" y="710"/>
                    <a:pt x="215" y="710"/>
                    <a:pt x="215" y="710"/>
                  </a:cubicBezTo>
                  <a:cubicBezTo>
                    <a:pt x="215" y="717"/>
                    <a:pt x="220" y="722"/>
                    <a:pt x="227" y="722"/>
                  </a:cubicBezTo>
                  <a:lnTo>
                    <a:pt x="233" y="7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31"/>
            <p:cNvSpPr/>
            <p:nvPr/>
          </p:nvSpPr>
          <p:spPr bwMode="auto">
            <a:xfrm>
              <a:off x="6029325" y="2752726"/>
              <a:ext cx="169863" cy="495300"/>
            </a:xfrm>
            <a:custGeom>
              <a:avLst/>
              <a:gdLst>
                <a:gd name="T0" fmla="*/ 21 w 162"/>
                <a:gd name="T1" fmla="*/ 470 h 470"/>
                <a:gd name="T2" fmla="*/ 33 w 162"/>
                <a:gd name="T3" fmla="*/ 458 h 470"/>
                <a:gd name="T4" fmla="*/ 33 w 162"/>
                <a:gd name="T5" fmla="*/ 361 h 470"/>
                <a:gd name="T6" fmla="*/ 108 w 162"/>
                <a:gd name="T7" fmla="*/ 168 h 470"/>
                <a:gd name="T8" fmla="*/ 162 w 162"/>
                <a:gd name="T9" fmla="*/ 13 h 470"/>
                <a:gd name="T10" fmla="*/ 151 w 162"/>
                <a:gd name="T11" fmla="*/ 1 h 470"/>
                <a:gd name="T12" fmla="*/ 144 w 162"/>
                <a:gd name="T13" fmla="*/ 0 h 470"/>
                <a:gd name="T14" fmla="*/ 131 w 162"/>
                <a:gd name="T15" fmla="*/ 12 h 470"/>
                <a:gd name="T16" fmla="*/ 84 w 162"/>
                <a:gd name="T17" fmla="*/ 149 h 470"/>
                <a:gd name="T18" fmla="*/ 3 w 162"/>
                <a:gd name="T19" fmla="*/ 362 h 470"/>
                <a:gd name="T20" fmla="*/ 3 w 162"/>
                <a:gd name="T21" fmla="*/ 458 h 470"/>
                <a:gd name="T22" fmla="*/ 15 w 162"/>
                <a:gd name="T23" fmla="*/ 470 h 470"/>
                <a:gd name="T24" fmla="*/ 21 w 162"/>
                <a:gd name="T25" fmla="*/ 470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62" h="470">
                  <a:moveTo>
                    <a:pt x="21" y="470"/>
                  </a:moveTo>
                  <a:cubicBezTo>
                    <a:pt x="28" y="470"/>
                    <a:pt x="33" y="465"/>
                    <a:pt x="33" y="458"/>
                  </a:cubicBezTo>
                  <a:cubicBezTo>
                    <a:pt x="33" y="361"/>
                    <a:pt x="33" y="361"/>
                    <a:pt x="33" y="361"/>
                  </a:cubicBezTo>
                  <a:cubicBezTo>
                    <a:pt x="33" y="360"/>
                    <a:pt x="29" y="262"/>
                    <a:pt x="108" y="168"/>
                  </a:cubicBezTo>
                  <a:cubicBezTo>
                    <a:pt x="137" y="133"/>
                    <a:pt x="157" y="75"/>
                    <a:pt x="162" y="13"/>
                  </a:cubicBezTo>
                  <a:cubicBezTo>
                    <a:pt x="162" y="7"/>
                    <a:pt x="157" y="1"/>
                    <a:pt x="151" y="1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38" y="0"/>
                    <a:pt x="132" y="5"/>
                    <a:pt x="131" y="12"/>
                  </a:cubicBezTo>
                  <a:cubicBezTo>
                    <a:pt x="127" y="67"/>
                    <a:pt x="110" y="119"/>
                    <a:pt x="84" y="149"/>
                  </a:cubicBezTo>
                  <a:cubicBezTo>
                    <a:pt x="0" y="249"/>
                    <a:pt x="3" y="353"/>
                    <a:pt x="3" y="362"/>
                  </a:cubicBezTo>
                  <a:cubicBezTo>
                    <a:pt x="3" y="458"/>
                    <a:pt x="3" y="458"/>
                    <a:pt x="3" y="458"/>
                  </a:cubicBezTo>
                  <a:cubicBezTo>
                    <a:pt x="3" y="465"/>
                    <a:pt x="8" y="470"/>
                    <a:pt x="15" y="470"/>
                  </a:cubicBezTo>
                  <a:lnTo>
                    <a:pt x="21" y="4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Freeform 32"/>
            <p:cNvSpPr/>
            <p:nvPr/>
          </p:nvSpPr>
          <p:spPr bwMode="auto">
            <a:xfrm>
              <a:off x="5851525" y="2489201"/>
              <a:ext cx="325437" cy="406401"/>
            </a:xfrm>
            <a:custGeom>
              <a:avLst/>
              <a:gdLst>
                <a:gd name="T0" fmla="*/ 155 w 309"/>
                <a:gd name="T1" fmla="*/ 386 h 386"/>
                <a:gd name="T2" fmla="*/ 189 w 309"/>
                <a:gd name="T3" fmla="*/ 363 h 386"/>
                <a:gd name="T4" fmla="*/ 208 w 309"/>
                <a:gd name="T5" fmla="*/ 363 h 386"/>
                <a:gd name="T6" fmla="*/ 232 w 309"/>
                <a:gd name="T7" fmla="*/ 353 h 386"/>
                <a:gd name="T8" fmla="*/ 242 w 309"/>
                <a:gd name="T9" fmla="*/ 329 h 386"/>
                <a:gd name="T10" fmla="*/ 242 w 309"/>
                <a:gd name="T11" fmla="*/ 308 h 386"/>
                <a:gd name="T12" fmla="*/ 212 w 309"/>
                <a:gd name="T13" fmla="*/ 308 h 386"/>
                <a:gd name="T14" fmla="*/ 212 w 309"/>
                <a:gd name="T15" fmla="*/ 329 h 386"/>
                <a:gd name="T16" fmla="*/ 210 w 309"/>
                <a:gd name="T17" fmla="*/ 332 h 386"/>
                <a:gd name="T18" fmla="*/ 208 w 309"/>
                <a:gd name="T19" fmla="*/ 333 h 386"/>
                <a:gd name="T20" fmla="*/ 162 w 309"/>
                <a:gd name="T21" fmla="*/ 333 h 386"/>
                <a:gd name="T22" fmla="*/ 162 w 309"/>
                <a:gd name="T23" fmla="*/ 348 h 386"/>
                <a:gd name="T24" fmla="*/ 155 w 309"/>
                <a:gd name="T25" fmla="*/ 356 h 386"/>
                <a:gd name="T26" fmla="*/ 147 w 309"/>
                <a:gd name="T27" fmla="*/ 348 h 386"/>
                <a:gd name="T28" fmla="*/ 147 w 309"/>
                <a:gd name="T29" fmla="*/ 333 h 386"/>
                <a:gd name="T30" fmla="*/ 101 w 309"/>
                <a:gd name="T31" fmla="*/ 333 h 386"/>
                <a:gd name="T32" fmla="*/ 98 w 309"/>
                <a:gd name="T33" fmla="*/ 329 h 386"/>
                <a:gd name="T34" fmla="*/ 98 w 309"/>
                <a:gd name="T35" fmla="*/ 266 h 386"/>
                <a:gd name="T36" fmla="*/ 90 w 309"/>
                <a:gd name="T37" fmla="*/ 262 h 386"/>
                <a:gd name="T38" fmla="*/ 30 w 309"/>
                <a:gd name="T39" fmla="*/ 155 h 386"/>
                <a:gd name="T40" fmla="*/ 155 w 309"/>
                <a:gd name="T41" fmla="*/ 31 h 386"/>
                <a:gd name="T42" fmla="*/ 279 w 309"/>
                <a:gd name="T43" fmla="*/ 155 h 386"/>
                <a:gd name="T44" fmla="*/ 222 w 309"/>
                <a:gd name="T45" fmla="*/ 260 h 386"/>
                <a:gd name="T46" fmla="*/ 174 w 309"/>
                <a:gd name="T47" fmla="*/ 259 h 386"/>
                <a:gd name="T48" fmla="*/ 170 w 309"/>
                <a:gd name="T49" fmla="*/ 255 h 386"/>
                <a:gd name="T50" fmla="*/ 170 w 309"/>
                <a:gd name="T51" fmla="*/ 188 h 386"/>
                <a:gd name="T52" fmla="*/ 139 w 309"/>
                <a:gd name="T53" fmla="*/ 188 h 386"/>
                <a:gd name="T54" fmla="*/ 139 w 309"/>
                <a:gd name="T55" fmla="*/ 255 h 386"/>
                <a:gd name="T56" fmla="*/ 174 w 309"/>
                <a:gd name="T57" fmla="*/ 290 h 386"/>
                <a:gd name="T58" fmla="*/ 231 w 309"/>
                <a:gd name="T59" fmla="*/ 290 h 386"/>
                <a:gd name="T60" fmla="*/ 235 w 309"/>
                <a:gd name="T61" fmla="*/ 288 h 386"/>
                <a:gd name="T62" fmla="*/ 309 w 309"/>
                <a:gd name="T63" fmla="*/ 155 h 386"/>
                <a:gd name="T64" fmla="*/ 155 w 309"/>
                <a:gd name="T65" fmla="*/ 0 h 386"/>
                <a:gd name="T66" fmla="*/ 0 w 309"/>
                <a:gd name="T67" fmla="*/ 155 h 386"/>
                <a:gd name="T68" fmla="*/ 67 w 309"/>
                <a:gd name="T69" fmla="*/ 283 h 386"/>
                <a:gd name="T70" fmla="*/ 67 w 309"/>
                <a:gd name="T71" fmla="*/ 329 h 386"/>
                <a:gd name="T72" fmla="*/ 101 w 309"/>
                <a:gd name="T73" fmla="*/ 363 h 386"/>
                <a:gd name="T74" fmla="*/ 120 w 309"/>
                <a:gd name="T75" fmla="*/ 363 h 386"/>
                <a:gd name="T76" fmla="*/ 155 w 309"/>
                <a:gd name="T77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09" h="386">
                  <a:moveTo>
                    <a:pt x="155" y="386"/>
                  </a:moveTo>
                  <a:cubicBezTo>
                    <a:pt x="170" y="386"/>
                    <a:pt x="184" y="377"/>
                    <a:pt x="189" y="363"/>
                  </a:cubicBezTo>
                  <a:cubicBezTo>
                    <a:pt x="208" y="363"/>
                    <a:pt x="208" y="363"/>
                    <a:pt x="208" y="363"/>
                  </a:cubicBezTo>
                  <a:cubicBezTo>
                    <a:pt x="217" y="363"/>
                    <a:pt x="226" y="360"/>
                    <a:pt x="232" y="353"/>
                  </a:cubicBezTo>
                  <a:cubicBezTo>
                    <a:pt x="238" y="347"/>
                    <a:pt x="242" y="338"/>
                    <a:pt x="242" y="329"/>
                  </a:cubicBezTo>
                  <a:cubicBezTo>
                    <a:pt x="242" y="308"/>
                    <a:pt x="242" y="308"/>
                    <a:pt x="242" y="308"/>
                  </a:cubicBezTo>
                  <a:cubicBezTo>
                    <a:pt x="212" y="308"/>
                    <a:pt x="212" y="308"/>
                    <a:pt x="212" y="308"/>
                  </a:cubicBezTo>
                  <a:cubicBezTo>
                    <a:pt x="212" y="329"/>
                    <a:pt x="212" y="329"/>
                    <a:pt x="212" y="329"/>
                  </a:cubicBezTo>
                  <a:cubicBezTo>
                    <a:pt x="212" y="330"/>
                    <a:pt x="211" y="331"/>
                    <a:pt x="210" y="332"/>
                  </a:cubicBezTo>
                  <a:cubicBezTo>
                    <a:pt x="210" y="332"/>
                    <a:pt x="209" y="333"/>
                    <a:pt x="208" y="333"/>
                  </a:cubicBezTo>
                  <a:cubicBezTo>
                    <a:pt x="162" y="333"/>
                    <a:pt x="162" y="333"/>
                    <a:pt x="162" y="333"/>
                  </a:cubicBezTo>
                  <a:cubicBezTo>
                    <a:pt x="162" y="348"/>
                    <a:pt x="162" y="348"/>
                    <a:pt x="162" y="348"/>
                  </a:cubicBezTo>
                  <a:cubicBezTo>
                    <a:pt x="162" y="352"/>
                    <a:pt x="159" y="356"/>
                    <a:pt x="155" y="356"/>
                  </a:cubicBezTo>
                  <a:cubicBezTo>
                    <a:pt x="150" y="356"/>
                    <a:pt x="147" y="352"/>
                    <a:pt x="147" y="348"/>
                  </a:cubicBezTo>
                  <a:cubicBezTo>
                    <a:pt x="147" y="333"/>
                    <a:pt x="147" y="333"/>
                    <a:pt x="147" y="333"/>
                  </a:cubicBezTo>
                  <a:cubicBezTo>
                    <a:pt x="101" y="333"/>
                    <a:pt x="101" y="333"/>
                    <a:pt x="101" y="333"/>
                  </a:cubicBezTo>
                  <a:cubicBezTo>
                    <a:pt x="99" y="333"/>
                    <a:pt x="98" y="331"/>
                    <a:pt x="98" y="329"/>
                  </a:cubicBezTo>
                  <a:cubicBezTo>
                    <a:pt x="98" y="266"/>
                    <a:pt x="98" y="266"/>
                    <a:pt x="98" y="266"/>
                  </a:cubicBezTo>
                  <a:cubicBezTo>
                    <a:pt x="90" y="262"/>
                    <a:pt x="90" y="262"/>
                    <a:pt x="90" y="262"/>
                  </a:cubicBezTo>
                  <a:cubicBezTo>
                    <a:pt x="53" y="239"/>
                    <a:pt x="30" y="199"/>
                    <a:pt x="30" y="155"/>
                  </a:cubicBezTo>
                  <a:cubicBezTo>
                    <a:pt x="30" y="87"/>
                    <a:pt x="86" y="31"/>
                    <a:pt x="155" y="31"/>
                  </a:cubicBezTo>
                  <a:cubicBezTo>
                    <a:pt x="223" y="31"/>
                    <a:pt x="279" y="87"/>
                    <a:pt x="279" y="155"/>
                  </a:cubicBezTo>
                  <a:cubicBezTo>
                    <a:pt x="279" y="198"/>
                    <a:pt x="258" y="236"/>
                    <a:pt x="222" y="260"/>
                  </a:cubicBezTo>
                  <a:cubicBezTo>
                    <a:pt x="174" y="259"/>
                    <a:pt x="174" y="259"/>
                    <a:pt x="174" y="259"/>
                  </a:cubicBezTo>
                  <a:cubicBezTo>
                    <a:pt x="172" y="259"/>
                    <a:pt x="170" y="258"/>
                    <a:pt x="170" y="255"/>
                  </a:cubicBezTo>
                  <a:cubicBezTo>
                    <a:pt x="170" y="188"/>
                    <a:pt x="170" y="188"/>
                    <a:pt x="170" y="188"/>
                  </a:cubicBezTo>
                  <a:cubicBezTo>
                    <a:pt x="139" y="188"/>
                    <a:pt x="139" y="188"/>
                    <a:pt x="139" y="188"/>
                  </a:cubicBezTo>
                  <a:cubicBezTo>
                    <a:pt x="139" y="255"/>
                    <a:pt x="139" y="255"/>
                    <a:pt x="139" y="255"/>
                  </a:cubicBezTo>
                  <a:cubicBezTo>
                    <a:pt x="139" y="274"/>
                    <a:pt x="155" y="290"/>
                    <a:pt x="174" y="290"/>
                  </a:cubicBezTo>
                  <a:cubicBezTo>
                    <a:pt x="231" y="290"/>
                    <a:pt x="231" y="290"/>
                    <a:pt x="231" y="290"/>
                  </a:cubicBezTo>
                  <a:cubicBezTo>
                    <a:pt x="235" y="288"/>
                    <a:pt x="235" y="288"/>
                    <a:pt x="235" y="288"/>
                  </a:cubicBezTo>
                  <a:cubicBezTo>
                    <a:pt x="281" y="259"/>
                    <a:pt x="309" y="210"/>
                    <a:pt x="309" y="155"/>
                  </a:cubicBezTo>
                  <a:cubicBezTo>
                    <a:pt x="309" y="70"/>
                    <a:pt x="240" y="0"/>
                    <a:pt x="155" y="0"/>
                  </a:cubicBezTo>
                  <a:cubicBezTo>
                    <a:pt x="69" y="0"/>
                    <a:pt x="0" y="70"/>
                    <a:pt x="0" y="155"/>
                  </a:cubicBezTo>
                  <a:cubicBezTo>
                    <a:pt x="0" y="207"/>
                    <a:pt x="25" y="254"/>
                    <a:pt x="67" y="283"/>
                  </a:cubicBezTo>
                  <a:cubicBezTo>
                    <a:pt x="67" y="329"/>
                    <a:pt x="67" y="329"/>
                    <a:pt x="67" y="329"/>
                  </a:cubicBezTo>
                  <a:cubicBezTo>
                    <a:pt x="67" y="348"/>
                    <a:pt x="83" y="363"/>
                    <a:pt x="101" y="363"/>
                  </a:cubicBezTo>
                  <a:cubicBezTo>
                    <a:pt x="120" y="363"/>
                    <a:pt x="120" y="363"/>
                    <a:pt x="120" y="363"/>
                  </a:cubicBezTo>
                  <a:cubicBezTo>
                    <a:pt x="126" y="377"/>
                    <a:pt x="139" y="386"/>
                    <a:pt x="155" y="38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" name="Freeform 33"/>
            <p:cNvSpPr>
              <a:spLocks noEditPoints="1"/>
            </p:cNvSpPr>
            <p:nvPr/>
          </p:nvSpPr>
          <p:spPr bwMode="auto">
            <a:xfrm>
              <a:off x="5956300" y="2597151"/>
              <a:ext cx="114300" cy="114300"/>
            </a:xfrm>
            <a:custGeom>
              <a:avLst/>
              <a:gdLst>
                <a:gd name="T0" fmla="*/ 55 w 109"/>
                <a:gd name="T1" fmla="*/ 108 h 108"/>
                <a:gd name="T2" fmla="*/ 109 w 109"/>
                <a:gd name="T3" fmla="*/ 54 h 108"/>
                <a:gd name="T4" fmla="*/ 55 w 109"/>
                <a:gd name="T5" fmla="*/ 0 h 108"/>
                <a:gd name="T6" fmla="*/ 0 w 109"/>
                <a:gd name="T7" fmla="*/ 54 h 108"/>
                <a:gd name="T8" fmla="*/ 55 w 109"/>
                <a:gd name="T9" fmla="*/ 108 h 108"/>
                <a:gd name="T10" fmla="*/ 55 w 109"/>
                <a:gd name="T11" fmla="*/ 30 h 108"/>
                <a:gd name="T12" fmla="*/ 78 w 109"/>
                <a:gd name="T13" fmla="*/ 54 h 108"/>
                <a:gd name="T14" fmla="*/ 55 w 109"/>
                <a:gd name="T15" fmla="*/ 78 h 108"/>
                <a:gd name="T16" fmla="*/ 31 w 109"/>
                <a:gd name="T17" fmla="*/ 54 h 108"/>
                <a:gd name="T18" fmla="*/ 55 w 109"/>
                <a:gd name="T19" fmla="*/ 3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08">
                  <a:moveTo>
                    <a:pt x="55" y="108"/>
                  </a:moveTo>
                  <a:cubicBezTo>
                    <a:pt x="84" y="108"/>
                    <a:pt x="109" y="84"/>
                    <a:pt x="109" y="54"/>
                  </a:cubicBezTo>
                  <a:cubicBezTo>
                    <a:pt x="109" y="24"/>
                    <a:pt x="84" y="0"/>
                    <a:pt x="55" y="0"/>
                  </a:cubicBezTo>
                  <a:cubicBezTo>
                    <a:pt x="25" y="0"/>
                    <a:pt x="0" y="24"/>
                    <a:pt x="0" y="54"/>
                  </a:cubicBezTo>
                  <a:cubicBezTo>
                    <a:pt x="0" y="84"/>
                    <a:pt x="25" y="108"/>
                    <a:pt x="55" y="108"/>
                  </a:cubicBezTo>
                  <a:close/>
                  <a:moveTo>
                    <a:pt x="55" y="30"/>
                  </a:moveTo>
                  <a:cubicBezTo>
                    <a:pt x="68" y="30"/>
                    <a:pt x="78" y="41"/>
                    <a:pt x="78" y="54"/>
                  </a:cubicBezTo>
                  <a:cubicBezTo>
                    <a:pt x="78" y="67"/>
                    <a:pt x="68" y="78"/>
                    <a:pt x="55" y="78"/>
                  </a:cubicBezTo>
                  <a:cubicBezTo>
                    <a:pt x="41" y="78"/>
                    <a:pt x="31" y="67"/>
                    <a:pt x="31" y="54"/>
                  </a:cubicBezTo>
                  <a:cubicBezTo>
                    <a:pt x="31" y="41"/>
                    <a:pt x="41" y="30"/>
                    <a:pt x="55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2" name="Rectangle 34"/>
            <p:cNvSpPr>
              <a:spLocks noChangeArrowheads="1"/>
            </p:cNvSpPr>
            <p:nvPr/>
          </p:nvSpPr>
          <p:spPr bwMode="auto">
            <a:xfrm>
              <a:off x="5997575" y="2422526"/>
              <a:ext cx="33338" cy="476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3" name="Freeform 35"/>
            <p:cNvSpPr/>
            <p:nvPr/>
          </p:nvSpPr>
          <p:spPr bwMode="auto">
            <a:xfrm>
              <a:off x="6132513" y="2479676"/>
              <a:ext cx="57150" cy="55563"/>
            </a:xfrm>
            <a:custGeom>
              <a:avLst/>
              <a:gdLst>
                <a:gd name="T0" fmla="*/ 14 w 36"/>
                <a:gd name="T1" fmla="*/ 35 h 35"/>
                <a:gd name="T2" fmla="*/ 36 w 36"/>
                <a:gd name="T3" fmla="*/ 14 h 35"/>
                <a:gd name="T4" fmla="*/ 21 w 36"/>
                <a:gd name="T5" fmla="*/ 0 h 35"/>
                <a:gd name="T6" fmla="*/ 0 w 36"/>
                <a:gd name="T7" fmla="*/ 21 h 35"/>
                <a:gd name="T8" fmla="*/ 14 w 36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5">
                  <a:moveTo>
                    <a:pt x="14" y="35"/>
                  </a:moveTo>
                  <a:lnTo>
                    <a:pt x="36" y="14"/>
                  </a:lnTo>
                  <a:lnTo>
                    <a:pt x="21" y="0"/>
                  </a:lnTo>
                  <a:lnTo>
                    <a:pt x="0" y="21"/>
                  </a:lnTo>
                  <a:lnTo>
                    <a:pt x="14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4" name="Rectangle 36"/>
            <p:cNvSpPr>
              <a:spLocks noChangeArrowheads="1"/>
            </p:cNvSpPr>
            <p:nvPr/>
          </p:nvSpPr>
          <p:spPr bwMode="auto">
            <a:xfrm>
              <a:off x="6196013" y="2638426"/>
              <a:ext cx="49213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5" name="Rectangle 37"/>
            <p:cNvSpPr>
              <a:spLocks noChangeArrowheads="1"/>
            </p:cNvSpPr>
            <p:nvPr/>
          </p:nvSpPr>
          <p:spPr bwMode="auto">
            <a:xfrm>
              <a:off x="5783263" y="2638426"/>
              <a:ext cx="47625" cy="317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6" name="Freeform 38"/>
            <p:cNvSpPr/>
            <p:nvPr/>
          </p:nvSpPr>
          <p:spPr bwMode="auto">
            <a:xfrm>
              <a:off x="5840413" y="2479676"/>
              <a:ext cx="55563" cy="55563"/>
            </a:xfrm>
            <a:custGeom>
              <a:avLst/>
              <a:gdLst>
                <a:gd name="T0" fmla="*/ 21 w 35"/>
                <a:gd name="T1" fmla="*/ 35 h 35"/>
                <a:gd name="T2" fmla="*/ 35 w 35"/>
                <a:gd name="T3" fmla="*/ 21 h 35"/>
                <a:gd name="T4" fmla="*/ 14 w 35"/>
                <a:gd name="T5" fmla="*/ 0 h 35"/>
                <a:gd name="T6" fmla="*/ 0 w 35"/>
                <a:gd name="T7" fmla="*/ 14 h 35"/>
                <a:gd name="T8" fmla="*/ 21 w 35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35">
                  <a:moveTo>
                    <a:pt x="21" y="35"/>
                  </a:moveTo>
                  <a:lnTo>
                    <a:pt x="35" y="21"/>
                  </a:lnTo>
                  <a:lnTo>
                    <a:pt x="14" y="0"/>
                  </a:lnTo>
                  <a:lnTo>
                    <a:pt x="0" y="14"/>
                  </a:lnTo>
                  <a:lnTo>
                    <a:pt x="2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7" name="Freeform 39"/>
            <p:cNvSpPr/>
            <p:nvPr/>
          </p:nvSpPr>
          <p:spPr bwMode="auto">
            <a:xfrm>
              <a:off x="5913438" y="2433638"/>
              <a:ext cx="47625" cy="55563"/>
            </a:xfrm>
            <a:custGeom>
              <a:avLst/>
              <a:gdLst>
                <a:gd name="T0" fmla="*/ 11 w 30"/>
                <a:gd name="T1" fmla="*/ 35 h 35"/>
                <a:gd name="T2" fmla="*/ 30 w 30"/>
                <a:gd name="T3" fmla="*/ 28 h 35"/>
                <a:gd name="T4" fmla="*/ 19 w 30"/>
                <a:gd name="T5" fmla="*/ 0 h 35"/>
                <a:gd name="T6" fmla="*/ 0 w 30"/>
                <a:gd name="T7" fmla="*/ 7 h 35"/>
                <a:gd name="T8" fmla="*/ 11 w 30"/>
                <a:gd name="T9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5">
                  <a:moveTo>
                    <a:pt x="11" y="35"/>
                  </a:moveTo>
                  <a:lnTo>
                    <a:pt x="30" y="28"/>
                  </a:lnTo>
                  <a:lnTo>
                    <a:pt x="19" y="0"/>
                  </a:lnTo>
                  <a:lnTo>
                    <a:pt x="0" y="7"/>
                  </a:lnTo>
                  <a:lnTo>
                    <a:pt x="11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8" name="Freeform 40"/>
            <p:cNvSpPr/>
            <p:nvPr/>
          </p:nvSpPr>
          <p:spPr bwMode="auto">
            <a:xfrm>
              <a:off x="6070600" y="2435226"/>
              <a:ext cx="49213" cy="57150"/>
            </a:xfrm>
            <a:custGeom>
              <a:avLst/>
              <a:gdLst>
                <a:gd name="T0" fmla="*/ 19 w 31"/>
                <a:gd name="T1" fmla="*/ 36 h 36"/>
                <a:gd name="T2" fmla="*/ 31 w 31"/>
                <a:gd name="T3" fmla="*/ 8 h 36"/>
                <a:gd name="T4" fmla="*/ 12 w 31"/>
                <a:gd name="T5" fmla="*/ 0 h 36"/>
                <a:gd name="T6" fmla="*/ 0 w 31"/>
                <a:gd name="T7" fmla="*/ 28 h 36"/>
                <a:gd name="T8" fmla="*/ 19 w 31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6">
                  <a:moveTo>
                    <a:pt x="19" y="36"/>
                  </a:moveTo>
                  <a:lnTo>
                    <a:pt x="31" y="8"/>
                  </a:lnTo>
                  <a:lnTo>
                    <a:pt x="12" y="0"/>
                  </a:lnTo>
                  <a:lnTo>
                    <a:pt x="0" y="28"/>
                  </a:lnTo>
                  <a:lnTo>
                    <a:pt x="19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9" name="Freeform 41"/>
            <p:cNvSpPr/>
            <p:nvPr/>
          </p:nvSpPr>
          <p:spPr bwMode="auto">
            <a:xfrm>
              <a:off x="6176963" y="2554288"/>
              <a:ext cx="57150" cy="47625"/>
            </a:xfrm>
            <a:custGeom>
              <a:avLst/>
              <a:gdLst>
                <a:gd name="T0" fmla="*/ 8 w 36"/>
                <a:gd name="T1" fmla="*/ 30 h 30"/>
                <a:gd name="T2" fmla="*/ 36 w 36"/>
                <a:gd name="T3" fmla="*/ 18 h 30"/>
                <a:gd name="T4" fmla="*/ 29 w 36"/>
                <a:gd name="T5" fmla="*/ 0 h 30"/>
                <a:gd name="T6" fmla="*/ 0 w 36"/>
                <a:gd name="T7" fmla="*/ 11 h 30"/>
                <a:gd name="T8" fmla="*/ 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8" y="30"/>
                  </a:moveTo>
                  <a:lnTo>
                    <a:pt x="36" y="18"/>
                  </a:lnTo>
                  <a:lnTo>
                    <a:pt x="29" y="0"/>
                  </a:lnTo>
                  <a:lnTo>
                    <a:pt x="0" y="11"/>
                  </a:lnTo>
                  <a:lnTo>
                    <a:pt x="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20" name="Freeform 42"/>
            <p:cNvSpPr/>
            <p:nvPr/>
          </p:nvSpPr>
          <p:spPr bwMode="auto">
            <a:xfrm>
              <a:off x="5795963" y="2547938"/>
              <a:ext cx="57150" cy="47625"/>
            </a:xfrm>
            <a:custGeom>
              <a:avLst/>
              <a:gdLst>
                <a:gd name="T0" fmla="*/ 28 w 36"/>
                <a:gd name="T1" fmla="*/ 30 h 30"/>
                <a:gd name="T2" fmla="*/ 36 w 36"/>
                <a:gd name="T3" fmla="*/ 12 h 30"/>
                <a:gd name="T4" fmla="*/ 8 w 36"/>
                <a:gd name="T5" fmla="*/ 0 h 30"/>
                <a:gd name="T6" fmla="*/ 0 w 36"/>
                <a:gd name="T7" fmla="*/ 18 h 30"/>
                <a:gd name="T8" fmla="*/ 28 w 36"/>
                <a:gd name="T9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30">
                  <a:moveTo>
                    <a:pt x="28" y="30"/>
                  </a:moveTo>
                  <a:lnTo>
                    <a:pt x="36" y="12"/>
                  </a:lnTo>
                  <a:lnTo>
                    <a:pt x="8" y="0"/>
                  </a:lnTo>
                  <a:lnTo>
                    <a:pt x="0" y="18"/>
                  </a:lnTo>
                  <a:lnTo>
                    <a:pt x="28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21" name="Freeform 6"/>
          <p:cNvSpPr/>
          <p:nvPr userDrawn="1"/>
        </p:nvSpPr>
        <p:spPr bwMode="auto">
          <a:xfrm>
            <a:off x="3211785" y="296368"/>
            <a:ext cx="8975455" cy="864888"/>
          </a:xfrm>
          <a:custGeom>
            <a:avLst/>
            <a:gdLst>
              <a:gd name="T0" fmla="*/ 6409 w 6533"/>
              <a:gd name="T1" fmla="*/ 0 h 617"/>
              <a:gd name="T2" fmla="*/ 0 w 6533"/>
              <a:gd name="T3" fmla="*/ 0 h 617"/>
              <a:gd name="T4" fmla="*/ 126 w 6533"/>
              <a:gd name="T5" fmla="*/ 310 h 617"/>
              <a:gd name="T6" fmla="*/ 0 w 6533"/>
              <a:gd name="T7" fmla="*/ 617 h 617"/>
              <a:gd name="T8" fmla="*/ 6409 w 6533"/>
              <a:gd name="T9" fmla="*/ 617 h 617"/>
              <a:gd name="T10" fmla="*/ 6533 w 6533"/>
              <a:gd name="T11" fmla="*/ 310 h 617"/>
              <a:gd name="T12" fmla="*/ 6409 w 6533"/>
              <a:gd name="T13" fmla="*/ 0 h 617"/>
              <a:gd name="connsiteX0" fmla="*/ 9810 w 9810"/>
              <a:gd name="connsiteY0" fmla="*/ 0 h 10000"/>
              <a:gd name="connsiteX1" fmla="*/ 0 w 9810"/>
              <a:gd name="connsiteY1" fmla="*/ 0 h 10000"/>
              <a:gd name="connsiteX2" fmla="*/ 193 w 9810"/>
              <a:gd name="connsiteY2" fmla="*/ 5024 h 10000"/>
              <a:gd name="connsiteX3" fmla="*/ 0 w 9810"/>
              <a:gd name="connsiteY3" fmla="*/ 10000 h 10000"/>
              <a:gd name="connsiteX4" fmla="*/ 9810 w 9810"/>
              <a:gd name="connsiteY4" fmla="*/ 10000 h 10000"/>
              <a:gd name="connsiteX5" fmla="*/ 7589 w 9810"/>
              <a:gd name="connsiteY5" fmla="*/ 5574 h 10000"/>
              <a:gd name="connsiteX6" fmla="*/ 9810 w 9810"/>
              <a:gd name="connsiteY6" fmla="*/ 0 h 10000"/>
              <a:gd name="connsiteX0-1" fmla="*/ 7021 w 10000"/>
              <a:gd name="connsiteY0-2" fmla="*/ 0 h 10000"/>
              <a:gd name="connsiteX1-3" fmla="*/ 0 w 10000"/>
              <a:gd name="connsiteY1-4" fmla="*/ 0 h 10000"/>
              <a:gd name="connsiteX2-5" fmla="*/ 197 w 10000"/>
              <a:gd name="connsiteY2-6" fmla="*/ 5024 h 10000"/>
              <a:gd name="connsiteX3-7" fmla="*/ 0 w 10000"/>
              <a:gd name="connsiteY3-8" fmla="*/ 10000 h 10000"/>
              <a:gd name="connsiteX4-9" fmla="*/ 10000 w 10000"/>
              <a:gd name="connsiteY4-10" fmla="*/ 10000 h 10000"/>
              <a:gd name="connsiteX5-11" fmla="*/ 7736 w 10000"/>
              <a:gd name="connsiteY5-12" fmla="*/ 5574 h 10000"/>
              <a:gd name="connsiteX6-13" fmla="*/ 7021 w 10000"/>
              <a:gd name="connsiteY6-14" fmla="*/ 0 h 10000"/>
              <a:gd name="connsiteX0-15" fmla="*/ 7021 w 7736"/>
              <a:gd name="connsiteY0-16" fmla="*/ 0 h 10038"/>
              <a:gd name="connsiteX1-17" fmla="*/ 0 w 7736"/>
              <a:gd name="connsiteY1-18" fmla="*/ 0 h 10038"/>
              <a:gd name="connsiteX2-19" fmla="*/ 197 w 7736"/>
              <a:gd name="connsiteY2-20" fmla="*/ 5024 h 10038"/>
              <a:gd name="connsiteX3-21" fmla="*/ 0 w 7736"/>
              <a:gd name="connsiteY3-22" fmla="*/ 10000 h 10038"/>
              <a:gd name="connsiteX4-23" fmla="*/ 7017 w 7736"/>
              <a:gd name="connsiteY4-24" fmla="*/ 10038 h 10038"/>
              <a:gd name="connsiteX5-25" fmla="*/ 7736 w 7736"/>
              <a:gd name="connsiteY5-26" fmla="*/ 5574 h 10038"/>
              <a:gd name="connsiteX6-27" fmla="*/ 7021 w 7736"/>
              <a:gd name="connsiteY6-28" fmla="*/ 0 h 10038"/>
              <a:gd name="connsiteX0-29" fmla="*/ 9076 w 9316"/>
              <a:gd name="connsiteY0-30" fmla="*/ 0 h 10000"/>
              <a:gd name="connsiteX1-31" fmla="*/ 0 w 9316"/>
              <a:gd name="connsiteY1-32" fmla="*/ 0 h 10000"/>
              <a:gd name="connsiteX2-33" fmla="*/ 255 w 9316"/>
              <a:gd name="connsiteY2-34" fmla="*/ 5005 h 10000"/>
              <a:gd name="connsiteX3-35" fmla="*/ 0 w 9316"/>
              <a:gd name="connsiteY3-36" fmla="*/ 9962 h 10000"/>
              <a:gd name="connsiteX4-37" fmla="*/ 9071 w 9316"/>
              <a:gd name="connsiteY4-38" fmla="*/ 10000 h 10000"/>
              <a:gd name="connsiteX5-39" fmla="*/ 9316 w 9316"/>
              <a:gd name="connsiteY5-40" fmla="*/ 5668 h 10000"/>
              <a:gd name="connsiteX6-41" fmla="*/ 9076 w 9316"/>
              <a:gd name="connsiteY6-42" fmla="*/ 0 h 10000"/>
              <a:gd name="connsiteX0-43" fmla="*/ 9742 w 10000"/>
              <a:gd name="connsiteY0-44" fmla="*/ 0 h 10000"/>
              <a:gd name="connsiteX1-45" fmla="*/ 0 w 10000"/>
              <a:gd name="connsiteY1-46" fmla="*/ 0 h 10000"/>
              <a:gd name="connsiteX2-47" fmla="*/ 274 w 10000"/>
              <a:gd name="connsiteY2-48" fmla="*/ 5005 h 10000"/>
              <a:gd name="connsiteX3-49" fmla="*/ 0 w 10000"/>
              <a:gd name="connsiteY3-50" fmla="*/ 9962 h 10000"/>
              <a:gd name="connsiteX4-51" fmla="*/ 9737 w 10000"/>
              <a:gd name="connsiteY4-52" fmla="*/ 10000 h 10000"/>
              <a:gd name="connsiteX5-53" fmla="*/ 10000 w 10000"/>
              <a:gd name="connsiteY5-54" fmla="*/ 5668 h 10000"/>
              <a:gd name="connsiteX6-55" fmla="*/ 9742 w 10000"/>
              <a:gd name="connsiteY6-56" fmla="*/ 0 h 10000"/>
              <a:gd name="connsiteX0-57" fmla="*/ 9742 w 9877"/>
              <a:gd name="connsiteY0-58" fmla="*/ 0 h 10000"/>
              <a:gd name="connsiteX1-59" fmla="*/ 0 w 9877"/>
              <a:gd name="connsiteY1-60" fmla="*/ 0 h 10000"/>
              <a:gd name="connsiteX2-61" fmla="*/ 274 w 9877"/>
              <a:gd name="connsiteY2-62" fmla="*/ 5005 h 10000"/>
              <a:gd name="connsiteX3-63" fmla="*/ 0 w 9877"/>
              <a:gd name="connsiteY3-64" fmla="*/ 9962 h 10000"/>
              <a:gd name="connsiteX4-65" fmla="*/ 9737 w 9877"/>
              <a:gd name="connsiteY4-66" fmla="*/ 10000 h 10000"/>
              <a:gd name="connsiteX5-67" fmla="*/ 9738 w 9877"/>
              <a:gd name="connsiteY5-68" fmla="*/ 5783 h 10000"/>
              <a:gd name="connsiteX6-69" fmla="*/ 9742 w 9877"/>
              <a:gd name="connsiteY6-70" fmla="*/ 0 h 10000"/>
              <a:gd name="connsiteX0-71" fmla="*/ 9863 w 9991"/>
              <a:gd name="connsiteY0-72" fmla="*/ 0 h 10000"/>
              <a:gd name="connsiteX1-73" fmla="*/ 0 w 9991"/>
              <a:gd name="connsiteY1-74" fmla="*/ 0 h 10000"/>
              <a:gd name="connsiteX2-75" fmla="*/ 277 w 9991"/>
              <a:gd name="connsiteY2-76" fmla="*/ 5005 h 10000"/>
              <a:gd name="connsiteX3-77" fmla="*/ 0 w 9991"/>
              <a:gd name="connsiteY3-78" fmla="*/ 9962 h 10000"/>
              <a:gd name="connsiteX4-79" fmla="*/ 9858 w 9991"/>
              <a:gd name="connsiteY4-80" fmla="*/ 10000 h 10000"/>
              <a:gd name="connsiteX5-81" fmla="*/ 9817 w 9991"/>
              <a:gd name="connsiteY5-82" fmla="*/ 5783 h 10000"/>
              <a:gd name="connsiteX6-83" fmla="*/ 9863 w 9991"/>
              <a:gd name="connsiteY6-84" fmla="*/ 0 h 10000"/>
              <a:gd name="connsiteX0-85" fmla="*/ 9872 w 10014"/>
              <a:gd name="connsiteY0-86" fmla="*/ 0 h 10000"/>
              <a:gd name="connsiteX1-87" fmla="*/ 0 w 10014"/>
              <a:gd name="connsiteY1-88" fmla="*/ 0 h 10000"/>
              <a:gd name="connsiteX2-89" fmla="*/ 277 w 10014"/>
              <a:gd name="connsiteY2-90" fmla="*/ 5005 h 10000"/>
              <a:gd name="connsiteX3-91" fmla="*/ 0 w 10014"/>
              <a:gd name="connsiteY3-92" fmla="*/ 9962 h 10000"/>
              <a:gd name="connsiteX4-93" fmla="*/ 9867 w 10014"/>
              <a:gd name="connsiteY4-94" fmla="*/ 10000 h 10000"/>
              <a:gd name="connsiteX5-95" fmla="*/ 9890 w 10014"/>
              <a:gd name="connsiteY5-96" fmla="*/ 5745 h 10000"/>
              <a:gd name="connsiteX6-97" fmla="*/ 9872 w 10014"/>
              <a:gd name="connsiteY6-98" fmla="*/ 0 h 10000"/>
              <a:gd name="connsiteX0-99" fmla="*/ 9872 w 10030"/>
              <a:gd name="connsiteY0-100" fmla="*/ 0 h 10000"/>
              <a:gd name="connsiteX1-101" fmla="*/ 0 w 10030"/>
              <a:gd name="connsiteY1-102" fmla="*/ 0 h 10000"/>
              <a:gd name="connsiteX2-103" fmla="*/ 277 w 10030"/>
              <a:gd name="connsiteY2-104" fmla="*/ 5005 h 10000"/>
              <a:gd name="connsiteX3-105" fmla="*/ 0 w 10030"/>
              <a:gd name="connsiteY3-106" fmla="*/ 9962 h 10000"/>
              <a:gd name="connsiteX4-107" fmla="*/ 9867 w 10030"/>
              <a:gd name="connsiteY4-108" fmla="*/ 10000 h 10000"/>
              <a:gd name="connsiteX5-109" fmla="*/ 9890 w 10030"/>
              <a:gd name="connsiteY5-110" fmla="*/ 5745 h 10000"/>
              <a:gd name="connsiteX6-111" fmla="*/ 9872 w 10030"/>
              <a:gd name="connsiteY6-112" fmla="*/ 0 h 10000"/>
              <a:gd name="connsiteX0-113" fmla="*/ 9872 w 9921"/>
              <a:gd name="connsiteY0-114" fmla="*/ 0 h 10000"/>
              <a:gd name="connsiteX1-115" fmla="*/ 0 w 9921"/>
              <a:gd name="connsiteY1-116" fmla="*/ 0 h 10000"/>
              <a:gd name="connsiteX2-117" fmla="*/ 277 w 9921"/>
              <a:gd name="connsiteY2-118" fmla="*/ 5005 h 10000"/>
              <a:gd name="connsiteX3-119" fmla="*/ 0 w 9921"/>
              <a:gd name="connsiteY3-120" fmla="*/ 9962 h 10000"/>
              <a:gd name="connsiteX4-121" fmla="*/ 9867 w 9921"/>
              <a:gd name="connsiteY4-122" fmla="*/ 10000 h 10000"/>
              <a:gd name="connsiteX5-123" fmla="*/ 9890 w 9921"/>
              <a:gd name="connsiteY5-124" fmla="*/ 5745 h 10000"/>
              <a:gd name="connsiteX6-125" fmla="*/ 9872 w 9921"/>
              <a:gd name="connsiteY6-126" fmla="*/ 0 h 10000"/>
              <a:gd name="connsiteX0-127" fmla="*/ 9951 w 9974"/>
              <a:gd name="connsiteY0-128" fmla="*/ 0 h 10000"/>
              <a:gd name="connsiteX1-129" fmla="*/ 0 w 9974"/>
              <a:gd name="connsiteY1-130" fmla="*/ 0 h 10000"/>
              <a:gd name="connsiteX2-131" fmla="*/ 279 w 9974"/>
              <a:gd name="connsiteY2-132" fmla="*/ 5005 h 10000"/>
              <a:gd name="connsiteX3-133" fmla="*/ 0 w 9974"/>
              <a:gd name="connsiteY3-134" fmla="*/ 9962 h 10000"/>
              <a:gd name="connsiteX4-135" fmla="*/ 9946 w 9974"/>
              <a:gd name="connsiteY4-136" fmla="*/ 10000 h 10000"/>
              <a:gd name="connsiteX5-137" fmla="*/ 9969 w 9974"/>
              <a:gd name="connsiteY5-138" fmla="*/ 5745 h 10000"/>
              <a:gd name="connsiteX6-139" fmla="*/ 9951 w 9974"/>
              <a:gd name="connsiteY6-140" fmla="*/ 0 h 10000"/>
              <a:gd name="connsiteX0-141" fmla="*/ 9977 w 10001"/>
              <a:gd name="connsiteY0-142" fmla="*/ 0 h 10000"/>
              <a:gd name="connsiteX1-143" fmla="*/ 0 w 10001"/>
              <a:gd name="connsiteY1-144" fmla="*/ 0 h 10000"/>
              <a:gd name="connsiteX2-145" fmla="*/ 280 w 10001"/>
              <a:gd name="connsiteY2-146" fmla="*/ 5005 h 10000"/>
              <a:gd name="connsiteX3-147" fmla="*/ 0 w 10001"/>
              <a:gd name="connsiteY3-148" fmla="*/ 9962 h 10000"/>
              <a:gd name="connsiteX4-149" fmla="*/ 9972 w 10001"/>
              <a:gd name="connsiteY4-150" fmla="*/ 10000 h 10000"/>
              <a:gd name="connsiteX5-151" fmla="*/ 9995 w 10001"/>
              <a:gd name="connsiteY5-152" fmla="*/ 5745 h 10000"/>
              <a:gd name="connsiteX6-153" fmla="*/ 9977 w 10001"/>
              <a:gd name="connsiteY6-154" fmla="*/ 0 h 10000"/>
              <a:gd name="connsiteX0-155" fmla="*/ 9977 w 10001"/>
              <a:gd name="connsiteY0-156" fmla="*/ 0 h 10000"/>
              <a:gd name="connsiteX1-157" fmla="*/ 0 w 10001"/>
              <a:gd name="connsiteY1-158" fmla="*/ 0 h 10000"/>
              <a:gd name="connsiteX2-159" fmla="*/ 280 w 10001"/>
              <a:gd name="connsiteY2-160" fmla="*/ 5005 h 10000"/>
              <a:gd name="connsiteX3-161" fmla="*/ 0 w 10001"/>
              <a:gd name="connsiteY3-162" fmla="*/ 9962 h 10000"/>
              <a:gd name="connsiteX4-163" fmla="*/ 9972 w 10001"/>
              <a:gd name="connsiteY4-164" fmla="*/ 10000 h 10000"/>
              <a:gd name="connsiteX5-165" fmla="*/ 9995 w 10001"/>
              <a:gd name="connsiteY5-166" fmla="*/ 5745 h 10000"/>
              <a:gd name="connsiteX6-167" fmla="*/ 9977 w 10001"/>
              <a:gd name="connsiteY6-168" fmla="*/ 0 h 10000"/>
              <a:gd name="connsiteX0-169" fmla="*/ 9977 w 10001"/>
              <a:gd name="connsiteY0-170" fmla="*/ 0 h 10000"/>
              <a:gd name="connsiteX1-171" fmla="*/ 0 w 10001"/>
              <a:gd name="connsiteY1-172" fmla="*/ 0 h 10000"/>
              <a:gd name="connsiteX2-173" fmla="*/ 280 w 10001"/>
              <a:gd name="connsiteY2-174" fmla="*/ 5005 h 10000"/>
              <a:gd name="connsiteX3-175" fmla="*/ 0 w 10001"/>
              <a:gd name="connsiteY3-176" fmla="*/ 9962 h 10000"/>
              <a:gd name="connsiteX4-177" fmla="*/ 9972 w 10001"/>
              <a:gd name="connsiteY4-178" fmla="*/ 10000 h 10000"/>
              <a:gd name="connsiteX5-179" fmla="*/ 9995 w 10001"/>
              <a:gd name="connsiteY5-180" fmla="*/ 5745 h 10000"/>
              <a:gd name="connsiteX6-181" fmla="*/ 9977 w 10001"/>
              <a:gd name="connsiteY6-182" fmla="*/ 0 h 10000"/>
              <a:gd name="connsiteX0-183" fmla="*/ 9977 w 9995"/>
              <a:gd name="connsiteY0-184" fmla="*/ 0 h 10000"/>
              <a:gd name="connsiteX1-185" fmla="*/ 0 w 9995"/>
              <a:gd name="connsiteY1-186" fmla="*/ 0 h 10000"/>
              <a:gd name="connsiteX2-187" fmla="*/ 280 w 9995"/>
              <a:gd name="connsiteY2-188" fmla="*/ 5005 h 10000"/>
              <a:gd name="connsiteX3-189" fmla="*/ 0 w 9995"/>
              <a:gd name="connsiteY3-190" fmla="*/ 9962 h 10000"/>
              <a:gd name="connsiteX4-191" fmla="*/ 9972 w 9995"/>
              <a:gd name="connsiteY4-192" fmla="*/ 10000 h 10000"/>
              <a:gd name="connsiteX5-193" fmla="*/ 9995 w 9995"/>
              <a:gd name="connsiteY5-194" fmla="*/ 5745 h 10000"/>
              <a:gd name="connsiteX6-195" fmla="*/ 9977 w 9995"/>
              <a:gd name="connsiteY6-196" fmla="*/ 0 h 10000"/>
              <a:gd name="connsiteX0-197" fmla="*/ 9999 w 10000"/>
              <a:gd name="connsiteY0-198" fmla="*/ 0 h 10000"/>
              <a:gd name="connsiteX1-199" fmla="*/ 0 w 10000"/>
              <a:gd name="connsiteY1-200" fmla="*/ 0 h 10000"/>
              <a:gd name="connsiteX2-201" fmla="*/ 280 w 10000"/>
              <a:gd name="connsiteY2-202" fmla="*/ 5005 h 10000"/>
              <a:gd name="connsiteX3-203" fmla="*/ 0 w 10000"/>
              <a:gd name="connsiteY3-204" fmla="*/ 9962 h 10000"/>
              <a:gd name="connsiteX4-205" fmla="*/ 9977 w 10000"/>
              <a:gd name="connsiteY4-206" fmla="*/ 10000 h 10000"/>
              <a:gd name="connsiteX5-207" fmla="*/ 10000 w 10000"/>
              <a:gd name="connsiteY5-208" fmla="*/ 5745 h 10000"/>
              <a:gd name="connsiteX6-209" fmla="*/ 9999 w 10000"/>
              <a:gd name="connsiteY6-210" fmla="*/ 0 h 10000"/>
              <a:gd name="connsiteX0-211" fmla="*/ 9999 w 10004"/>
              <a:gd name="connsiteY0-212" fmla="*/ 0 h 10000"/>
              <a:gd name="connsiteX1-213" fmla="*/ 0 w 10004"/>
              <a:gd name="connsiteY1-214" fmla="*/ 0 h 10000"/>
              <a:gd name="connsiteX2-215" fmla="*/ 280 w 10004"/>
              <a:gd name="connsiteY2-216" fmla="*/ 5005 h 10000"/>
              <a:gd name="connsiteX3-217" fmla="*/ 0 w 10004"/>
              <a:gd name="connsiteY3-218" fmla="*/ 9962 h 10000"/>
              <a:gd name="connsiteX4-219" fmla="*/ 10000 w 10004"/>
              <a:gd name="connsiteY4-220" fmla="*/ 10000 h 10000"/>
              <a:gd name="connsiteX5-221" fmla="*/ 10000 w 10004"/>
              <a:gd name="connsiteY5-222" fmla="*/ 5745 h 10000"/>
              <a:gd name="connsiteX6-223" fmla="*/ 9999 w 10004"/>
              <a:gd name="connsiteY6-224" fmla="*/ 0 h 10000"/>
              <a:gd name="connsiteX0-225" fmla="*/ 9999 w 10000"/>
              <a:gd name="connsiteY0-226" fmla="*/ 0 h 10000"/>
              <a:gd name="connsiteX1-227" fmla="*/ 0 w 10000"/>
              <a:gd name="connsiteY1-228" fmla="*/ 0 h 10000"/>
              <a:gd name="connsiteX2-229" fmla="*/ 280 w 10000"/>
              <a:gd name="connsiteY2-230" fmla="*/ 5005 h 10000"/>
              <a:gd name="connsiteX3-231" fmla="*/ 0 w 10000"/>
              <a:gd name="connsiteY3-232" fmla="*/ 9962 h 10000"/>
              <a:gd name="connsiteX4-233" fmla="*/ 10000 w 10000"/>
              <a:gd name="connsiteY4-234" fmla="*/ 10000 h 10000"/>
              <a:gd name="connsiteX5-235" fmla="*/ 10000 w 10000"/>
              <a:gd name="connsiteY5-236" fmla="*/ 5745 h 10000"/>
              <a:gd name="connsiteX6-237" fmla="*/ 9999 w 10000"/>
              <a:gd name="connsiteY6-238" fmla="*/ 0 h 10000"/>
              <a:gd name="connsiteX0-239" fmla="*/ 14796 w 14796"/>
              <a:gd name="connsiteY0-240" fmla="*/ 0 h 10000"/>
              <a:gd name="connsiteX1-241" fmla="*/ 0 w 14796"/>
              <a:gd name="connsiteY1-242" fmla="*/ 0 h 10000"/>
              <a:gd name="connsiteX2-243" fmla="*/ 280 w 14796"/>
              <a:gd name="connsiteY2-244" fmla="*/ 5005 h 10000"/>
              <a:gd name="connsiteX3-245" fmla="*/ 0 w 14796"/>
              <a:gd name="connsiteY3-246" fmla="*/ 9962 h 10000"/>
              <a:gd name="connsiteX4-247" fmla="*/ 10000 w 14796"/>
              <a:gd name="connsiteY4-248" fmla="*/ 10000 h 10000"/>
              <a:gd name="connsiteX5-249" fmla="*/ 10000 w 14796"/>
              <a:gd name="connsiteY5-250" fmla="*/ 5745 h 10000"/>
              <a:gd name="connsiteX6-251" fmla="*/ 14796 w 14796"/>
              <a:gd name="connsiteY6-252" fmla="*/ 0 h 10000"/>
              <a:gd name="connsiteX0-253" fmla="*/ 14796 w 14796"/>
              <a:gd name="connsiteY0-254" fmla="*/ 0 h 9968"/>
              <a:gd name="connsiteX1-255" fmla="*/ 0 w 14796"/>
              <a:gd name="connsiteY1-256" fmla="*/ 0 h 9968"/>
              <a:gd name="connsiteX2-257" fmla="*/ 280 w 14796"/>
              <a:gd name="connsiteY2-258" fmla="*/ 5005 h 9968"/>
              <a:gd name="connsiteX3-259" fmla="*/ 0 w 14796"/>
              <a:gd name="connsiteY3-260" fmla="*/ 9962 h 9968"/>
              <a:gd name="connsiteX4-261" fmla="*/ 14788 w 14796"/>
              <a:gd name="connsiteY4-262" fmla="*/ 9968 h 9968"/>
              <a:gd name="connsiteX5-263" fmla="*/ 10000 w 14796"/>
              <a:gd name="connsiteY5-264" fmla="*/ 5745 h 9968"/>
              <a:gd name="connsiteX6-265" fmla="*/ 14796 w 14796"/>
              <a:gd name="connsiteY6-266" fmla="*/ 0 h 9968"/>
              <a:gd name="connsiteX0-267" fmla="*/ 10000 w 10000"/>
              <a:gd name="connsiteY0-268" fmla="*/ 0 h 10000"/>
              <a:gd name="connsiteX1-269" fmla="*/ 0 w 10000"/>
              <a:gd name="connsiteY1-270" fmla="*/ 0 h 10000"/>
              <a:gd name="connsiteX2-271" fmla="*/ 189 w 10000"/>
              <a:gd name="connsiteY2-272" fmla="*/ 5021 h 10000"/>
              <a:gd name="connsiteX3-273" fmla="*/ 0 w 10000"/>
              <a:gd name="connsiteY3-274" fmla="*/ 9994 h 10000"/>
              <a:gd name="connsiteX4-275" fmla="*/ 9995 w 10000"/>
              <a:gd name="connsiteY4-276" fmla="*/ 10000 h 10000"/>
              <a:gd name="connsiteX5-277" fmla="*/ 9998 w 10000"/>
              <a:gd name="connsiteY5-278" fmla="*/ 6152 h 10000"/>
              <a:gd name="connsiteX6-279" fmla="*/ 10000 w 10000"/>
              <a:gd name="connsiteY6-28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10000" h="10000">
                <a:moveTo>
                  <a:pt x="10000" y="0"/>
                </a:moveTo>
                <a:lnTo>
                  <a:pt x="0" y="0"/>
                </a:lnTo>
                <a:cubicBezTo>
                  <a:pt x="62" y="1674"/>
                  <a:pt x="124" y="3347"/>
                  <a:pt x="189" y="5021"/>
                </a:cubicBezTo>
                <a:cubicBezTo>
                  <a:pt x="124" y="6679"/>
                  <a:pt x="62" y="8336"/>
                  <a:pt x="0" y="9994"/>
                </a:cubicBezTo>
                <a:lnTo>
                  <a:pt x="9995" y="10000"/>
                </a:lnTo>
                <a:cubicBezTo>
                  <a:pt x="9993" y="8184"/>
                  <a:pt x="9998" y="8051"/>
                  <a:pt x="9998" y="6152"/>
                </a:cubicBezTo>
                <a:cubicBezTo>
                  <a:pt x="9996" y="3296"/>
                  <a:pt x="10001" y="2674"/>
                  <a:pt x="1000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22" name="Freeform 11"/>
          <p:cNvSpPr/>
          <p:nvPr userDrawn="1"/>
        </p:nvSpPr>
        <p:spPr bwMode="auto">
          <a:xfrm>
            <a:off x="3106455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#本节小结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2015437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本节小结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15179" y="490849"/>
            <a:ext cx="470510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8" name="Freeform 6"/>
            <p:cNvSpPr/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0"/>
          <p:cNvSpPr txBox="1"/>
          <p:nvPr userDrawn="1"/>
        </p:nvSpPr>
        <p:spPr bwMode="auto">
          <a:xfrm>
            <a:off x="1594877" y="408780"/>
            <a:ext cx="2015437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本章总结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5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515179" y="490849"/>
            <a:ext cx="470510" cy="475421"/>
            <a:chOff x="5540375" y="2868613"/>
            <a:chExt cx="1106488" cy="1117600"/>
          </a:xfrm>
          <a:solidFill>
            <a:schemeClr val="bg1"/>
          </a:solidFill>
        </p:grpSpPr>
        <p:sp>
          <p:nvSpPr>
            <p:cNvPr id="7" name="Freeform 6"/>
            <p:cNvSpPr/>
            <p:nvPr/>
          </p:nvSpPr>
          <p:spPr bwMode="auto">
            <a:xfrm>
              <a:off x="5970588" y="3251201"/>
              <a:ext cx="676275" cy="517525"/>
            </a:xfrm>
            <a:custGeom>
              <a:avLst/>
              <a:gdLst>
                <a:gd name="T0" fmla="*/ 40 w 180"/>
                <a:gd name="T1" fmla="*/ 42 h 138"/>
                <a:gd name="T2" fmla="*/ 27 w 180"/>
                <a:gd name="T3" fmla="*/ 42 h 138"/>
                <a:gd name="T4" fmla="*/ 3 w 180"/>
                <a:gd name="T5" fmla="*/ 66 h 138"/>
                <a:gd name="T6" fmla="*/ 3 w 180"/>
                <a:gd name="T7" fmla="*/ 79 h 138"/>
                <a:gd name="T8" fmla="*/ 59 w 180"/>
                <a:gd name="T9" fmla="*/ 135 h 138"/>
                <a:gd name="T10" fmla="*/ 72 w 180"/>
                <a:gd name="T11" fmla="*/ 135 h 138"/>
                <a:gd name="T12" fmla="*/ 176 w 180"/>
                <a:gd name="T13" fmla="*/ 31 h 138"/>
                <a:gd name="T14" fmla="*/ 176 w 180"/>
                <a:gd name="T15" fmla="*/ 18 h 138"/>
                <a:gd name="T16" fmla="*/ 162 w 180"/>
                <a:gd name="T17" fmla="*/ 4 h 138"/>
                <a:gd name="T18" fmla="*/ 149 w 180"/>
                <a:gd name="T19" fmla="*/ 3 h 138"/>
                <a:gd name="T20" fmla="*/ 74 w 180"/>
                <a:gd name="T21" fmla="*/ 66 h 138"/>
                <a:gd name="T22" fmla="*/ 60 w 180"/>
                <a:gd name="T23" fmla="*/ 65 h 138"/>
                <a:gd name="T24" fmla="*/ 40 w 180"/>
                <a:gd name="T25" fmla="*/ 4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0" h="138">
                  <a:moveTo>
                    <a:pt x="40" y="42"/>
                  </a:moveTo>
                  <a:cubicBezTo>
                    <a:pt x="36" y="39"/>
                    <a:pt x="30" y="38"/>
                    <a:pt x="27" y="42"/>
                  </a:cubicBezTo>
                  <a:cubicBezTo>
                    <a:pt x="3" y="66"/>
                    <a:pt x="3" y="66"/>
                    <a:pt x="3" y="66"/>
                  </a:cubicBezTo>
                  <a:cubicBezTo>
                    <a:pt x="0" y="69"/>
                    <a:pt x="0" y="75"/>
                    <a:pt x="3" y="79"/>
                  </a:cubicBezTo>
                  <a:cubicBezTo>
                    <a:pt x="59" y="135"/>
                    <a:pt x="59" y="135"/>
                    <a:pt x="59" y="135"/>
                  </a:cubicBezTo>
                  <a:cubicBezTo>
                    <a:pt x="63" y="138"/>
                    <a:pt x="69" y="138"/>
                    <a:pt x="72" y="135"/>
                  </a:cubicBezTo>
                  <a:cubicBezTo>
                    <a:pt x="176" y="31"/>
                    <a:pt x="176" y="31"/>
                    <a:pt x="176" y="31"/>
                  </a:cubicBezTo>
                  <a:cubicBezTo>
                    <a:pt x="179" y="27"/>
                    <a:pt x="180" y="21"/>
                    <a:pt x="176" y="18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59" y="0"/>
                    <a:pt x="153" y="0"/>
                    <a:pt x="149" y="3"/>
                  </a:cubicBezTo>
                  <a:cubicBezTo>
                    <a:pt x="74" y="66"/>
                    <a:pt x="74" y="66"/>
                    <a:pt x="74" y="66"/>
                  </a:cubicBezTo>
                  <a:cubicBezTo>
                    <a:pt x="70" y="69"/>
                    <a:pt x="64" y="68"/>
                    <a:pt x="60" y="65"/>
                  </a:cubicBezTo>
                  <a:lnTo>
                    <a:pt x="40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5540375" y="2868613"/>
              <a:ext cx="941388" cy="1117600"/>
            </a:xfrm>
            <a:custGeom>
              <a:avLst/>
              <a:gdLst>
                <a:gd name="T0" fmla="*/ 233 w 251"/>
                <a:gd name="T1" fmla="*/ 279 h 298"/>
                <a:gd name="T2" fmla="*/ 19 w 251"/>
                <a:gd name="T3" fmla="*/ 279 h 298"/>
                <a:gd name="T4" fmla="*/ 19 w 251"/>
                <a:gd name="T5" fmla="*/ 38 h 298"/>
                <a:gd name="T6" fmla="*/ 44 w 251"/>
                <a:gd name="T7" fmla="*/ 38 h 298"/>
                <a:gd name="T8" fmla="*/ 44 w 251"/>
                <a:gd name="T9" fmla="*/ 47 h 298"/>
                <a:gd name="T10" fmla="*/ 54 w 251"/>
                <a:gd name="T11" fmla="*/ 57 h 298"/>
                <a:gd name="T12" fmla="*/ 56 w 251"/>
                <a:gd name="T13" fmla="*/ 57 h 298"/>
                <a:gd name="T14" fmla="*/ 65 w 251"/>
                <a:gd name="T15" fmla="*/ 47 h 298"/>
                <a:gd name="T16" fmla="*/ 65 w 251"/>
                <a:gd name="T17" fmla="*/ 38 h 298"/>
                <a:gd name="T18" fmla="*/ 92 w 251"/>
                <a:gd name="T19" fmla="*/ 38 h 298"/>
                <a:gd name="T20" fmla="*/ 92 w 251"/>
                <a:gd name="T21" fmla="*/ 47 h 298"/>
                <a:gd name="T22" fmla="*/ 102 w 251"/>
                <a:gd name="T23" fmla="*/ 57 h 298"/>
                <a:gd name="T24" fmla="*/ 104 w 251"/>
                <a:gd name="T25" fmla="*/ 57 h 298"/>
                <a:gd name="T26" fmla="*/ 113 w 251"/>
                <a:gd name="T27" fmla="*/ 47 h 298"/>
                <a:gd name="T28" fmla="*/ 113 w 251"/>
                <a:gd name="T29" fmla="*/ 38 h 298"/>
                <a:gd name="T30" fmla="*/ 140 w 251"/>
                <a:gd name="T31" fmla="*/ 38 h 298"/>
                <a:gd name="T32" fmla="*/ 140 w 251"/>
                <a:gd name="T33" fmla="*/ 47 h 298"/>
                <a:gd name="T34" fmla="*/ 150 w 251"/>
                <a:gd name="T35" fmla="*/ 57 h 298"/>
                <a:gd name="T36" fmla="*/ 152 w 251"/>
                <a:gd name="T37" fmla="*/ 57 h 298"/>
                <a:gd name="T38" fmla="*/ 161 w 251"/>
                <a:gd name="T39" fmla="*/ 47 h 298"/>
                <a:gd name="T40" fmla="*/ 161 w 251"/>
                <a:gd name="T41" fmla="*/ 38 h 298"/>
                <a:gd name="T42" fmla="*/ 189 w 251"/>
                <a:gd name="T43" fmla="*/ 38 h 298"/>
                <a:gd name="T44" fmla="*/ 189 w 251"/>
                <a:gd name="T45" fmla="*/ 47 h 298"/>
                <a:gd name="T46" fmla="*/ 198 w 251"/>
                <a:gd name="T47" fmla="*/ 57 h 298"/>
                <a:gd name="T48" fmla="*/ 200 w 251"/>
                <a:gd name="T49" fmla="*/ 57 h 298"/>
                <a:gd name="T50" fmla="*/ 210 w 251"/>
                <a:gd name="T51" fmla="*/ 47 h 298"/>
                <a:gd name="T52" fmla="*/ 210 w 251"/>
                <a:gd name="T53" fmla="*/ 38 h 298"/>
                <a:gd name="T54" fmla="*/ 215 w 251"/>
                <a:gd name="T55" fmla="*/ 38 h 298"/>
                <a:gd name="T56" fmla="*/ 233 w 251"/>
                <a:gd name="T57" fmla="*/ 55 h 298"/>
                <a:gd name="T58" fmla="*/ 233 w 251"/>
                <a:gd name="T59" fmla="*/ 114 h 298"/>
                <a:gd name="T60" fmla="*/ 251 w 251"/>
                <a:gd name="T61" fmla="*/ 98 h 298"/>
                <a:gd name="T62" fmla="*/ 251 w 251"/>
                <a:gd name="T63" fmla="*/ 47 h 298"/>
                <a:gd name="T64" fmla="*/ 223 w 251"/>
                <a:gd name="T65" fmla="*/ 19 h 298"/>
                <a:gd name="T66" fmla="*/ 210 w 251"/>
                <a:gd name="T67" fmla="*/ 19 h 298"/>
                <a:gd name="T68" fmla="*/ 210 w 251"/>
                <a:gd name="T69" fmla="*/ 10 h 298"/>
                <a:gd name="T70" fmla="*/ 200 w 251"/>
                <a:gd name="T71" fmla="*/ 0 h 298"/>
                <a:gd name="T72" fmla="*/ 198 w 251"/>
                <a:gd name="T73" fmla="*/ 0 h 298"/>
                <a:gd name="T74" fmla="*/ 189 w 251"/>
                <a:gd name="T75" fmla="*/ 10 h 298"/>
                <a:gd name="T76" fmla="*/ 189 w 251"/>
                <a:gd name="T77" fmla="*/ 19 h 298"/>
                <a:gd name="T78" fmla="*/ 161 w 251"/>
                <a:gd name="T79" fmla="*/ 19 h 298"/>
                <a:gd name="T80" fmla="*/ 161 w 251"/>
                <a:gd name="T81" fmla="*/ 10 h 298"/>
                <a:gd name="T82" fmla="*/ 152 w 251"/>
                <a:gd name="T83" fmla="*/ 0 h 298"/>
                <a:gd name="T84" fmla="*/ 150 w 251"/>
                <a:gd name="T85" fmla="*/ 0 h 298"/>
                <a:gd name="T86" fmla="*/ 140 w 251"/>
                <a:gd name="T87" fmla="*/ 10 h 298"/>
                <a:gd name="T88" fmla="*/ 140 w 251"/>
                <a:gd name="T89" fmla="*/ 19 h 298"/>
                <a:gd name="T90" fmla="*/ 113 w 251"/>
                <a:gd name="T91" fmla="*/ 19 h 298"/>
                <a:gd name="T92" fmla="*/ 113 w 251"/>
                <a:gd name="T93" fmla="*/ 10 h 298"/>
                <a:gd name="T94" fmla="*/ 104 w 251"/>
                <a:gd name="T95" fmla="*/ 0 h 298"/>
                <a:gd name="T96" fmla="*/ 102 w 251"/>
                <a:gd name="T97" fmla="*/ 0 h 298"/>
                <a:gd name="T98" fmla="*/ 92 w 251"/>
                <a:gd name="T99" fmla="*/ 10 h 298"/>
                <a:gd name="T100" fmla="*/ 92 w 251"/>
                <a:gd name="T101" fmla="*/ 19 h 298"/>
                <a:gd name="T102" fmla="*/ 65 w 251"/>
                <a:gd name="T103" fmla="*/ 19 h 298"/>
                <a:gd name="T104" fmla="*/ 65 w 251"/>
                <a:gd name="T105" fmla="*/ 10 h 298"/>
                <a:gd name="T106" fmla="*/ 56 w 251"/>
                <a:gd name="T107" fmla="*/ 0 h 298"/>
                <a:gd name="T108" fmla="*/ 54 w 251"/>
                <a:gd name="T109" fmla="*/ 0 h 298"/>
                <a:gd name="T110" fmla="*/ 44 w 251"/>
                <a:gd name="T111" fmla="*/ 10 h 298"/>
                <a:gd name="T112" fmla="*/ 44 w 251"/>
                <a:gd name="T113" fmla="*/ 19 h 298"/>
                <a:gd name="T114" fmla="*/ 0 w 251"/>
                <a:gd name="T115" fmla="*/ 19 h 298"/>
                <a:gd name="T116" fmla="*/ 0 w 251"/>
                <a:gd name="T117" fmla="*/ 298 h 298"/>
                <a:gd name="T118" fmla="*/ 251 w 251"/>
                <a:gd name="T119" fmla="*/ 298 h 298"/>
                <a:gd name="T120" fmla="*/ 251 w 251"/>
                <a:gd name="T121" fmla="*/ 199 h 298"/>
                <a:gd name="T122" fmla="*/ 233 w 251"/>
                <a:gd name="T123" fmla="*/ 218 h 298"/>
                <a:gd name="T124" fmla="*/ 233 w 251"/>
                <a:gd name="T125" fmla="*/ 27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1" h="298">
                  <a:moveTo>
                    <a:pt x="233" y="279"/>
                  </a:moveTo>
                  <a:cubicBezTo>
                    <a:pt x="19" y="279"/>
                    <a:pt x="19" y="279"/>
                    <a:pt x="19" y="279"/>
                  </a:cubicBezTo>
                  <a:cubicBezTo>
                    <a:pt x="19" y="38"/>
                    <a:pt x="19" y="38"/>
                    <a:pt x="19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47"/>
                    <a:pt x="44" y="47"/>
                    <a:pt x="44" y="47"/>
                  </a:cubicBezTo>
                  <a:cubicBezTo>
                    <a:pt x="44" y="52"/>
                    <a:pt x="48" y="57"/>
                    <a:pt x="54" y="57"/>
                  </a:cubicBezTo>
                  <a:cubicBezTo>
                    <a:pt x="56" y="57"/>
                    <a:pt x="56" y="57"/>
                    <a:pt x="56" y="57"/>
                  </a:cubicBezTo>
                  <a:cubicBezTo>
                    <a:pt x="61" y="57"/>
                    <a:pt x="65" y="52"/>
                    <a:pt x="65" y="4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92" y="38"/>
                    <a:pt x="92" y="38"/>
                    <a:pt x="92" y="38"/>
                  </a:cubicBezTo>
                  <a:cubicBezTo>
                    <a:pt x="92" y="47"/>
                    <a:pt x="92" y="47"/>
                    <a:pt x="92" y="47"/>
                  </a:cubicBezTo>
                  <a:cubicBezTo>
                    <a:pt x="92" y="52"/>
                    <a:pt x="97" y="57"/>
                    <a:pt x="102" y="57"/>
                  </a:cubicBezTo>
                  <a:cubicBezTo>
                    <a:pt x="104" y="57"/>
                    <a:pt x="104" y="57"/>
                    <a:pt x="104" y="57"/>
                  </a:cubicBezTo>
                  <a:cubicBezTo>
                    <a:pt x="109" y="57"/>
                    <a:pt x="113" y="52"/>
                    <a:pt x="113" y="47"/>
                  </a:cubicBezTo>
                  <a:cubicBezTo>
                    <a:pt x="113" y="38"/>
                    <a:pt x="113" y="38"/>
                    <a:pt x="113" y="38"/>
                  </a:cubicBezTo>
                  <a:cubicBezTo>
                    <a:pt x="140" y="38"/>
                    <a:pt x="140" y="38"/>
                    <a:pt x="140" y="38"/>
                  </a:cubicBezTo>
                  <a:cubicBezTo>
                    <a:pt x="140" y="47"/>
                    <a:pt x="140" y="47"/>
                    <a:pt x="140" y="47"/>
                  </a:cubicBezTo>
                  <a:cubicBezTo>
                    <a:pt x="140" y="52"/>
                    <a:pt x="145" y="57"/>
                    <a:pt x="150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7" y="57"/>
                    <a:pt x="161" y="52"/>
                    <a:pt x="161" y="47"/>
                  </a:cubicBezTo>
                  <a:cubicBezTo>
                    <a:pt x="161" y="38"/>
                    <a:pt x="161" y="38"/>
                    <a:pt x="161" y="38"/>
                  </a:cubicBezTo>
                  <a:cubicBezTo>
                    <a:pt x="189" y="38"/>
                    <a:pt x="189" y="38"/>
                    <a:pt x="189" y="38"/>
                  </a:cubicBezTo>
                  <a:cubicBezTo>
                    <a:pt x="189" y="47"/>
                    <a:pt x="189" y="47"/>
                    <a:pt x="189" y="47"/>
                  </a:cubicBezTo>
                  <a:cubicBezTo>
                    <a:pt x="189" y="52"/>
                    <a:pt x="193" y="57"/>
                    <a:pt x="198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5" y="57"/>
                    <a:pt x="210" y="52"/>
                    <a:pt x="210" y="47"/>
                  </a:cubicBezTo>
                  <a:cubicBezTo>
                    <a:pt x="210" y="38"/>
                    <a:pt x="210" y="38"/>
                    <a:pt x="210" y="38"/>
                  </a:cubicBezTo>
                  <a:cubicBezTo>
                    <a:pt x="215" y="38"/>
                    <a:pt x="215" y="38"/>
                    <a:pt x="215" y="38"/>
                  </a:cubicBezTo>
                  <a:cubicBezTo>
                    <a:pt x="233" y="55"/>
                    <a:pt x="233" y="55"/>
                    <a:pt x="233" y="55"/>
                  </a:cubicBezTo>
                  <a:cubicBezTo>
                    <a:pt x="233" y="114"/>
                    <a:pt x="233" y="114"/>
                    <a:pt x="233" y="114"/>
                  </a:cubicBezTo>
                  <a:cubicBezTo>
                    <a:pt x="251" y="98"/>
                    <a:pt x="251" y="98"/>
                    <a:pt x="251" y="98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23" y="19"/>
                    <a:pt x="223" y="19"/>
                    <a:pt x="223" y="19"/>
                  </a:cubicBezTo>
                  <a:cubicBezTo>
                    <a:pt x="210" y="19"/>
                    <a:pt x="210" y="19"/>
                    <a:pt x="210" y="19"/>
                  </a:cubicBezTo>
                  <a:cubicBezTo>
                    <a:pt x="210" y="10"/>
                    <a:pt x="210" y="10"/>
                    <a:pt x="210" y="10"/>
                  </a:cubicBezTo>
                  <a:cubicBezTo>
                    <a:pt x="210" y="4"/>
                    <a:pt x="205" y="0"/>
                    <a:pt x="200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3" y="0"/>
                    <a:pt x="189" y="4"/>
                    <a:pt x="189" y="10"/>
                  </a:cubicBezTo>
                  <a:cubicBezTo>
                    <a:pt x="189" y="19"/>
                    <a:pt x="189" y="19"/>
                    <a:pt x="189" y="19"/>
                  </a:cubicBezTo>
                  <a:cubicBezTo>
                    <a:pt x="161" y="19"/>
                    <a:pt x="161" y="19"/>
                    <a:pt x="161" y="19"/>
                  </a:cubicBezTo>
                  <a:cubicBezTo>
                    <a:pt x="161" y="10"/>
                    <a:pt x="161" y="10"/>
                    <a:pt x="161" y="10"/>
                  </a:cubicBezTo>
                  <a:cubicBezTo>
                    <a:pt x="161" y="4"/>
                    <a:pt x="157" y="0"/>
                    <a:pt x="152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45" y="0"/>
                    <a:pt x="140" y="4"/>
                    <a:pt x="140" y="10"/>
                  </a:cubicBezTo>
                  <a:cubicBezTo>
                    <a:pt x="140" y="19"/>
                    <a:pt x="140" y="19"/>
                    <a:pt x="140" y="19"/>
                  </a:cubicBezTo>
                  <a:cubicBezTo>
                    <a:pt x="113" y="19"/>
                    <a:pt x="113" y="19"/>
                    <a:pt x="113" y="19"/>
                  </a:cubicBezTo>
                  <a:cubicBezTo>
                    <a:pt x="113" y="10"/>
                    <a:pt x="113" y="10"/>
                    <a:pt x="113" y="10"/>
                  </a:cubicBezTo>
                  <a:cubicBezTo>
                    <a:pt x="113" y="4"/>
                    <a:pt x="109" y="0"/>
                    <a:pt x="104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7" y="0"/>
                    <a:pt x="92" y="4"/>
                    <a:pt x="92" y="10"/>
                  </a:cubicBezTo>
                  <a:cubicBezTo>
                    <a:pt x="92" y="19"/>
                    <a:pt x="92" y="19"/>
                    <a:pt x="92" y="19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5" y="10"/>
                    <a:pt x="65" y="10"/>
                    <a:pt x="65" y="10"/>
                  </a:cubicBezTo>
                  <a:cubicBezTo>
                    <a:pt x="65" y="4"/>
                    <a:pt x="61" y="0"/>
                    <a:pt x="56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48" y="0"/>
                    <a:pt x="44" y="4"/>
                    <a:pt x="44" y="1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251" y="298"/>
                    <a:pt x="251" y="298"/>
                    <a:pt x="251" y="298"/>
                  </a:cubicBezTo>
                  <a:cubicBezTo>
                    <a:pt x="251" y="199"/>
                    <a:pt x="251" y="199"/>
                    <a:pt x="251" y="199"/>
                  </a:cubicBezTo>
                  <a:cubicBezTo>
                    <a:pt x="233" y="218"/>
                    <a:pt x="233" y="218"/>
                    <a:pt x="233" y="218"/>
                  </a:cubicBezTo>
                  <a:lnTo>
                    <a:pt x="233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2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2pPr>
            <a:lvl3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3pPr>
            <a:lvl4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4pPr>
            <a:lvl5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  <a:endParaRPr lang="zh-CN" altLang="en-US" dirty="0"/>
          </a:p>
        </p:txBody>
      </p:sp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503859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更多信息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479189" y="480269"/>
            <a:ext cx="496387" cy="496581"/>
            <a:chOff x="4485904" y="3429000"/>
            <a:chExt cx="2003425" cy="2003425"/>
          </a:xfrm>
          <a:solidFill>
            <a:schemeClr val="bg1"/>
          </a:solidFill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485904" y="3429000"/>
              <a:ext cx="2003425" cy="2003425"/>
            </a:xfrm>
            <a:custGeom>
              <a:avLst/>
              <a:gdLst>
                <a:gd name="T0" fmla="*/ 669 w 1338"/>
                <a:gd name="T1" fmla="*/ 0 h 1338"/>
                <a:gd name="T2" fmla="*/ 1338 w 1338"/>
                <a:gd name="T3" fmla="*/ 669 h 1338"/>
                <a:gd name="T4" fmla="*/ 669 w 1338"/>
                <a:gd name="T5" fmla="*/ 1338 h 1338"/>
                <a:gd name="T6" fmla="*/ 0 w 1338"/>
                <a:gd name="T7" fmla="*/ 669 h 1338"/>
                <a:gd name="T8" fmla="*/ 669 w 1338"/>
                <a:gd name="T9" fmla="*/ 0 h 1338"/>
                <a:gd name="T10" fmla="*/ 669 w 1338"/>
                <a:gd name="T11" fmla="*/ 92 h 1338"/>
                <a:gd name="T12" fmla="*/ 1246 w 1338"/>
                <a:gd name="T13" fmla="*/ 669 h 1338"/>
                <a:gd name="T14" fmla="*/ 669 w 1338"/>
                <a:gd name="T15" fmla="*/ 1246 h 1338"/>
                <a:gd name="T16" fmla="*/ 92 w 1338"/>
                <a:gd name="T17" fmla="*/ 669 h 1338"/>
                <a:gd name="T18" fmla="*/ 669 w 1338"/>
                <a:gd name="T19" fmla="*/ 92 h 1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38" h="1338">
                  <a:moveTo>
                    <a:pt x="669" y="0"/>
                  </a:moveTo>
                  <a:cubicBezTo>
                    <a:pt x="1039" y="0"/>
                    <a:pt x="1338" y="299"/>
                    <a:pt x="1338" y="669"/>
                  </a:cubicBezTo>
                  <a:cubicBezTo>
                    <a:pt x="1338" y="1039"/>
                    <a:pt x="1039" y="1338"/>
                    <a:pt x="669" y="1338"/>
                  </a:cubicBezTo>
                  <a:cubicBezTo>
                    <a:pt x="299" y="1338"/>
                    <a:pt x="0" y="1039"/>
                    <a:pt x="0" y="669"/>
                  </a:cubicBezTo>
                  <a:cubicBezTo>
                    <a:pt x="0" y="299"/>
                    <a:pt x="299" y="0"/>
                    <a:pt x="669" y="0"/>
                  </a:cubicBezTo>
                  <a:close/>
                  <a:moveTo>
                    <a:pt x="669" y="92"/>
                  </a:moveTo>
                  <a:cubicBezTo>
                    <a:pt x="988" y="92"/>
                    <a:pt x="1246" y="350"/>
                    <a:pt x="1246" y="669"/>
                  </a:cubicBezTo>
                  <a:cubicBezTo>
                    <a:pt x="1246" y="988"/>
                    <a:pt x="988" y="1246"/>
                    <a:pt x="669" y="1246"/>
                  </a:cubicBezTo>
                  <a:cubicBezTo>
                    <a:pt x="350" y="1246"/>
                    <a:pt x="92" y="988"/>
                    <a:pt x="92" y="669"/>
                  </a:cubicBezTo>
                  <a:cubicBezTo>
                    <a:pt x="92" y="350"/>
                    <a:pt x="350" y="92"/>
                    <a:pt x="669" y="9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4978029" y="4324350"/>
              <a:ext cx="212725" cy="212725"/>
            </a:xfrm>
            <a:custGeom>
              <a:avLst/>
              <a:gdLst>
                <a:gd name="T0" fmla="*/ 0 w 142"/>
                <a:gd name="T1" fmla="*/ 72 h 142"/>
                <a:gd name="T2" fmla="*/ 0 w 142"/>
                <a:gd name="T3" fmla="*/ 70 h 142"/>
                <a:gd name="T4" fmla="*/ 71 w 142"/>
                <a:gd name="T5" fmla="*/ 0 h 142"/>
                <a:gd name="T6" fmla="*/ 71 w 142"/>
                <a:gd name="T7" fmla="*/ 0 h 142"/>
                <a:gd name="T8" fmla="*/ 142 w 142"/>
                <a:gd name="T9" fmla="*/ 70 h 142"/>
                <a:gd name="T10" fmla="*/ 142 w 142"/>
                <a:gd name="T11" fmla="*/ 72 h 142"/>
                <a:gd name="T12" fmla="*/ 71 w 142"/>
                <a:gd name="T13" fmla="*/ 142 h 142"/>
                <a:gd name="T14" fmla="*/ 71 w 142"/>
                <a:gd name="T15" fmla="*/ 142 h 142"/>
                <a:gd name="T16" fmla="*/ 0 w 142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2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110" y="0"/>
                    <a:pt x="142" y="32"/>
                    <a:pt x="142" y="70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110"/>
                    <a:pt x="110" y="142"/>
                    <a:pt x="71" y="142"/>
                  </a:cubicBezTo>
                  <a:cubicBezTo>
                    <a:pt x="71" y="142"/>
                    <a:pt x="71" y="142"/>
                    <a:pt x="71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5395542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1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5809879" y="4324350"/>
              <a:ext cx="211138" cy="212725"/>
            </a:xfrm>
            <a:custGeom>
              <a:avLst/>
              <a:gdLst>
                <a:gd name="T0" fmla="*/ 0 w 141"/>
                <a:gd name="T1" fmla="*/ 72 h 142"/>
                <a:gd name="T2" fmla="*/ 0 w 141"/>
                <a:gd name="T3" fmla="*/ 70 h 142"/>
                <a:gd name="T4" fmla="*/ 70 w 141"/>
                <a:gd name="T5" fmla="*/ 0 h 142"/>
                <a:gd name="T6" fmla="*/ 70 w 141"/>
                <a:gd name="T7" fmla="*/ 0 h 142"/>
                <a:gd name="T8" fmla="*/ 141 w 141"/>
                <a:gd name="T9" fmla="*/ 70 h 142"/>
                <a:gd name="T10" fmla="*/ 141 w 141"/>
                <a:gd name="T11" fmla="*/ 72 h 142"/>
                <a:gd name="T12" fmla="*/ 70 w 141"/>
                <a:gd name="T13" fmla="*/ 142 h 142"/>
                <a:gd name="T14" fmla="*/ 70 w 141"/>
                <a:gd name="T15" fmla="*/ 142 h 142"/>
                <a:gd name="T16" fmla="*/ 0 w 141"/>
                <a:gd name="T17" fmla="*/ 7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142">
                  <a:moveTo>
                    <a:pt x="0" y="72"/>
                  </a:moveTo>
                  <a:cubicBezTo>
                    <a:pt x="0" y="70"/>
                    <a:pt x="0" y="70"/>
                    <a:pt x="0" y="70"/>
                  </a:cubicBezTo>
                  <a:cubicBezTo>
                    <a:pt x="0" y="32"/>
                    <a:pt x="32" y="0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109" y="0"/>
                    <a:pt x="141" y="32"/>
                    <a:pt x="141" y="70"/>
                  </a:cubicBezTo>
                  <a:cubicBezTo>
                    <a:pt x="141" y="72"/>
                    <a:pt x="141" y="72"/>
                    <a:pt x="141" y="72"/>
                  </a:cubicBezTo>
                  <a:cubicBezTo>
                    <a:pt x="141" y="110"/>
                    <a:pt x="109" y="142"/>
                    <a:pt x="70" y="142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32" y="142"/>
                    <a:pt x="0" y="110"/>
                    <a:pt x="0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468316" y="1233487"/>
            <a:ext cx="11276184" cy="4680000"/>
          </a:xfrm>
        </p:spPr>
        <p:txBody>
          <a:bodyPr/>
          <a:lstStyle>
            <a:lvl1pPr algn="just" fontAlgn="auto">
              <a:buClrTx/>
              <a:defRPr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4" name="TextBox 10"/>
          <p:cNvSpPr txBox="1"/>
          <p:nvPr userDrawn="1"/>
        </p:nvSpPr>
        <p:spPr bwMode="auto">
          <a:xfrm>
            <a:off x="1594877" y="408780"/>
            <a:ext cx="503859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41" tIns="49967" rIns="99941" bIns="49967" rtlCol="0">
            <a:spAutoFit/>
          </a:bodyPr>
          <a:lstStyle/>
          <a:p>
            <a:pPr defTabSz="1001395" eaLnBrk="0" fontAlgn="auto" hangingPunct="0"/>
            <a:r>
              <a:rPr lang="zh-CN" altLang="en-US" sz="3500" b="1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学习推荐</a:t>
            </a:r>
            <a:endParaRPr lang="zh-CN" altLang="en-US" sz="3500" b="1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Freeform 9"/>
          <p:cNvSpPr/>
          <p:nvPr userDrawn="1"/>
        </p:nvSpPr>
        <p:spPr bwMode="auto">
          <a:xfrm>
            <a:off x="3112" y="296368"/>
            <a:ext cx="1375826" cy="864380"/>
          </a:xfrm>
          <a:custGeom>
            <a:avLst/>
            <a:gdLst>
              <a:gd name="T0" fmla="*/ 756 w 867"/>
              <a:gd name="T1" fmla="*/ 493 h 493"/>
              <a:gd name="T2" fmla="*/ 0 w 867"/>
              <a:gd name="T3" fmla="*/ 493 h 493"/>
              <a:gd name="T4" fmla="*/ 0 w 867"/>
              <a:gd name="T5" fmla="*/ 0 h 493"/>
              <a:gd name="T6" fmla="*/ 756 w 867"/>
              <a:gd name="T7" fmla="*/ 0 h 493"/>
              <a:gd name="T8" fmla="*/ 867 w 867"/>
              <a:gd name="T9" fmla="*/ 248 h 493"/>
              <a:gd name="T10" fmla="*/ 756 w 867"/>
              <a:gd name="T11" fmla="*/ 493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67" h="493">
                <a:moveTo>
                  <a:pt x="756" y="493"/>
                </a:moveTo>
                <a:lnTo>
                  <a:pt x="0" y="493"/>
                </a:lnTo>
                <a:lnTo>
                  <a:pt x="0" y="0"/>
                </a:lnTo>
                <a:lnTo>
                  <a:pt x="756" y="0"/>
                </a:lnTo>
                <a:lnTo>
                  <a:pt x="867" y="248"/>
                </a:lnTo>
                <a:lnTo>
                  <a:pt x="756" y="493"/>
                </a:lnTo>
                <a:close/>
              </a:path>
            </a:pathLst>
          </a:cu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sp>
        <p:nvSpPr>
          <p:cNvPr id="6" name="Freeform 11"/>
          <p:cNvSpPr/>
          <p:nvPr userDrawn="1"/>
        </p:nvSpPr>
        <p:spPr bwMode="auto">
          <a:xfrm>
            <a:off x="1245702" y="296368"/>
            <a:ext cx="233272" cy="864380"/>
          </a:xfrm>
          <a:custGeom>
            <a:avLst/>
            <a:gdLst>
              <a:gd name="T0" fmla="*/ 33 w 147"/>
              <a:gd name="T1" fmla="*/ 0 h 493"/>
              <a:gd name="T2" fmla="*/ 0 w 147"/>
              <a:gd name="T3" fmla="*/ 0 h 493"/>
              <a:gd name="T4" fmla="*/ 114 w 147"/>
              <a:gd name="T5" fmla="*/ 248 h 493"/>
              <a:gd name="T6" fmla="*/ 0 w 147"/>
              <a:gd name="T7" fmla="*/ 493 h 493"/>
              <a:gd name="T8" fmla="*/ 33 w 147"/>
              <a:gd name="T9" fmla="*/ 493 h 493"/>
              <a:gd name="T10" fmla="*/ 147 w 147"/>
              <a:gd name="T11" fmla="*/ 248 h 493"/>
              <a:gd name="T12" fmla="*/ 33 w 147"/>
              <a:gd name="T13" fmla="*/ 0 h 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7" h="493">
                <a:moveTo>
                  <a:pt x="33" y="0"/>
                </a:moveTo>
                <a:lnTo>
                  <a:pt x="0" y="0"/>
                </a:lnTo>
                <a:lnTo>
                  <a:pt x="114" y="248"/>
                </a:lnTo>
                <a:lnTo>
                  <a:pt x="0" y="493"/>
                </a:lnTo>
                <a:lnTo>
                  <a:pt x="33" y="493"/>
                </a:lnTo>
                <a:lnTo>
                  <a:pt x="147" y="248"/>
                </a:lnTo>
                <a:lnTo>
                  <a:pt x="33" y="0"/>
                </a:lnTo>
                <a:close/>
              </a:path>
            </a:pathLst>
          </a:custGeom>
          <a:solidFill>
            <a:srgbClr val="0B9CE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endParaRPr lang="zh-CN" altLang="en-US" sz="1800">
              <a:latin typeface="+mn-lt"/>
              <a:ea typeface="+mn-ea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515179" y="456929"/>
            <a:ext cx="461783" cy="485190"/>
            <a:chOff x="-779463" y="1835151"/>
            <a:chExt cx="1136650" cy="1193799"/>
          </a:xfrm>
          <a:solidFill>
            <a:schemeClr val="bg1"/>
          </a:solidFill>
        </p:grpSpPr>
        <p:sp>
          <p:nvSpPr>
            <p:cNvPr id="8" name="Freeform 6"/>
            <p:cNvSpPr/>
            <p:nvPr/>
          </p:nvSpPr>
          <p:spPr bwMode="auto">
            <a:xfrm>
              <a:off x="-727075" y="2262188"/>
              <a:ext cx="1031875" cy="625475"/>
            </a:xfrm>
            <a:custGeom>
              <a:avLst/>
              <a:gdLst>
                <a:gd name="T0" fmla="*/ 946 w 968"/>
                <a:gd name="T1" fmla="*/ 587 h 587"/>
                <a:gd name="T2" fmla="*/ 22 w 968"/>
                <a:gd name="T3" fmla="*/ 587 h 587"/>
                <a:gd name="T4" fmla="*/ 0 w 968"/>
                <a:gd name="T5" fmla="*/ 565 h 587"/>
                <a:gd name="T6" fmla="*/ 0 w 968"/>
                <a:gd name="T7" fmla="*/ 63 h 587"/>
                <a:gd name="T8" fmla="*/ 62 w 968"/>
                <a:gd name="T9" fmla="*/ 0 h 587"/>
                <a:gd name="T10" fmla="*/ 104 w 968"/>
                <a:gd name="T11" fmla="*/ 0 h 587"/>
                <a:gd name="T12" fmla="*/ 126 w 968"/>
                <a:gd name="T13" fmla="*/ 22 h 587"/>
                <a:gd name="T14" fmla="*/ 104 w 968"/>
                <a:gd name="T15" fmla="*/ 43 h 587"/>
                <a:gd name="T16" fmla="*/ 62 w 968"/>
                <a:gd name="T17" fmla="*/ 43 h 587"/>
                <a:gd name="T18" fmla="*/ 43 w 968"/>
                <a:gd name="T19" fmla="*/ 63 h 587"/>
                <a:gd name="T20" fmla="*/ 43 w 968"/>
                <a:gd name="T21" fmla="*/ 544 h 587"/>
                <a:gd name="T22" fmla="*/ 925 w 968"/>
                <a:gd name="T23" fmla="*/ 544 h 587"/>
                <a:gd name="T24" fmla="*/ 925 w 968"/>
                <a:gd name="T25" fmla="*/ 63 h 587"/>
                <a:gd name="T26" fmla="*/ 906 w 968"/>
                <a:gd name="T27" fmla="*/ 43 h 587"/>
                <a:gd name="T28" fmla="*/ 859 w 968"/>
                <a:gd name="T29" fmla="*/ 43 h 587"/>
                <a:gd name="T30" fmla="*/ 837 w 968"/>
                <a:gd name="T31" fmla="*/ 22 h 587"/>
                <a:gd name="T32" fmla="*/ 859 w 968"/>
                <a:gd name="T33" fmla="*/ 0 h 587"/>
                <a:gd name="T34" fmla="*/ 906 w 968"/>
                <a:gd name="T35" fmla="*/ 0 h 587"/>
                <a:gd name="T36" fmla="*/ 968 w 968"/>
                <a:gd name="T37" fmla="*/ 63 h 587"/>
                <a:gd name="T38" fmla="*/ 968 w 968"/>
                <a:gd name="T39" fmla="*/ 565 h 587"/>
                <a:gd name="T40" fmla="*/ 946 w 968"/>
                <a:gd name="T41" fmla="*/ 587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8" h="587">
                  <a:moveTo>
                    <a:pt x="946" y="587"/>
                  </a:moveTo>
                  <a:cubicBezTo>
                    <a:pt x="22" y="587"/>
                    <a:pt x="22" y="587"/>
                    <a:pt x="22" y="587"/>
                  </a:cubicBezTo>
                  <a:cubicBezTo>
                    <a:pt x="10" y="587"/>
                    <a:pt x="0" y="577"/>
                    <a:pt x="0" y="565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8" y="0"/>
                    <a:pt x="62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16" y="0"/>
                    <a:pt x="126" y="10"/>
                    <a:pt x="126" y="22"/>
                  </a:cubicBezTo>
                  <a:cubicBezTo>
                    <a:pt x="126" y="34"/>
                    <a:pt x="116" y="43"/>
                    <a:pt x="104" y="43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2" y="43"/>
                    <a:pt x="43" y="52"/>
                    <a:pt x="43" y="63"/>
                  </a:cubicBezTo>
                  <a:cubicBezTo>
                    <a:pt x="43" y="544"/>
                    <a:pt x="43" y="544"/>
                    <a:pt x="43" y="544"/>
                  </a:cubicBezTo>
                  <a:cubicBezTo>
                    <a:pt x="925" y="544"/>
                    <a:pt x="925" y="544"/>
                    <a:pt x="925" y="544"/>
                  </a:cubicBezTo>
                  <a:cubicBezTo>
                    <a:pt x="925" y="63"/>
                    <a:pt x="925" y="63"/>
                    <a:pt x="925" y="63"/>
                  </a:cubicBezTo>
                  <a:cubicBezTo>
                    <a:pt x="925" y="52"/>
                    <a:pt x="916" y="43"/>
                    <a:pt x="906" y="43"/>
                  </a:cubicBezTo>
                  <a:cubicBezTo>
                    <a:pt x="859" y="43"/>
                    <a:pt x="859" y="43"/>
                    <a:pt x="859" y="43"/>
                  </a:cubicBezTo>
                  <a:cubicBezTo>
                    <a:pt x="847" y="43"/>
                    <a:pt x="837" y="34"/>
                    <a:pt x="837" y="22"/>
                  </a:cubicBezTo>
                  <a:cubicBezTo>
                    <a:pt x="837" y="10"/>
                    <a:pt x="847" y="0"/>
                    <a:pt x="859" y="0"/>
                  </a:cubicBezTo>
                  <a:cubicBezTo>
                    <a:pt x="906" y="0"/>
                    <a:pt x="906" y="0"/>
                    <a:pt x="906" y="0"/>
                  </a:cubicBezTo>
                  <a:cubicBezTo>
                    <a:pt x="940" y="0"/>
                    <a:pt x="968" y="28"/>
                    <a:pt x="968" y="63"/>
                  </a:cubicBezTo>
                  <a:cubicBezTo>
                    <a:pt x="968" y="565"/>
                    <a:pt x="968" y="565"/>
                    <a:pt x="968" y="565"/>
                  </a:cubicBezTo>
                  <a:cubicBezTo>
                    <a:pt x="968" y="577"/>
                    <a:pt x="958" y="587"/>
                    <a:pt x="946" y="5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9" name="Freeform 7"/>
            <p:cNvSpPr>
              <a:spLocks noEditPoints="1"/>
            </p:cNvSpPr>
            <p:nvPr/>
          </p:nvSpPr>
          <p:spPr bwMode="auto">
            <a:xfrm>
              <a:off x="-779463" y="2841625"/>
              <a:ext cx="1136650" cy="187325"/>
            </a:xfrm>
            <a:custGeom>
              <a:avLst/>
              <a:gdLst>
                <a:gd name="T0" fmla="*/ 1024 w 1066"/>
                <a:gd name="T1" fmla="*/ 176 h 176"/>
                <a:gd name="T2" fmla="*/ 42 w 1066"/>
                <a:gd name="T3" fmla="*/ 176 h 176"/>
                <a:gd name="T4" fmla="*/ 0 w 1066"/>
                <a:gd name="T5" fmla="*/ 134 h 176"/>
                <a:gd name="T6" fmla="*/ 0 w 1066"/>
                <a:gd name="T7" fmla="*/ 42 h 176"/>
                <a:gd name="T8" fmla="*/ 42 w 1066"/>
                <a:gd name="T9" fmla="*/ 0 h 176"/>
                <a:gd name="T10" fmla="*/ 1024 w 1066"/>
                <a:gd name="T11" fmla="*/ 0 h 176"/>
                <a:gd name="T12" fmla="*/ 1066 w 1066"/>
                <a:gd name="T13" fmla="*/ 42 h 176"/>
                <a:gd name="T14" fmla="*/ 1066 w 1066"/>
                <a:gd name="T15" fmla="*/ 134 h 176"/>
                <a:gd name="T16" fmla="*/ 1024 w 1066"/>
                <a:gd name="T17" fmla="*/ 176 h 176"/>
                <a:gd name="T18" fmla="*/ 1023 w 1066"/>
                <a:gd name="T19" fmla="*/ 42 h 176"/>
                <a:gd name="T20" fmla="*/ 42 w 1066"/>
                <a:gd name="T21" fmla="*/ 43 h 176"/>
                <a:gd name="T22" fmla="*/ 43 w 1066"/>
                <a:gd name="T23" fmla="*/ 134 h 176"/>
                <a:gd name="T24" fmla="*/ 1023 w 1066"/>
                <a:gd name="T25" fmla="*/ 133 h 176"/>
                <a:gd name="T26" fmla="*/ 1023 w 1066"/>
                <a:gd name="T27" fmla="*/ 42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6" h="176">
                  <a:moveTo>
                    <a:pt x="1024" y="176"/>
                  </a:moveTo>
                  <a:cubicBezTo>
                    <a:pt x="42" y="176"/>
                    <a:pt x="42" y="176"/>
                    <a:pt x="42" y="176"/>
                  </a:cubicBezTo>
                  <a:cubicBezTo>
                    <a:pt x="19" y="176"/>
                    <a:pt x="0" y="157"/>
                    <a:pt x="0" y="134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0" y="18"/>
                    <a:pt x="19" y="0"/>
                    <a:pt x="42" y="0"/>
                  </a:cubicBezTo>
                  <a:cubicBezTo>
                    <a:pt x="1024" y="0"/>
                    <a:pt x="1024" y="0"/>
                    <a:pt x="1024" y="0"/>
                  </a:cubicBezTo>
                  <a:cubicBezTo>
                    <a:pt x="1047" y="0"/>
                    <a:pt x="1066" y="18"/>
                    <a:pt x="1066" y="42"/>
                  </a:cubicBezTo>
                  <a:cubicBezTo>
                    <a:pt x="1066" y="134"/>
                    <a:pt x="1066" y="134"/>
                    <a:pt x="1066" y="134"/>
                  </a:cubicBezTo>
                  <a:cubicBezTo>
                    <a:pt x="1066" y="157"/>
                    <a:pt x="1047" y="176"/>
                    <a:pt x="1024" y="176"/>
                  </a:cubicBezTo>
                  <a:close/>
                  <a:moveTo>
                    <a:pt x="1023" y="42"/>
                  </a:moveTo>
                  <a:cubicBezTo>
                    <a:pt x="42" y="43"/>
                    <a:pt x="42" y="43"/>
                    <a:pt x="42" y="43"/>
                  </a:cubicBezTo>
                  <a:cubicBezTo>
                    <a:pt x="43" y="134"/>
                    <a:pt x="43" y="134"/>
                    <a:pt x="43" y="134"/>
                  </a:cubicBezTo>
                  <a:cubicBezTo>
                    <a:pt x="1023" y="133"/>
                    <a:pt x="1023" y="133"/>
                    <a:pt x="1023" y="133"/>
                  </a:cubicBezTo>
                  <a:lnTo>
                    <a:pt x="1023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-303213" y="2911475"/>
              <a:ext cx="184150" cy="46037"/>
            </a:xfrm>
            <a:custGeom>
              <a:avLst/>
              <a:gdLst>
                <a:gd name="T0" fmla="*/ 151 w 172"/>
                <a:gd name="T1" fmla="*/ 43 h 43"/>
                <a:gd name="T2" fmla="*/ 21 w 172"/>
                <a:gd name="T3" fmla="*/ 43 h 43"/>
                <a:gd name="T4" fmla="*/ 0 w 172"/>
                <a:gd name="T5" fmla="*/ 22 h 43"/>
                <a:gd name="T6" fmla="*/ 21 w 172"/>
                <a:gd name="T7" fmla="*/ 0 h 43"/>
                <a:gd name="T8" fmla="*/ 151 w 172"/>
                <a:gd name="T9" fmla="*/ 0 h 43"/>
                <a:gd name="T10" fmla="*/ 172 w 172"/>
                <a:gd name="T11" fmla="*/ 22 h 43"/>
                <a:gd name="T12" fmla="*/ 151 w 172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2" h="43">
                  <a:moveTo>
                    <a:pt x="151" y="43"/>
                  </a:moveTo>
                  <a:cubicBezTo>
                    <a:pt x="21" y="43"/>
                    <a:pt x="21" y="43"/>
                    <a:pt x="21" y="43"/>
                  </a:cubicBezTo>
                  <a:cubicBezTo>
                    <a:pt x="10" y="43"/>
                    <a:pt x="0" y="34"/>
                    <a:pt x="0" y="22"/>
                  </a:cubicBezTo>
                  <a:cubicBezTo>
                    <a:pt x="0" y="10"/>
                    <a:pt x="10" y="0"/>
                    <a:pt x="21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62" y="0"/>
                    <a:pt x="172" y="10"/>
                    <a:pt x="172" y="22"/>
                  </a:cubicBezTo>
                  <a:cubicBezTo>
                    <a:pt x="172" y="34"/>
                    <a:pt x="162" y="43"/>
                    <a:pt x="151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-568325" y="1835151"/>
              <a:ext cx="712788" cy="852487"/>
            </a:xfrm>
            <a:custGeom>
              <a:avLst/>
              <a:gdLst>
                <a:gd name="T0" fmla="*/ 335 w 668"/>
                <a:gd name="T1" fmla="*/ 800 h 800"/>
                <a:gd name="T2" fmla="*/ 316 w 668"/>
                <a:gd name="T3" fmla="*/ 789 h 800"/>
                <a:gd name="T4" fmla="*/ 246 w 668"/>
                <a:gd name="T5" fmla="*/ 662 h 800"/>
                <a:gd name="T6" fmla="*/ 57 w 668"/>
                <a:gd name="T7" fmla="*/ 508 h 800"/>
                <a:gd name="T8" fmla="*/ 49 w 668"/>
                <a:gd name="T9" fmla="*/ 492 h 800"/>
                <a:gd name="T10" fmla="*/ 84 w 668"/>
                <a:gd name="T11" fmla="*/ 168 h 800"/>
                <a:gd name="T12" fmla="*/ 202 w 668"/>
                <a:gd name="T13" fmla="*/ 73 h 800"/>
                <a:gd name="T14" fmla="*/ 621 w 668"/>
                <a:gd name="T15" fmla="*/ 226 h 800"/>
                <a:gd name="T16" fmla="*/ 621 w 668"/>
                <a:gd name="T17" fmla="*/ 226 h 800"/>
                <a:gd name="T18" fmla="*/ 594 w 668"/>
                <a:gd name="T19" fmla="*/ 538 h 800"/>
                <a:gd name="T20" fmla="*/ 468 w 668"/>
                <a:gd name="T21" fmla="*/ 645 h 800"/>
                <a:gd name="T22" fmla="*/ 412 w 668"/>
                <a:gd name="T23" fmla="*/ 665 h 800"/>
                <a:gd name="T24" fmla="*/ 355 w 668"/>
                <a:gd name="T25" fmla="*/ 787 h 800"/>
                <a:gd name="T26" fmla="*/ 336 w 668"/>
                <a:gd name="T27" fmla="*/ 800 h 800"/>
                <a:gd name="T28" fmla="*/ 335 w 668"/>
                <a:gd name="T29" fmla="*/ 800 h 800"/>
                <a:gd name="T30" fmla="*/ 334 w 668"/>
                <a:gd name="T31" fmla="*/ 87 h 800"/>
                <a:gd name="T32" fmla="*/ 220 w 668"/>
                <a:gd name="T33" fmla="*/ 112 h 800"/>
                <a:gd name="T34" fmla="*/ 119 w 668"/>
                <a:gd name="T35" fmla="*/ 194 h 800"/>
                <a:gd name="T36" fmla="*/ 88 w 668"/>
                <a:gd name="T37" fmla="*/ 474 h 800"/>
                <a:gd name="T38" fmla="*/ 95 w 668"/>
                <a:gd name="T39" fmla="*/ 487 h 800"/>
                <a:gd name="T40" fmla="*/ 266 w 668"/>
                <a:gd name="T41" fmla="*/ 622 h 800"/>
                <a:gd name="T42" fmla="*/ 280 w 668"/>
                <a:gd name="T43" fmla="*/ 633 h 800"/>
                <a:gd name="T44" fmla="*/ 333 w 668"/>
                <a:gd name="T45" fmla="*/ 731 h 800"/>
                <a:gd name="T46" fmla="*/ 377 w 668"/>
                <a:gd name="T47" fmla="*/ 637 h 800"/>
                <a:gd name="T48" fmla="*/ 392 w 668"/>
                <a:gd name="T49" fmla="*/ 625 h 800"/>
                <a:gd name="T50" fmla="*/ 450 w 668"/>
                <a:gd name="T51" fmla="*/ 606 h 800"/>
                <a:gd name="T52" fmla="*/ 559 w 668"/>
                <a:gd name="T53" fmla="*/ 514 h 800"/>
                <a:gd name="T54" fmla="*/ 582 w 668"/>
                <a:gd name="T55" fmla="*/ 244 h 800"/>
                <a:gd name="T56" fmla="*/ 582 w 668"/>
                <a:gd name="T57" fmla="*/ 244 h 800"/>
                <a:gd name="T58" fmla="*/ 334 w 668"/>
                <a:gd name="T59" fmla="*/ 87 h 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68" h="800">
                  <a:moveTo>
                    <a:pt x="335" y="800"/>
                  </a:moveTo>
                  <a:cubicBezTo>
                    <a:pt x="327" y="800"/>
                    <a:pt x="320" y="796"/>
                    <a:pt x="316" y="789"/>
                  </a:cubicBezTo>
                  <a:cubicBezTo>
                    <a:pt x="246" y="662"/>
                    <a:pt x="246" y="662"/>
                    <a:pt x="246" y="662"/>
                  </a:cubicBezTo>
                  <a:cubicBezTo>
                    <a:pt x="165" y="638"/>
                    <a:pt x="97" y="582"/>
                    <a:pt x="57" y="508"/>
                  </a:cubicBezTo>
                  <a:cubicBezTo>
                    <a:pt x="54" y="502"/>
                    <a:pt x="52" y="497"/>
                    <a:pt x="49" y="492"/>
                  </a:cubicBezTo>
                  <a:cubicBezTo>
                    <a:pt x="0" y="385"/>
                    <a:pt x="13" y="261"/>
                    <a:pt x="84" y="168"/>
                  </a:cubicBezTo>
                  <a:cubicBezTo>
                    <a:pt x="115" y="127"/>
                    <a:pt x="155" y="95"/>
                    <a:pt x="202" y="73"/>
                  </a:cubicBezTo>
                  <a:cubicBezTo>
                    <a:pt x="360" y="0"/>
                    <a:pt x="548" y="69"/>
                    <a:pt x="621" y="226"/>
                  </a:cubicBezTo>
                  <a:cubicBezTo>
                    <a:pt x="621" y="226"/>
                    <a:pt x="621" y="226"/>
                    <a:pt x="621" y="226"/>
                  </a:cubicBezTo>
                  <a:cubicBezTo>
                    <a:pt x="668" y="327"/>
                    <a:pt x="658" y="447"/>
                    <a:pt x="594" y="538"/>
                  </a:cubicBezTo>
                  <a:cubicBezTo>
                    <a:pt x="563" y="584"/>
                    <a:pt x="519" y="621"/>
                    <a:pt x="468" y="645"/>
                  </a:cubicBezTo>
                  <a:cubicBezTo>
                    <a:pt x="450" y="653"/>
                    <a:pt x="431" y="660"/>
                    <a:pt x="412" y="665"/>
                  </a:cubicBezTo>
                  <a:cubicBezTo>
                    <a:pt x="355" y="787"/>
                    <a:pt x="355" y="787"/>
                    <a:pt x="355" y="787"/>
                  </a:cubicBezTo>
                  <a:cubicBezTo>
                    <a:pt x="351" y="795"/>
                    <a:pt x="344" y="800"/>
                    <a:pt x="336" y="800"/>
                  </a:cubicBezTo>
                  <a:cubicBezTo>
                    <a:pt x="335" y="800"/>
                    <a:pt x="335" y="800"/>
                    <a:pt x="335" y="800"/>
                  </a:cubicBezTo>
                  <a:close/>
                  <a:moveTo>
                    <a:pt x="334" y="87"/>
                  </a:moveTo>
                  <a:cubicBezTo>
                    <a:pt x="296" y="87"/>
                    <a:pt x="257" y="95"/>
                    <a:pt x="220" y="112"/>
                  </a:cubicBezTo>
                  <a:cubicBezTo>
                    <a:pt x="180" y="131"/>
                    <a:pt x="145" y="159"/>
                    <a:pt x="119" y="194"/>
                  </a:cubicBezTo>
                  <a:cubicBezTo>
                    <a:pt x="57" y="275"/>
                    <a:pt x="45" y="382"/>
                    <a:pt x="88" y="474"/>
                  </a:cubicBezTo>
                  <a:cubicBezTo>
                    <a:pt x="90" y="478"/>
                    <a:pt x="92" y="483"/>
                    <a:pt x="95" y="487"/>
                  </a:cubicBezTo>
                  <a:cubicBezTo>
                    <a:pt x="130" y="554"/>
                    <a:pt x="193" y="603"/>
                    <a:pt x="266" y="622"/>
                  </a:cubicBezTo>
                  <a:cubicBezTo>
                    <a:pt x="272" y="624"/>
                    <a:pt x="277" y="628"/>
                    <a:pt x="280" y="633"/>
                  </a:cubicBezTo>
                  <a:cubicBezTo>
                    <a:pt x="333" y="731"/>
                    <a:pt x="333" y="731"/>
                    <a:pt x="333" y="731"/>
                  </a:cubicBezTo>
                  <a:cubicBezTo>
                    <a:pt x="377" y="637"/>
                    <a:pt x="377" y="637"/>
                    <a:pt x="377" y="637"/>
                  </a:cubicBezTo>
                  <a:cubicBezTo>
                    <a:pt x="380" y="631"/>
                    <a:pt x="386" y="626"/>
                    <a:pt x="392" y="625"/>
                  </a:cubicBezTo>
                  <a:cubicBezTo>
                    <a:pt x="413" y="621"/>
                    <a:pt x="432" y="614"/>
                    <a:pt x="450" y="606"/>
                  </a:cubicBezTo>
                  <a:cubicBezTo>
                    <a:pt x="494" y="585"/>
                    <a:pt x="532" y="554"/>
                    <a:pt x="559" y="514"/>
                  </a:cubicBezTo>
                  <a:cubicBezTo>
                    <a:pt x="613" y="435"/>
                    <a:pt x="622" y="331"/>
                    <a:pt x="582" y="244"/>
                  </a:cubicBezTo>
                  <a:cubicBezTo>
                    <a:pt x="582" y="244"/>
                    <a:pt x="582" y="244"/>
                    <a:pt x="582" y="244"/>
                  </a:cubicBezTo>
                  <a:cubicBezTo>
                    <a:pt x="536" y="145"/>
                    <a:pt x="437" y="87"/>
                    <a:pt x="334" y="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-354013" y="2181225"/>
              <a:ext cx="280988" cy="187325"/>
            </a:xfrm>
            <a:custGeom>
              <a:avLst/>
              <a:gdLst>
                <a:gd name="T0" fmla="*/ 140 w 263"/>
                <a:gd name="T1" fmla="*/ 177 h 177"/>
                <a:gd name="T2" fmla="*/ 130 w 263"/>
                <a:gd name="T3" fmla="*/ 177 h 177"/>
                <a:gd name="T4" fmla="*/ 2 w 263"/>
                <a:gd name="T5" fmla="*/ 115 h 177"/>
                <a:gd name="T6" fmla="*/ 3 w 263"/>
                <a:gd name="T7" fmla="*/ 21 h 177"/>
                <a:gd name="T8" fmla="*/ 25 w 263"/>
                <a:gd name="T9" fmla="*/ 0 h 177"/>
                <a:gd name="T10" fmla="*/ 46 w 263"/>
                <a:gd name="T11" fmla="*/ 21 h 177"/>
                <a:gd name="T12" fmla="*/ 45 w 263"/>
                <a:gd name="T13" fmla="*/ 113 h 177"/>
                <a:gd name="T14" fmla="*/ 131 w 263"/>
                <a:gd name="T15" fmla="*/ 134 h 177"/>
                <a:gd name="T16" fmla="*/ 218 w 263"/>
                <a:gd name="T17" fmla="*/ 119 h 177"/>
                <a:gd name="T18" fmla="*/ 220 w 263"/>
                <a:gd name="T19" fmla="*/ 27 h 177"/>
                <a:gd name="T20" fmla="*/ 242 w 263"/>
                <a:gd name="T21" fmla="*/ 6 h 177"/>
                <a:gd name="T22" fmla="*/ 263 w 263"/>
                <a:gd name="T23" fmla="*/ 28 h 177"/>
                <a:gd name="T24" fmla="*/ 261 w 263"/>
                <a:gd name="T25" fmla="*/ 122 h 177"/>
                <a:gd name="T26" fmla="*/ 214 w 263"/>
                <a:gd name="T27" fmla="*/ 168 h 177"/>
                <a:gd name="T28" fmla="*/ 140 w 263"/>
                <a:gd name="T29" fmla="*/ 177 h 177"/>
                <a:gd name="T30" fmla="*/ 45 w 263"/>
                <a:gd name="T31" fmla="*/ 116 h 177"/>
                <a:gd name="T32" fmla="*/ 45 w 263"/>
                <a:gd name="T33" fmla="*/ 116 h 177"/>
                <a:gd name="T34" fmla="*/ 45 w 263"/>
                <a:gd name="T35" fmla="*/ 11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63" h="177">
                  <a:moveTo>
                    <a:pt x="140" y="177"/>
                  </a:moveTo>
                  <a:cubicBezTo>
                    <a:pt x="137" y="177"/>
                    <a:pt x="133" y="177"/>
                    <a:pt x="130" y="177"/>
                  </a:cubicBezTo>
                  <a:cubicBezTo>
                    <a:pt x="65" y="175"/>
                    <a:pt x="0" y="155"/>
                    <a:pt x="2" y="115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9"/>
                    <a:pt x="14" y="0"/>
                    <a:pt x="25" y="0"/>
                  </a:cubicBezTo>
                  <a:cubicBezTo>
                    <a:pt x="37" y="0"/>
                    <a:pt x="47" y="10"/>
                    <a:pt x="46" y="21"/>
                  </a:cubicBezTo>
                  <a:cubicBezTo>
                    <a:pt x="45" y="113"/>
                    <a:pt x="45" y="113"/>
                    <a:pt x="45" y="113"/>
                  </a:cubicBezTo>
                  <a:cubicBezTo>
                    <a:pt x="51" y="120"/>
                    <a:pt x="82" y="133"/>
                    <a:pt x="131" y="134"/>
                  </a:cubicBezTo>
                  <a:cubicBezTo>
                    <a:pt x="180" y="136"/>
                    <a:pt x="211" y="125"/>
                    <a:pt x="218" y="119"/>
                  </a:cubicBezTo>
                  <a:cubicBezTo>
                    <a:pt x="220" y="27"/>
                    <a:pt x="220" y="27"/>
                    <a:pt x="220" y="27"/>
                  </a:cubicBezTo>
                  <a:cubicBezTo>
                    <a:pt x="220" y="15"/>
                    <a:pt x="231" y="5"/>
                    <a:pt x="242" y="6"/>
                  </a:cubicBezTo>
                  <a:cubicBezTo>
                    <a:pt x="254" y="6"/>
                    <a:pt x="263" y="16"/>
                    <a:pt x="263" y="28"/>
                  </a:cubicBezTo>
                  <a:cubicBezTo>
                    <a:pt x="261" y="122"/>
                    <a:pt x="261" y="122"/>
                    <a:pt x="261" y="122"/>
                  </a:cubicBezTo>
                  <a:cubicBezTo>
                    <a:pt x="261" y="136"/>
                    <a:pt x="252" y="156"/>
                    <a:pt x="214" y="168"/>
                  </a:cubicBezTo>
                  <a:cubicBezTo>
                    <a:pt x="193" y="174"/>
                    <a:pt x="167" y="177"/>
                    <a:pt x="140" y="177"/>
                  </a:cubicBezTo>
                  <a:close/>
                  <a:moveTo>
                    <a:pt x="45" y="116"/>
                  </a:moveTo>
                  <a:cubicBezTo>
                    <a:pt x="45" y="116"/>
                    <a:pt x="45" y="116"/>
                    <a:pt x="45" y="116"/>
                  </a:cubicBezTo>
                  <a:cubicBezTo>
                    <a:pt x="45" y="116"/>
                    <a:pt x="45" y="116"/>
                    <a:pt x="45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-420688" y="2066925"/>
              <a:ext cx="419100" cy="209550"/>
            </a:xfrm>
            <a:custGeom>
              <a:avLst/>
              <a:gdLst>
                <a:gd name="T0" fmla="*/ 195 w 394"/>
                <a:gd name="T1" fmla="*/ 197 h 197"/>
                <a:gd name="T2" fmla="*/ 186 w 394"/>
                <a:gd name="T3" fmla="*/ 195 h 197"/>
                <a:gd name="T4" fmla="*/ 13 w 394"/>
                <a:gd name="T5" fmla="*/ 117 h 197"/>
                <a:gd name="T6" fmla="*/ 0 w 394"/>
                <a:gd name="T7" fmla="*/ 97 h 197"/>
                <a:gd name="T8" fmla="*/ 14 w 394"/>
                <a:gd name="T9" fmla="*/ 77 h 197"/>
                <a:gd name="T10" fmla="*/ 191 w 394"/>
                <a:gd name="T11" fmla="*/ 2 h 197"/>
                <a:gd name="T12" fmla="*/ 209 w 394"/>
                <a:gd name="T13" fmla="*/ 3 h 197"/>
                <a:gd name="T14" fmla="*/ 382 w 394"/>
                <a:gd name="T15" fmla="*/ 88 h 197"/>
                <a:gd name="T16" fmla="*/ 394 w 394"/>
                <a:gd name="T17" fmla="*/ 108 h 197"/>
                <a:gd name="T18" fmla="*/ 380 w 394"/>
                <a:gd name="T19" fmla="*/ 128 h 197"/>
                <a:gd name="T20" fmla="*/ 203 w 394"/>
                <a:gd name="T21" fmla="*/ 195 h 197"/>
                <a:gd name="T22" fmla="*/ 195 w 394"/>
                <a:gd name="T23" fmla="*/ 197 h 197"/>
                <a:gd name="T24" fmla="*/ 76 w 394"/>
                <a:gd name="T25" fmla="*/ 98 h 197"/>
                <a:gd name="T26" fmla="*/ 196 w 394"/>
                <a:gd name="T27" fmla="*/ 152 h 197"/>
                <a:gd name="T28" fmla="*/ 318 w 394"/>
                <a:gd name="T29" fmla="*/ 105 h 197"/>
                <a:gd name="T30" fmla="*/ 199 w 394"/>
                <a:gd name="T31" fmla="*/ 46 h 197"/>
                <a:gd name="T32" fmla="*/ 76 w 394"/>
                <a:gd name="T33" fmla="*/ 98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4" h="197">
                  <a:moveTo>
                    <a:pt x="195" y="197"/>
                  </a:moveTo>
                  <a:cubicBezTo>
                    <a:pt x="192" y="197"/>
                    <a:pt x="189" y="196"/>
                    <a:pt x="186" y="195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5" y="113"/>
                    <a:pt x="0" y="105"/>
                    <a:pt x="0" y="97"/>
                  </a:cubicBezTo>
                  <a:cubicBezTo>
                    <a:pt x="1" y="88"/>
                    <a:pt x="6" y="80"/>
                    <a:pt x="14" y="77"/>
                  </a:cubicBezTo>
                  <a:cubicBezTo>
                    <a:pt x="191" y="2"/>
                    <a:pt x="191" y="2"/>
                    <a:pt x="191" y="2"/>
                  </a:cubicBezTo>
                  <a:cubicBezTo>
                    <a:pt x="197" y="0"/>
                    <a:pt x="203" y="0"/>
                    <a:pt x="209" y="3"/>
                  </a:cubicBezTo>
                  <a:cubicBezTo>
                    <a:pt x="382" y="88"/>
                    <a:pt x="382" y="88"/>
                    <a:pt x="382" y="88"/>
                  </a:cubicBezTo>
                  <a:cubicBezTo>
                    <a:pt x="389" y="92"/>
                    <a:pt x="394" y="100"/>
                    <a:pt x="394" y="108"/>
                  </a:cubicBezTo>
                  <a:cubicBezTo>
                    <a:pt x="393" y="117"/>
                    <a:pt x="388" y="124"/>
                    <a:pt x="380" y="128"/>
                  </a:cubicBezTo>
                  <a:cubicBezTo>
                    <a:pt x="203" y="195"/>
                    <a:pt x="203" y="195"/>
                    <a:pt x="203" y="195"/>
                  </a:cubicBezTo>
                  <a:cubicBezTo>
                    <a:pt x="200" y="196"/>
                    <a:pt x="197" y="197"/>
                    <a:pt x="195" y="197"/>
                  </a:cubicBezTo>
                  <a:close/>
                  <a:moveTo>
                    <a:pt x="76" y="98"/>
                  </a:moveTo>
                  <a:cubicBezTo>
                    <a:pt x="196" y="152"/>
                    <a:pt x="196" y="152"/>
                    <a:pt x="196" y="152"/>
                  </a:cubicBezTo>
                  <a:cubicBezTo>
                    <a:pt x="318" y="105"/>
                    <a:pt x="318" y="105"/>
                    <a:pt x="318" y="105"/>
                  </a:cubicBezTo>
                  <a:cubicBezTo>
                    <a:pt x="199" y="46"/>
                    <a:pt x="199" y="46"/>
                    <a:pt x="199" y="46"/>
                  </a:cubicBezTo>
                  <a:lnTo>
                    <a:pt x="76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800">
                <a:latin typeface="+mn-l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#谢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D:\201207257配图\培训\shutterstock_242224906.jpg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 t="17896" b="10658"/>
          <a:stretch>
            <a:fillRect/>
          </a:stretch>
        </p:blipFill>
        <p:spPr bwMode="auto">
          <a:xfrm>
            <a:off x="1549" y="0"/>
            <a:ext cx="121889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矩形 9"/>
          <p:cNvSpPr/>
          <p:nvPr userDrawn="1"/>
        </p:nvSpPr>
        <p:spPr bwMode="auto">
          <a:xfrm>
            <a:off x="2380" y="0"/>
            <a:ext cx="12187239" cy="6858000"/>
          </a:xfrm>
          <a:prstGeom prst="rect">
            <a:avLst/>
          </a:prstGeom>
          <a:solidFill>
            <a:srgbClr val="003C78">
              <a:alpha val="4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/>
          <a:lstStyle/>
          <a:p>
            <a:pPr marL="0" marR="0" indent="0" algn="l" defTabSz="913765" rtl="0" eaLnBrk="1" fontAlgn="t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4148952" y="2637135"/>
            <a:ext cx="3894096" cy="1598831"/>
            <a:chOff x="4302972" y="2345035"/>
            <a:chExt cx="3895617" cy="1598831"/>
          </a:xfrm>
        </p:grpSpPr>
        <p:sp>
          <p:nvSpPr>
            <p:cNvPr id="14" name="矩形 13"/>
            <p:cNvSpPr/>
            <p:nvPr userDrawn="1"/>
          </p:nvSpPr>
          <p:spPr>
            <a:xfrm>
              <a:off x="5357748" y="2345035"/>
              <a:ext cx="178606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54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谢 谢</a:t>
              </a:r>
              <a:endParaRPr lang="en-US" altLang="zh-CN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4302972" y="3297535"/>
              <a:ext cx="3895617" cy="646331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www.huawei.com</a:t>
              </a:r>
              <a:endParaRPr lang="zh-CN" altLang="en-US" sz="3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69611" y="260649"/>
            <a:ext cx="10323183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28" tIns="40064" rIns="80128" bIns="40064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221" y="1248074"/>
            <a:ext cx="11279865" cy="4195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Rectangle 69"/>
          <p:cNvSpPr>
            <a:spLocks noChangeArrowheads="1"/>
          </p:cNvSpPr>
          <p:nvPr userDrawn="1"/>
        </p:nvSpPr>
        <p:spPr bwMode="auto">
          <a:xfrm>
            <a:off x="155280" y="6500581"/>
            <a:ext cx="658440" cy="26555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70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第</a:t>
            </a:r>
            <a:fld id="{2F2CF7F5-F178-4429-B6CA-28062DF31937}" type="slidenum">
              <a:rPr lang="en-US" altLang="zh-CN" sz="1200" baseline="0" dirty="0" smtClean="0">
                <a:latin typeface="+mn-lt"/>
                <a:ea typeface="+mn-ea"/>
                <a:cs typeface="Arial" panose="020B0604020202020204" pitchFamily="34" charset="0"/>
              </a:rPr>
            </a:fld>
            <a:r>
              <a:rPr lang="zh-CN" altLang="en-US" sz="1200" dirty="0">
                <a:latin typeface="+mn-lt"/>
                <a:ea typeface="+mn-ea"/>
                <a:cs typeface="Arial" panose="020B0604020202020204" pitchFamily="34" charset="0"/>
              </a:rPr>
              <a:t>页</a:t>
            </a:r>
            <a:endParaRPr lang="en-US" altLang="zh-CN" sz="120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ctangle 54"/>
          <p:cNvSpPr>
            <a:spLocks noChangeArrowheads="1"/>
          </p:cNvSpPr>
          <p:nvPr userDrawn="1"/>
        </p:nvSpPr>
        <p:spPr bwMode="auto">
          <a:xfrm>
            <a:off x="947058" y="6500581"/>
            <a:ext cx="2572620" cy="26552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0070" tIns="40036" rIns="80070" bIns="40036">
            <a:spAutoFit/>
          </a:bodyPr>
          <a:lstStyle/>
          <a:p>
            <a:pPr defTabSz="801370" eaLnBrk="0" fontAlgn="base" hangingPunct="0">
              <a:defRPr/>
            </a:pP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版权所有</a:t>
            </a:r>
            <a:r>
              <a:rPr lang="en-US" altLang="zh-CN" sz="1200" baseline="0">
                <a:latin typeface="+mn-lt"/>
                <a:ea typeface="+mn-ea"/>
                <a:cs typeface="Arial" panose="020B0604020202020204" pitchFamily="34" charset="0"/>
              </a:rPr>
              <a:t>© 2020 </a:t>
            </a:r>
            <a:r>
              <a:rPr lang="zh-CN" altLang="en-US" sz="1200" baseline="0" dirty="0">
                <a:latin typeface="+mn-lt"/>
                <a:ea typeface="+mn-ea"/>
                <a:cs typeface="Arial" panose="020B0604020202020204" pitchFamily="34" charset="0"/>
              </a:rPr>
              <a:t>华为技术有限公司</a:t>
            </a:r>
            <a:endParaRPr lang="zh-CN" altLang="en-US" sz="1200" baseline="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660" y="6504032"/>
            <a:ext cx="1248712" cy="273343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12246898" y="3916624"/>
            <a:ext cx="919908" cy="288726"/>
          </a:xfrm>
          <a:prstGeom prst="rect">
            <a:avLst/>
          </a:prstGeom>
          <a:solidFill>
            <a:srgbClr val="00B0F0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2246898" y="4205452"/>
            <a:ext cx="919908" cy="288000"/>
          </a:xfrm>
          <a:prstGeom prst="rect">
            <a:avLst/>
          </a:prstGeom>
          <a:solidFill>
            <a:srgbClr val="99DFF9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12246898" y="4493554"/>
            <a:ext cx="919908" cy="288000"/>
          </a:xfrm>
          <a:prstGeom prst="rect">
            <a:avLst/>
          </a:prstGeom>
          <a:solidFill>
            <a:srgbClr val="D9D9D9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12246898" y="4781656"/>
            <a:ext cx="919908" cy="288000"/>
          </a:xfrm>
          <a:prstGeom prst="rect">
            <a:avLst/>
          </a:prstGeom>
          <a:solidFill>
            <a:schemeClr val="accent2">
              <a:lumMod val="100000"/>
            </a:schemeClr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8" name="矩形 27"/>
          <p:cNvSpPr/>
          <p:nvPr userDrawn="1"/>
        </p:nvSpPr>
        <p:spPr>
          <a:xfrm>
            <a:off x="12246898" y="5069758"/>
            <a:ext cx="919908" cy="288000"/>
          </a:xfrm>
          <a:prstGeom prst="rect">
            <a:avLst/>
          </a:prstGeom>
          <a:solidFill>
            <a:srgbClr val="F4FBFE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9" name="文本框 28"/>
          <p:cNvSpPr txBox="1"/>
          <p:nvPr userDrawn="1"/>
        </p:nvSpPr>
        <p:spPr bwMode="auto">
          <a:xfrm>
            <a:off x="12162529" y="3947408"/>
            <a:ext cx="1088651" cy="227159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表格表头</a:t>
            </a:r>
            <a:endParaRPr lang="zh-CN" altLang="en-US" sz="9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0" name="文本框 29"/>
          <p:cNvSpPr txBox="1"/>
          <p:nvPr userDrawn="1"/>
        </p:nvSpPr>
        <p:spPr bwMode="auto">
          <a:xfrm>
            <a:off x="12249538" y="4235890"/>
            <a:ext cx="914633" cy="227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表格</a:t>
            </a:r>
            <a:r>
              <a:rPr lang="en-US" altLang="zh-CN" sz="900" dirty="0">
                <a:latin typeface="+mn-lt"/>
                <a:ea typeface="+mn-ea"/>
              </a:rPr>
              <a:t>/</a:t>
            </a:r>
            <a:r>
              <a:rPr lang="zh-CN" altLang="en-US" sz="900" dirty="0">
                <a:latin typeface="+mn-lt"/>
                <a:ea typeface="+mn-ea"/>
              </a:rPr>
              <a:t>文字边框</a:t>
            </a:r>
            <a:endParaRPr lang="zh-CN" altLang="en-US" sz="900" dirty="0">
              <a:latin typeface="+mn-lt"/>
              <a:ea typeface="+mn-ea"/>
            </a:endParaRPr>
          </a:p>
        </p:txBody>
      </p:sp>
      <p:sp>
        <p:nvSpPr>
          <p:cNvPr id="31" name="文本框 30"/>
          <p:cNvSpPr txBox="1"/>
          <p:nvPr userDrawn="1"/>
        </p:nvSpPr>
        <p:spPr bwMode="auto">
          <a:xfrm>
            <a:off x="12162526" y="4523977"/>
            <a:ext cx="1088651" cy="227159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导航灰底</a:t>
            </a:r>
            <a:endParaRPr lang="zh-CN" altLang="en-US" sz="900" dirty="0">
              <a:latin typeface="+mn-lt"/>
              <a:ea typeface="+mn-ea"/>
            </a:endParaRPr>
          </a:p>
        </p:txBody>
      </p:sp>
      <p:sp>
        <p:nvSpPr>
          <p:cNvPr id="32" name="文本框 31"/>
          <p:cNvSpPr txBox="1"/>
          <p:nvPr userDrawn="1"/>
        </p:nvSpPr>
        <p:spPr bwMode="auto">
          <a:xfrm>
            <a:off x="12457445" y="4812094"/>
            <a:ext cx="498816" cy="227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红</a:t>
            </a:r>
            <a:endParaRPr lang="zh-CN" altLang="en-US" sz="900" dirty="0">
              <a:solidFill>
                <a:schemeClr val="bg1"/>
              </a:solidFill>
              <a:latin typeface="+mn-lt"/>
              <a:ea typeface="+mn-ea"/>
            </a:endParaRPr>
          </a:p>
        </p:txBody>
      </p:sp>
      <p:sp>
        <p:nvSpPr>
          <p:cNvPr id="33" name="文本框 32"/>
          <p:cNvSpPr txBox="1"/>
          <p:nvPr userDrawn="1"/>
        </p:nvSpPr>
        <p:spPr bwMode="auto">
          <a:xfrm>
            <a:off x="12249538" y="5100196"/>
            <a:ext cx="914633" cy="227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表格</a:t>
            </a:r>
            <a:r>
              <a:rPr lang="en-US" altLang="zh-CN" sz="900" dirty="0">
                <a:latin typeface="+mn-lt"/>
                <a:ea typeface="+mn-ea"/>
              </a:rPr>
              <a:t>/</a:t>
            </a:r>
            <a:r>
              <a:rPr lang="zh-CN" altLang="en-US" sz="900" dirty="0">
                <a:latin typeface="+mn-lt"/>
                <a:ea typeface="+mn-ea"/>
              </a:rPr>
              <a:t>文字底色</a:t>
            </a:r>
            <a:endParaRPr lang="zh-CN" altLang="en-US" sz="900" dirty="0">
              <a:latin typeface="+mn-lt"/>
              <a:ea typeface="+mn-ea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12246898" y="5485453"/>
            <a:ext cx="461833" cy="288000"/>
          </a:xfrm>
          <a:prstGeom prst="rect">
            <a:avLst/>
          </a:prstGeom>
          <a:solidFill>
            <a:srgbClr val="FFF2CC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708730" y="5485453"/>
            <a:ext cx="458075" cy="288000"/>
          </a:xfrm>
          <a:prstGeom prst="rect">
            <a:avLst/>
          </a:prstGeom>
          <a:solidFill>
            <a:srgbClr val="FFD17D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36" name="文本框 35"/>
          <p:cNvSpPr txBox="1"/>
          <p:nvPr userDrawn="1"/>
        </p:nvSpPr>
        <p:spPr bwMode="auto">
          <a:xfrm>
            <a:off x="12502813" y="5515891"/>
            <a:ext cx="408083" cy="227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latin typeface="+mn-lt"/>
                <a:ea typeface="+mn-ea"/>
              </a:rPr>
              <a:t>备用</a:t>
            </a:r>
            <a:endParaRPr lang="zh-CN" altLang="en-US" sz="900" dirty="0">
              <a:latin typeface="+mn-lt"/>
              <a:ea typeface="+mn-ea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2246898" y="5773453"/>
            <a:ext cx="919908" cy="288000"/>
          </a:xfrm>
          <a:prstGeom prst="rect">
            <a:avLst/>
          </a:prstGeom>
          <a:solidFill>
            <a:schemeClr val="accent3"/>
          </a:solidFill>
        </p:spPr>
        <p:txBody>
          <a:bodyPr wrap="none" rtlCol="0" anchor="ctr">
            <a:noAutofit/>
          </a:bodyPr>
          <a:lstStyle/>
          <a:p>
            <a:pPr marL="342900" indent="-342900" algn="ctr" fontAlgn="auto">
              <a:buFont typeface="+mj-lt"/>
              <a:buAutoNum type="arabicPeriod"/>
            </a:pPr>
            <a:endParaRPr lang="zh-CN" altLang="en-US" sz="900">
              <a:latin typeface="+mn-lt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2" name="文本框 21"/>
          <p:cNvSpPr txBox="1"/>
          <p:nvPr userDrawn="1"/>
        </p:nvSpPr>
        <p:spPr bwMode="auto">
          <a:xfrm>
            <a:off x="12560520" y="5813738"/>
            <a:ext cx="292666" cy="227125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768" tIns="43884" rIns="87768" bIns="43884" numCol="1" rtlCol="0" anchor="ctr" anchorCtr="0" compatLnSpc="1">
            <a:spAutoFit/>
          </a:bodyPr>
          <a:lstStyle/>
          <a:p>
            <a:pPr algn="ctr" fontAlgn="auto"/>
            <a:r>
              <a:rPr lang="zh-CN" altLang="en-US" sz="900" dirty="0">
                <a:solidFill>
                  <a:schemeClr val="bg1"/>
                </a:solidFill>
                <a:latin typeface="+mn-lt"/>
                <a:ea typeface="+mn-ea"/>
              </a:rPr>
              <a:t>绿</a:t>
            </a:r>
            <a:endParaRPr lang="zh-CN" altLang="en-US" sz="90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2260" indent="-302260" algn="l" defTabSz="913765" rtl="0" eaLnBrk="1" latinLnBrk="0" hangingPunct="1">
        <a:lnSpc>
          <a:spcPct val="140000"/>
        </a:lnSpc>
        <a:spcBef>
          <a:spcPts val="79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54685" indent="-252095" algn="l" defTabSz="913765" rtl="0" eaLnBrk="1" latinLnBrk="0" hangingPunct="1">
        <a:lnSpc>
          <a:spcPct val="140000"/>
        </a:lnSpc>
        <a:spcBef>
          <a:spcPts val="720"/>
        </a:spcBef>
        <a:buClrTx/>
        <a:buFont typeface="Huawei Sans" panose="020C0503030203020204" pitchFamily="34" charset="0"/>
        <a:buChar char="▫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3935" indent="-201295" algn="l" defTabSz="913765" rtl="0" eaLnBrk="1" latinLnBrk="0" hangingPunct="1">
        <a:lnSpc>
          <a:spcPct val="140000"/>
        </a:lnSpc>
        <a:spcBef>
          <a:spcPts val="650"/>
        </a:spcBef>
        <a:buClrTx/>
        <a:buFont typeface="微软雅黑" panose="020B0503020204020204" pitchFamily="34" charset="-122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540" indent="-198120" algn="l" defTabSz="913765" rtl="0" eaLnBrk="1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02765" indent="-201295" algn="l" defTabSz="913765" rtl="0" eaLnBrk="1" latinLnBrk="0" hangingPunct="1">
        <a:lnSpc>
          <a:spcPct val="140000"/>
        </a:lnSpc>
        <a:spcBef>
          <a:spcPts val="575"/>
        </a:spcBef>
        <a:buFont typeface="Huawei Sans" panose="020C0503030203020204" pitchFamily="34" charset="0"/>
        <a:buChar char="~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png"/><Relationship Id="rId7" Type="http://schemas.openxmlformats.org/officeDocument/2006/relationships/image" Target="../media/image5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原理与配置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ym typeface="Huawei Sans" panose="020C0503030203020204" pitchFamily="34" charset="0"/>
              </a:rPr>
              <a:t>随着网络规模的不断扩大，网络复杂度不断提升，网络中的终端设备例如主机、手机、平板等，位置经常变化。终端设备访问网络时需要配置</a:t>
            </a:r>
            <a:r>
              <a:rPr lang="en-US" altLang="zh-CN" dirty="0">
                <a:sym typeface="Huawei Sans" panose="020C0503030203020204" pitchFamily="34" charset="0"/>
              </a:rPr>
              <a:t>IP</a:t>
            </a:r>
            <a:r>
              <a:rPr lang="zh-CN" altLang="en-US" dirty="0">
                <a:sym typeface="Huawei Sans" panose="020C0503030203020204" pitchFamily="34" charset="0"/>
              </a:rPr>
              <a:t>地址、网关地址、</a:t>
            </a:r>
            <a:r>
              <a:rPr lang="en-US" altLang="zh-CN" dirty="0">
                <a:sym typeface="Huawei Sans" panose="020C0503030203020204" pitchFamily="34" charset="0"/>
              </a:rPr>
              <a:t>DNS</a:t>
            </a:r>
            <a:r>
              <a:rPr lang="zh-CN" altLang="en-US" dirty="0">
                <a:sym typeface="Huawei Sans" panose="020C0503030203020204" pitchFamily="34" charset="0"/>
              </a:rPr>
              <a:t>服务器地址等。采用手工方式为终端配置这些参数非常低效且不够灵活。</a:t>
            </a:r>
            <a:endParaRPr lang="zh-CN" altLang="en-US" dirty="0">
              <a:sym typeface="Huawei Sans" panose="020C0503030203020204" pitchFamily="34" charset="0"/>
            </a:endParaRPr>
          </a:p>
          <a:p>
            <a:r>
              <a:rPr lang="en-US" altLang="zh-CN" dirty="0">
                <a:sym typeface="Huawei Sans" panose="020C0503030203020204" pitchFamily="34" charset="0"/>
              </a:rPr>
              <a:t>IETF</a:t>
            </a:r>
            <a:r>
              <a:rPr lang="zh-CN" altLang="en-US" dirty="0">
                <a:sym typeface="Huawei Sans" panose="020C0503030203020204" pitchFamily="34" charset="0"/>
              </a:rPr>
              <a:t>于</a:t>
            </a:r>
            <a:r>
              <a:rPr lang="en-US" altLang="zh-CN" dirty="0">
                <a:sym typeface="Huawei Sans" panose="020C0503030203020204" pitchFamily="34" charset="0"/>
              </a:rPr>
              <a:t>1993</a:t>
            </a:r>
            <a:r>
              <a:rPr lang="zh-CN" altLang="en-US" dirty="0">
                <a:sym typeface="Huawei Sans" panose="020C0503030203020204" pitchFamily="34" charset="0"/>
              </a:rPr>
              <a:t>年发布了</a:t>
            </a:r>
            <a:r>
              <a:rPr lang="en-US" altLang="zh-CN" dirty="0"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ym typeface="Huawei Sans" panose="020C0503030203020204" pitchFamily="34" charset="0"/>
              </a:rPr>
              <a:t>（</a:t>
            </a:r>
            <a:r>
              <a:rPr lang="en-US" altLang="zh-CN" dirty="0">
                <a:sym typeface="Huawei Sans" panose="020C0503030203020204" pitchFamily="34" charset="0"/>
              </a:rPr>
              <a:t>Dynamic Host Configuration Protocol</a:t>
            </a:r>
            <a:r>
              <a:rPr lang="zh-CN" altLang="en-US" dirty="0">
                <a:sym typeface="Huawei Sans" panose="020C0503030203020204" pitchFamily="34" charset="0"/>
              </a:rPr>
              <a:t>，动态主机配置协议）。</a:t>
            </a:r>
            <a:r>
              <a:rPr lang="en-US" altLang="zh-CN" dirty="0"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ym typeface="Huawei Sans" panose="020C0503030203020204" pitchFamily="34" charset="0"/>
              </a:rPr>
              <a:t>实现了网络参数配置的自动化，降低客户端的配置和维护成本。</a:t>
            </a:r>
            <a:endParaRPr lang="en-US" altLang="zh-CN" dirty="0">
              <a:sym typeface="Huawei Sans" panose="020C0503030203020204" pitchFamily="34" charset="0"/>
            </a:endParaRPr>
          </a:p>
          <a:p>
            <a:r>
              <a:rPr lang="zh-CN" altLang="en-US" dirty="0">
                <a:sym typeface="Huawei Sans" panose="020C0503030203020204" pitchFamily="34" charset="0"/>
              </a:rPr>
              <a:t>本课程介绍</a:t>
            </a:r>
            <a:r>
              <a:rPr lang="en-US" altLang="zh-CN" dirty="0"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ym typeface="Huawei Sans" panose="020C0503030203020204" pitchFamily="34" charset="0"/>
              </a:rPr>
              <a:t>工作原理、应用场景和简单配置。</a:t>
            </a:r>
            <a:endParaRPr lang="zh-CN" altLang="en-US" dirty="0">
              <a:sym typeface="Huawei Sans" panose="020C0503030203020204" pitchFamily="34" charset="0"/>
            </a:endParaRPr>
          </a:p>
          <a:p>
            <a:endParaRPr lang="zh-CN" altLang="en-US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学完本课程后，您将能够：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描述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地址分配规则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dirty="0"/>
              <a:t>区分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与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的应用场景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的基本配置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产生背景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en-US" altLang="zh-CN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/>
          <p:cNvGrpSpPr/>
          <p:nvPr/>
        </p:nvGrpSpPr>
        <p:grpSpPr>
          <a:xfrm>
            <a:off x="9466829" y="4004065"/>
            <a:ext cx="1067310" cy="1274199"/>
            <a:chOff x="8061238" y="3688981"/>
            <a:chExt cx="1067310" cy="1274199"/>
          </a:xfrm>
        </p:grpSpPr>
        <p:grpSp>
          <p:nvGrpSpPr>
            <p:cNvPr id="68" name="组合 67"/>
            <p:cNvGrpSpPr/>
            <p:nvPr/>
          </p:nvGrpSpPr>
          <p:grpSpPr>
            <a:xfrm>
              <a:off x="8153312" y="3836517"/>
              <a:ext cx="764159" cy="1062345"/>
              <a:chOff x="8153312" y="3836517"/>
              <a:chExt cx="764159" cy="1062345"/>
            </a:xfrm>
          </p:grpSpPr>
          <p:sp>
            <p:nvSpPr>
              <p:cNvPr id="50" name="矩形 49"/>
              <p:cNvSpPr/>
              <p:nvPr/>
            </p:nvSpPr>
            <p:spPr bwMode="auto">
              <a:xfrm>
                <a:off x="8153312" y="3836517"/>
                <a:ext cx="130489" cy="113841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2" name="矩形 51"/>
              <p:cNvSpPr/>
              <p:nvPr/>
            </p:nvSpPr>
            <p:spPr bwMode="auto">
              <a:xfrm>
                <a:off x="8159282" y="4313909"/>
                <a:ext cx="130489" cy="113841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3" name="矩形 52"/>
              <p:cNvSpPr/>
              <p:nvPr/>
            </p:nvSpPr>
            <p:spPr bwMode="auto">
              <a:xfrm>
                <a:off x="8159282" y="4549464"/>
                <a:ext cx="130489" cy="113841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cxnSp>
            <p:nvCxnSpPr>
              <p:cNvPr id="54" name="直接连接符 53"/>
              <p:cNvCxnSpPr/>
              <p:nvPr/>
            </p:nvCxnSpPr>
            <p:spPr bwMode="auto">
              <a:xfrm>
                <a:off x="8224527" y="4788089"/>
                <a:ext cx="69294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5" name="直接连接符 54"/>
              <p:cNvCxnSpPr/>
              <p:nvPr/>
            </p:nvCxnSpPr>
            <p:spPr bwMode="auto">
              <a:xfrm>
                <a:off x="8224527" y="4843476"/>
                <a:ext cx="69294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6" name="直接连接符 55"/>
              <p:cNvCxnSpPr/>
              <p:nvPr/>
            </p:nvCxnSpPr>
            <p:spPr bwMode="auto">
              <a:xfrm>
                <a:off x="8224527" y="4898862"/>
                <a:ext cx="69294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" name="矩形 50"/>
              <p:cNvSpPr/>
              <p:nvPr/>
            </p:nvSpPr>
            <p:spPr bwMode="auto">
              <a:xfrm>
                <a:off x="8153313" y="4088200"/>
                <a:ext cx="130489" cy="113841"/>
              </a:xfrm>
              <a:prstGeom prst="rect">
                <a:avLst/>
              </a:prstGeom>
              <a:noFill/>
              <a:ln w="2857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8061238" y="3688981"/>
              <a:ext cx="1067310" cy="1274199"/>
              <a:chOff x="8061238" y="3688981"/>
              <a:chExt cx="1067310" cy="1274199"/>
            </a:xfrm>
          </p:grpSpPr>
          <p:sp>
            <p:nvSpPr>
              <p:cNvPr id="44" name="圆角矩形 43"/>
              <p:cNvSpPr/>
              <p:nvPr/>
            </p:nvSpPr>
            <p:spPr bwMode="auto">
              <a:xfrm>
                <a:off x="8061238" y="3688981"/>
                <a:ext cx="1023044" cy="1274199"/>
              </a:xfrm>
              <a:prstGeom prst="roundRect">
                <a:avLst>
                  <a:gd name="adj" fmla="val 5000"/>
                </a:avLst>
              </a:prstGeom>
              <a:noFill/>
              <a:ln w="28575" cap="flat" cmpd="sng" algn="ctr">
                <a:solidFill>
                  <a:srgbClr val="00B0F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l" defTabSz="914400" rtl="0" eaLnBrk="1" fontAlgn="t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2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8253002" y="3819157"/>
                <a:ext cx="875546" cy="893385"/>
                <a:chOff x="9317476" y="4034858"/>
                <a:chExt cx="875546" cy="893385"/>
              </a:xfrm>
            </p:grpSpPr>
            <p:sp>
              <p:nvSpPr>
                <p:cNvPr id="46" name="矩形 45"/>
                <p:cNvSpPr/>
                <p:nvPr/>
              </p:nvSpPr>
              <p:spPr bwMode="auto">
                <a:xfrm>
                  <a:off x="9318026" y="4034858"/>
                  <a:ext cx="874996" cy="155665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marL="0" marR="0" indent="0" algn="ctr" defTabSz="914400" rtl="0" eaLnBrk="1" fontAlgn="t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zh-CN" altLang="en-US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地址规划</a:t>
                  </a:r>
                  <a:endParaRPr kumimoji="0" lang="zh-CN" altLang="en-US" sz="12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7" name="矩形 46"/>
                <p:cNvSpPr/>
                <p:nvPr/>
              </p:nvSpPr>
              <p:spPr bwMode="auto">
                <a:xfrm>
                  <a:off x="9318026" y="4278453"/>
                  <a:ext cx="874996" cy="155665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algn="ctr" defTabSz="914400" fontAlgn="t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地址分配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8" name="矩形 47"/>
                <p:cNvSpPr/>
                <p:nvPr/>
              </p:nvSpPr>
              <p:spPr bwMode="auto">
                <a:xfrm>
                  <a:off x="9318026" y="4522048"/>
                  <a:ext cx="874996" cy="155665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algn="ctr" defTabSz="914400" fontAlgn="t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地址配置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49" name="矩形 48"/>
                <p:cNvSpPr/>
                <p:nvPr/>
              </p:nvSpPr>
              <p:spPr bwMode="auto">
                <a:xfrm>
                  <a:off x="9317476" y="4765643"/>
                  <a:ext cx="874996" cy="155665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ctr" anchorCtr="0" compatLnSpc="1"/>
                <a:lstStyle/>
                <a:p>
                  <a:pPr algn="ctr" defTabSz="914400" fontAlgn="t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zh-CN" altLang="en-US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地址维护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cxnSp>
              <p:nvCxnSpPr>
                <p:cNvPr id="57" name="直接连接符 56"/>
                <p:cNvCxnSpPr/>
                <p:nvPr/>
              </p:nvCxnSpPr>
              <p:spPr bwMode="auto">
                <a:xfrm>
                  <a:off x="9431524" y="4189364"/>
                  <a:ext cx="64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8" name="直接连接符 57"/>
                <p:cNvCxnSpPr/>
                <p:nvPr/>
              </p:nvCxnSpPr>
              <p:spPr bwMode="auto">
                <a:xfrm>
                  <a:off x="9430974" y="4439012"/>
                  <a:ext cx="64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9" name="直接连接符 58"/>
                <p:cNvCxnSpPr/>
                <p:nvPr/>
              </p:nvCxnSpPr>
              <p:spPr bwMode="auto">
                <a:xfrm>
                  <a:off x="9430974" y="4683291"/>
                  <a:ext cx="64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0" name="直接连接符 59"/>
                <p:cNvCxnSpPr/>
                <p:nvPr/>
              </p:nvCxnSpPr>
              <p:spPr bwMode="auto">
                <a:xfrm>
                  <a:off x="9431524" y="4928243"/>
                  <a:ext cx="648000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</p:grp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手工配置网络参数存在的问题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68317" y="1263968"/>
            <a:ext cx="11276183" cy="46800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手工配置网络参数存在以下问题：</a:t>
            </a:r>
            <a:endParaRPr lang="zh-CN" altLang="en-US" sz="20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灵活性差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容易出错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地址资源利用率低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工作量大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人员素质要求高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20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6706159" y="1558941"/>
            <a:ext cx="4456090" cy="2279561"/>
            <a:chOff x="4443211" y="2433707"/>
            <a:chExt cx="4456090" cy="2279561"/>
          </a:xfrm>
        </p:grpSpPr>
        <p:sp>
          <p:nvSpPr>
            <p:cNvPr id="2" name="云形 1"/>
            <p:cNvSpPr/>
            <p:nvPr/>
          </p:nvSpPr>
          <p:spPr>
            <a:xfrm rot="244118">
              <a:off x="4443211" y="2433707"/>
              <a:ext cx="4456090" cy="2279561"/>
            </a:xfrm>
            <a:prstGeom prst="cloud">
              <a:avLst/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646470" y="2893680"/>
              <a:ext cx="4049572" cy="1359613"/>
              <a:chOff x="4705727" y="2822036"/>
              <a:chExt cx="4049572" cy="1359613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4705727" y="2822036"/>
                <a:ext cx="495300" cy="1359613"/>
                <a:chOff x="6200302" y="1899475"/>
                <a:chExt cx="495300" cy="1359613"/>
              </a:xfrm>
            </p:grpSpPr>
            <p:pic>
              <p:nvPicPr>
                <p:cNvPr id="35" name="图片 34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36" name="图片 35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387683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37" name="图片 36" descr="PC.png"/>
                <p:cNvPicPr>
                  <a:picLocks noChangeAspect="1"/>
                </p:cNvPicPr>
                <p:nvPr/>
              </p:nvPicPr>
              <p:blipFill>
                <a:blip r:embed="rId1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200302" y="2878698"/>
                  <a:ext cx="495300" cy="380390"/>
                </a:xfrm>
                <a:prstGeom prst="rect">
                  <a:avLst/>
                </a:prstGeom>
              </p:spPr>
            </p:pic>
          </p:grpSp>
          <p:grpSp>
            <p:nvGrpSpPr>
              <p:cNvPr id="7" name="组合 6"/>
              <p:cNvGrpSpPr/>
              <p:nvPr/>
            </p:nvGrpSpPr>
            <p:grpSpPr>
              <a:xfrm>
                <a:off x="5416581" y="2822036"/>
                <a:ext cx="495300" cy="1359613"/>
                <a:chOff x="6200302" y="1899475"/>
                <a:chExt cx="495300" cy="1359613"/>
              </a:xfrm>
            </p:grpSpPr>
            <p:pic>
              <p:nvPicPr>
                <p:cNvPr id="32" name="图片 31" descr="PC.png"/>
                <p:cNvPicPr>
                  <a:picLocks noChangeAspect="1"/>
                </p:cNvPicPr>
                <p:nvPr/>
              </p:nvPicPr>
              <p:blipFill>
                <a:blip r:embed="rId1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34" name="图片 33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878698"/>
                  <a:ext cx="495300" cy="380390"/>
                </a:xfrm>
                <a:prstGeom prst="rect">
                  <a:avLst/>
                </a:prstGeom>
              </p:spPr>
            </p:pic>
          </p:grpSp>
          <p:grpSp>
            <p:nvGrpSpPr>
              <p:cNvPr id="8" name="组合 7"/>
              <p:cNvGrpSpPr/>
              <p:nvPr/>
            </p:nvGrpSpPr>
            <p:grpSpPr>
              <a:xfrm>
                <a:off x="6838289" y="2822036"/>
                <a:ext cx="495300" cy="1359613"/>
                <a:chOff x="6200302" y="1899475"/>
                <a:chExt cx="495300" cy="1359613"/>
              </a:xfrm>
            </p:grpSpPr>
            <p:pic>
              <p:nvPicPr>
                <p:cNvPr id="29" name="图片 28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30" name="图片 29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387683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31" name="图片 30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878698"/>
                  <a:ext cx="495300" cy="380390"/>
                </a:xfrm>
                <a:prstGeom prst="rect">
                  <a:avLst/>
                </a:prstGeom>
              </p:spPr>
            </p:pic>
          </p:grpSp>
          <p:grpSp>
            <p:nvGrpSpPr>
              <p:cNvPr id="9" name="组合 8"/>
              <p:cNvGrpSpPr/>
              <p:nvPr/>
            </p:nvGrpSpPr>
            <p:grpSpPr>
              <a:xfrm>
                <a:off x="6127435" y="2822036"/>
                <a:ext cx="495300" cy="1359613"/>
                <a:chOff x="6200302" y="1899475"/>
                <a:chExt cx="495300" cy="1359613"/>
              </a:xfrm>
            </p:grpSpPr>
            <p:pic>
              <p:nvPicPr>
                <p:cNvPr id="26" name="图片 25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27" name="图片 26" descr="PC.png"/>
                <p:cNvPicPr>
                  <a:picLocks noChangeAspect="1"/>
                </p:cNvPicPr>
                <p:nvPr/>
              </p:nvPicPr>
              <p:blipFill>
                <a:blip r:embed="rId1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200302" y="2387683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28" name="图片 27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878698"/>
                  <a:ext cx="495300" cy="380390"/>
                </a:xfrm>
                <a:prstGeom prst="rect">
                  <a:avLst/>
                </a:prstGeom>
              </p:spPr>
            </p:pic>
          </p:grpSp>
          <p:grpSp>
            <p:nvGrpSpPr>
              <p:cNvPr id="11" name="组合 10"/>
              <p:cNvGrpSpPr/>
              <p:nvPr/>
            </p:nvGrpSpPr>
            <p:grpSpPr>
              <a:xfrm>
                <a:off x="7549143" y="2822036"/>
                <a:ext cx="495300" cy="1359613"/>
                <a:chOff x="6200302" y="1899475"/>
                <a:chExt cx="495300" cy="1359613"/>
              </a:xfrm>
            </p:grpSpPr>
            <p:pic>
              <p:nvPicPr>
                <p:cNvPr id="20" name="图片 19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21" name="图片 20" descr="PC.png"/>
                <p:cNvPicPr>
                  <a:picLocks noChangeAspect="1"/>
                </p:cNvPicPr>
                <p:nvPr/>
              </p:nvPicPr>
              <p:blipFill>
                <a:blip r:embed="rId1" cstate="print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200302" y="2387683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22" name="图片 21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878698"/>
                  <a:ext cx="495300" cy="380390"/>
                </a:xfrm>
                <a:prstGeom prst="rect">
                  <a:avLst/>
                </a:prstGeom>
              </p:spPr>
            </p:pic>
          </p:grpSp>
          <p:grpSp>
            <p:nvGrpSpPr>
              <p:cNvPr id="13" name="组合 12"/>
              <p:cNvGrpSpPr/>
              <p:nvPr/>
            </p:nvGrpSpPr>
            <p:grpSpPr>
              <a:xfrm>
                <a:off x="8259999" y="2822036"/>
                <a:ext cx="495300" cy="868598"/>
                <a:chOff x="6200302" y="1899475"/>
                <a:chExt cx="495300" cy="868598"/>
              </a:xfrm>
            </p:grpSpPr>
            <p:pic>
              <p:nvPicPr>
                <p:cNvPr id="14" name="图片 13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1899475"/>
                  <a:ext cx="495300" cy="380390"/>
                </a:xfrm>
                <a:prstGeom prst="rect">
                  <a:avLst/>
                </a:prstGeom>
              </p:spPr>
            </p:pic>
            <p:pic>
              <p:nvPicPr>
                <p:cNvPr id="15" name="图片 14" descr="PC.png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6200302" y="2387683"/>
                  <a:ext cx="495300" cy="380390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66" name="组合 65"/>
          <p:cNvGrpSpPr/>
          <p:nvPr/>
        </p:nvGrpSpPr>
        <p:grpSpPr>
          <a:xfrm>
            <a:off x="8139778" y="5185656"/>
            <a:ext cx="1804404" cy="940031"/>
            <a:chOff x="6856008" y="4704578"/>
            <a:chExt cx="1804404" cy="940031"/>
          </a:xfrm>
        </p:grpSpPr>
        <p:sp>
          <p:nvSpPr>
            <p:cNvPr id="62" name="male-user-manager_70850"/>
            <p:cNvSpPr>
              <a:spLocks noChangeAspect="1"/>
            </p:cNvSpPr>
            <p:nvPr/>
          </p:nvSpPr>
          <p:spPr bwMode="auto">
            <a:xfrm>
              <a:off x="7479537" y="4704578"/>
              <a:ext cx="504005" cy="609685"/>
            </a:xfrm>
            <a:custGeom>
              <a:avLst/>
              <a:gdLst>
                <a:gd name="T0" fmla="*/ 3226 w 4805"/>
                <a:gd name="T1" fmla="*/ 2963 h 5821"/>
                <a:gd name="T2" fmla="*/ 3265 w 4805"/>
                <a:gd name="T3" fmla="*/ 2628 h 5821"/>
                <a:gd name="T4" fmla="*/ 3556 w 4805"/>
                <a:gd name="T5" fmla="*/ 2031 h 5821"/>
                <a:gd name="T6" fmla="*/ 3671 w 4805"/>
                <a:gd name="T7" fmla="*/ 1553 h 5821"/>
                <a:gd name="T8" fmla="*/ 3611 w 4805"/>
                <a:gd name="T9" fmla="*/ 1040 h 5821"/>
                <a:gd name="T10" fmla="*/ 2234 w 4805"/>
                <a:gd name="T11" fmla="*/ 0 h 5821"/>
                <a:gd name="T12" fmla="*/ 1194 w 4805"/>
                <a:gd name="T13" fmla="*/ 1367 h 5821"/>
                <a:gd name="T14" fmla="*/ 1134 w 4805"/>
                <a:gd name="T15" fmla="*/ 1785 h 5821"/>
                <a:gd name="T16" fmla="*/ 1316 w 4805"/>
                <a:gd name="T17" fmla="*/ 2208 h 5821"/>
                <a:gd name="T18" fmla="*/ 1692 w 4805"/>
                <a:gd name="T19" fmla="*/ 2822 h 5821"/>
                <a:gd name="T20" fmla="*/ 837 w 4805"/>
                <a:gd name="T21" fmla="*/ 3187 h 5821"/>
                <a:gd name="T22" fmla="*/ 2 w 4805"/>
                <a:gd name="T23" fmla="*/ 5593 h 5821"/>
                <a:gd name="T24" fmla="*/ 197 w 4805"/>
                <a:gd name="T25" fmla="*/ 5821 h 5821"/>
                <a:gd name="T26" fmla="*/ 4805 w 4805"/>
                <a:gd name="T27" fmla="*/ 5624 h 5821"/>
                <a:gd name="T28" fmla="*/ 2223 w 4805"/>
                <a:gd name="T29" fmla="*/ 3365 h 5821"/>
                <a:gd name="T30" fmla="*/ 2203 w 4805"/>
                <a:gd name="T31" fmla="*/ 3771 h 5821"/>
                <a:gd name="T32" fmla="*/ 2137 w 4805"/>
                <a:gd name="T33" fmla="*/ 3831 h 5821"/>
                <a:gd name="T34" fmla="*/ 1896 w 4805"/>
                <a:gd name="T35" fmla="*/ 3556 h 5821"/>
                <a:gd name="T36" fmla="*/ 1883 w 4805"/>
                <a:gd name="T37" fmla="*/ 3118 h 5821"/>
                <a:gd name="T38" fmla="*/ 1981 w 4805"/>
                <a:gd name="T39" fmla="*/ 3059 h 5821"/>
                <a:gd name="T40" fmla="*/ 2197 w 4805"/>
                <a:gd name="T41" fmla="*/ 3182 h 5821"/>
                <a:gd name="T42" fmla="*/ 2223 w 4805"/>
                <a:gd name="T43" fmla="*/ 3365 h 5821"/>
                <a:gd name="T44" fmla="*/ 2582 w 4805"/>
                <a:gd name="T45" fmla="*/ 3365 h 5821"/>
                <a:gd name="T46" fmla="*/ 2607 w 4805"/>
                <a:gd name="T47" fmla="*/ 3182 h 5821"/>
                <a:gd name="T48" fmla="*/ 2824 w 4805"/>
                <a:gd name="T49" fmla="*/ 3059 h 5821"/>
                <a:gd name="T50" fmla="*/ 2922 w 4805"/>
                <a:gd name="T51" fmla="*/ 3118 h 5821"/>
                <a:gd name="T52" fmla="*/ 2909 w 4805"/>
                <a:gd name="T53" fmla="*/ 3556 h 5821"/>
                <a:gd name="T54" fmla="*/ 2668 w 4805"/>
                <a:gd name="T55" fmla="*/ 3831 h 5821"/>
                <a:gd name="T56" fmla="*/ 2602 w 4805"/>
                <a:gd name="T57" fmla="*/ 3771 h 5821"/>
                <a:gd name="T58" fmla="*/ 1589 w 4805"/>
                <a:gd name="T59" fmla="*/ 1869 h 5821"/>
                <a:gd name="T60" fmla="*/ 1521 w 4805"/>
                <a:gd name="T61" fmla="*/ 1799 h 5821"/>
                <a:gd name="T62" fmla="*/ 1491 w 4805"/>
                <a:gd name="T63" fmla="*/ 1634 h 5821"/>
                <a:gd name="T64" fmla="*/ 1584 w 4805"/>
                <a:gd name="T65" fmla="*/ 1567 h 5821"/>
                <a:gd name="T66" fmla="*/ 1621 w 4805"/>
                <a:gd name="T67" fmla="*/ 1388 h 5821"/>
                <a:gd name="T68" fmla="*/ 2455 w 4805"/>
                <a:gd name="T69" fmla="*/ 1414 h 5821"/>
                <a:gd name="T70" fmla="*/ 3126 w 4805"/>
                <a:gd name="T71" fmla="*/ 1540 h 5821"/>
                <a:gd name="T72" fmla="*/ 3211 w 4805"/>
                <a:gd name="T73" fmla="*/ 1567 h 5821"/>
                <a:gd name="T74" fmla="*/ 3314 w 4805"/>
                <a:gd name="T75" fmla="*/ 1634 h 5821"/>
                <a:gd name="T76" fmla="*/ 3284 w 4805"/>
                <a:gd name="T77" fmla="*/ 1799 h 5821"/>
                <a:gd name="T78" fmla="*/ 3216 w 4805"/>
                <a:gd name="T79" fmla="*/ 1869 h 5821"/>
                <a:gd name="T80" fmla="*/ 2582 w 4805"/>
                <a:gd name="T81" fmla="*/ 2763 h 5821"/>
                <a:gd name="T82" fmla="*/ 1828 w 4805"/>
                <a:gd name="T83" fmla="*/ 2421 h 5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805" h="5821">
                  <a:moveTo>
                    <a:pt x="3967" y="3187"/>
                  </a:moveTo>
                  <a:lnTo>
                    <a:pt x="3226" y="2963"/>
                  </a:lnTo>
                  <a:cubicBezTo>
                    <a:pt x="3208" y="2908"/>
                    <a:pt x="3168" y="2861"/>
                    <a:pt x="3113" y="2822"/>
                  </a:cubicBezTo>
                  <a:cubicBezTo>
                    <a:pt x="3174" y="2754"/>
                    <a:pt x="3225" y="2685"/>
                    <a:pt x="3265" y="2628"/>
                  </a:cubicBezTo>
                  <a:cubicBezTo>
                    <a:pt x="3358" y="2493"/>
                    <a:pt x="3435" y="2348"/>
                    <a:pt x="3489" y="2208"/>
                  </a:cubicBezTo>
                  <a:cubicBezTo>
                    <a:pt x="3515" y="2149"/>
                    <a:pt x="3538" y="2089"/>
                    <a:pt x="3556" y="2031"/>
                  </a:cubicBezTo>
                  <a:cubicBezTo>
                    <a:pt x="3628" y="1970"/>
                    <a:pt x="3671" y="1880"/>
                    <a:pt x="3671" y="1785"/>
                  </a:cubicBezTo>
                  <a:lnTo>
                    <a:pt x="3671" y="1553"/>
                  </a:lnTo>
                  <a:cubicBezTo>
                    <a:pt x="3671" y="1486"/>
                    <a:pt x="3650" y="1421"/>
                    <a:pt x="3611" y="1367"/>
                  </a:cubicBezTo>
                  <a:lnTo>
                    <a:pt x="3611" y="1040"/>
                  </a:lnTo>
                  <a:cubicBezTo>
                    <a:pt x="3611" y="467"/>
                    <a:pt x="3144" y="0"/>
                    <a:pt x="2571" y="0"/>
                  </a:cubicBezTo>
                  <a:lnTo>
                    <a:pt x="2234" y="0"/>
                  </a:lnTo>
                  <a:cubicBezTo>
                    <a:pt x="1660" y="0"/>
                    <a:pt x="1194" y="467"/>
                    <a:pt x="1194" y="1040"/>
                  </a:cubicBezTo>
                  <a:lnTo>
                    <a:pt x="1194" y="1367"/>
                  </a:lnTo>
                  <a:cubicBezTo>
                    <a:pt x="1155" y="1421"/>
                    <a:pt x="1134" y="1486"/>
                    <a:pt x="1134" y="1553"/>
                  </a:cubicBezTo>
                  <a:lnTo>
                    <a:pt x="1134" y="1785"/>
                  </a:lnTo>
                  <a:cubicBezTo>
                    <a:pt x="1134" y="1880"/>
                    <a:pt x="1177" y="1970"/>
                    <a:pt x="1249" y="2031"/>
                  </a:cubicBezTo>
                  <a:cubicBezTo>
                    <a:pt x="1267" y="2089"/>
                    <a:pt x="1290" y="2149"/>
                    <a:pt x="1316" y="2208"/>
                  </a:cubicBezTo>
                  <a:cubicBezTo>
                    <a:pt x="1370" y="2348"/>
                    <a:pt x="1447" y="2493"/>
                    <a:pt x="1540" y="2628"/>
                  </a:cubicBezTo>
                  <a:cubicBezTo>
                    <a:pt x="1579" y="2685"/>
                    <a:pt x="1631" y="2754"/>
                    <a:pt x="1692" y="2822"/>
                  </a:cubicBezTo>
                  <a:cubicBezTo>
                    <a:pt x="1637" y="2861"/>
                    <a:pt x="1597" y="2908"/>
                    <a:pt x="1579" y="2963"/>
                  </a:cubicBezTo>
                  <a:lnTo>
                    <a:pt x="837" y="3187"/>
                  </a:lnTo>
                  <a:cubicBezTo>
                    <a:pt x="315" y="3337"/>
                    <a:pt x="2" y="5593"/>
                    <a:pt x="2" y="5593"/>
                  </a:cubicBezTo>
                  <a:lnTo>
                    <a:pt x="2" y="5593"/>
                  </a:lnTo>
                  <a:cubicBezTo>
                    <a:pt x="1" y="5603"/>
                    <a:pt x="0" y="5613"/>
                    <a:pt x="0" y="5624"/>
                  </a:cubicBezTo>
                  <a:cubicBezTo>
                    <a:pt x="0" y="5733"/>
                    <a:pt x="88" y="5821"/>
                    <a:pt x="197" y="5821"/>
                  </a:cubicBezTo>
                  <a:lnTo>
                    <a:pt x="4608" y="5821"/>
                  </a:lnTo>
                  <a:cubicBezTo>
                    <a:pt x="4717" y="5821"/>
                    <a:pt x="4805" y="5733"/>
                    <a:pt x="4805" y="5624"/>
                  </a:cubicBezTo>
                  <a:cubicBezTo>
                    <a:pt x="4805" y="5530"/>
                    <a:pt x="4490" y="3337"/>
                    <a:pt x="3967" y="3187"/>
                  </a:cubicBezTo>
                  <a:close/>
                  <a:moveTo>
                    <a:pt x="2223" y="3365"/>
                  </a:moveTo>
                  <a:cubicBezTo>
                    <a:pt x="2235" y="3379"/>
                    <a:pt x="2241" y="3398"/>
                    <a:pt x="2239" y="3417"/>
                  </a:cubicBezTo>
                  <a:lnTo>
                    <a:pt x="2203" y="3771"/>
                  </a:lnTo>
                  <a:cubicBezTo>
                    <a:pt x="2200" y="3799"/>
                    <a:pt x="2181" y="3821"/>
                    <a:pt x="2154" y="3829"/>
                  </a:cubicBezTo>
                  <a:cubicBezTo>
                    <a:pt x="2148" y="3830"/>
                    <a:pt x="2142" y="3831"/>
                    <a:pt x="2137" y="3831"/>
                  </a:cubicBezTo>
                  <a:cubicBezTo>
                    <a:pt x="2116" y="3831"/>
                    <a:pt x="2096" y="3822"/>
                    <a:pt x="2083" y="3805"/>
                  </a:cubicBezTo>
                  <a:lnTo>
                    <a:pt x="1896" y="3556"/>
                  </a:lnTo>
                  <a:cubicBezTo>
                    <a:pt x="1887" y="3545"/>
                    <a:pt x="1882" y="3530"/>
                    <a:pt x="1883" y="3516"/>
                  </a:cubicBezTo>
                  <a:lnTo>
                    <a:pt x="1883" y="3118"/>
                  </a:lnTo>
                  <a:cubicBezTo>
                    <a:pt x="1883" y="3094"/>
                    <a:pt x="1895" y="3073"/>
                    <a:pt x="1915" y="3060"/>
                  </a:cubicBezTo>
                  <a:cubicBezTo>
                    <a:pt x="1935" y="3048"/>
                    <a:pt x="1960" y="3048"/>
                    <a:pt x="1981" y="3059"/>
                  </a:cubicBezTo>
                  <a:cubicBezTo>
                    <a:pt x="2035" y="3087"/>
                    <a:pt x="2090" y="3107"/>
                    <a:pt x="2142" y="3116"/>
                  </a:cubicBezTo>
                  <a:cubicBezTo>
                    <a:pt x="2174" y="3122"/>
                    <a:pt x="2197" y="3150"/>
                    <a:pt x="2197" y="3182"/>
                  </a:cubicBezTo>
                  <a:lnTo>
                    <a:pt x="2197" y="3348"/>
                  </a:lnTo>
                  <a:cubicBezTo>
                    <a:pt x="2207" y="3352"/>
                    <a:pt x="2216" y="3358"/>
                    <a:pt x="2223" y="3365"/>
                  </a:cubicBezTo>
                  <a:close/>
                  <a:moveTo>
                    <a:pt x="2565" y="3417"/>
                  </a:moveTo>
                  <a:cubicBezTo>
                    <a:pt x="2563" y="3398"/>
                    <a:pt x="2570" y="3379"/>
                    <a:pt x="2582" y="3365"/>
                  </a:cubicBezTo>
                  <a:cubicBezTo>
                    <a:pt x="2589" y="3358"/>
                    <a:pt x="2598" y="3352"/>
                    <a:pt x="2607" y="3348"/>
                  </a:cubicBezTo>
                  <a:lnTo>
                    <a:pt x="2607" y="3182"/>
                  </a:lnTo>
                  <a:cubicBezTo>
                    <a:pt x="2607" y="3150"/>
                    <a:pt x="2631" y="3122"/>
                    <a:pt x="2662" y="3116"/>
                  </a:cubicBezTo>
                  <a:cubicBezTo>
                    <a:pt x="2715" y="3107"/>
                    <a:pt x="2770" y="3087"/>
                    <a:pt x="2824" y="3059"/>
                  </a:cubicBezTo>
                  <a:cubicBezTo>
                    <a:pt x="2845" y="3048"/>
                    <a:pt x="2870" y="3048"/>
                    <a:pt x="2890" y="3061"/>
                  </a:cubicBezTo>
                  <a:cubicBezTo>
                    <a:pt x="2910" y="3073"/>
                    <a:pt x="2922" y="3094"/>
                    <a:pt x="2922" y="3118"/>
                  </a:cubicBezTo>
                  <a:lnTo>
                    <a:pt x="2922" y="3516"/>
                  </a:lnTo>
                  <a:cubicBezTo>
                    <a:pt x="2922" y="3530"/>
                    <a:pt x="2917" y="3545"/>
                    <a:pt x="2909" y="3556"/>
                  </a:cubicBezTo>
                  <a:lnTo>
                    <a:pt x="2721" y="3804"/>
                  </a:lnTo>
                  <a:cubicBezTo>
                    <a:pt x="2709" y="3821"/>
                    <a:pt x="2689" y="3831"/>
                    <a:pt x="2668" y="3831"/>
                  </a:cubicBezTo>
                  <a:cubicBezTo>
                    <a:pt x="2662" y="3831"/>
                    <a:pt x="2656" y="3830"/>
                    <a:pt x="2650" y="3829"/>
                  </a:cubicBezTo>
                  <a:cubicBezTo>
                    <a:pt x="2624" y="3821"/>
                    <a:pt x="2605" y="3798"/>
                    <a:pt x="2602" y="3771"/>
                  </a:cubicBezTo>
                  <a:lnTo>
                    <a:pt x="2565" y="3417"/>
                  </a:lnTo>
                  <a:close/>
                  <a:moveTo>
                    <a:pt x="1589" y="1869"/>
                  </a:moveTo>
                  <a:lnTo>
                    <a:pt x="1586" y="1841"/>
                  </a:lnTo>
                  <a:lnTo>
                    <a:pt x="1521" y="1799"/>
                  </a:lnTo>
                  <a:cubicBezTo>
                    <a:pt x="1502" y="1787"/>
                    <a:pt x="1491" y="1766"/>
                    <a:pt x="1491" y="1743"/>
                  </a:cubicBezTo>
                  <a:lnTo>
                    <a:pt x="1491" y="1634"/>
                  </a:lnTo>
                  <a:cubicBezTo>
                    <a:pt x="1491" y="1597"/>
                    <a:pt x="1520" y="1567"/>
                    <a:pt x="1557" y="1567"/>
                  </a:cubicBezTo>
                  <a:lnTo>
                    <a:pt x="1584" y="1567"/>
                  </a:lnTo>
                  <a:lnTo>
                    <a:pt x="1584" y="1448"/>
                  </a:lnTo>
                  <a:cubicBezTo>
                    <a:pt x="1584" y="1423"/>
                    <a:pt x="1599" y="1400"/>
                    <a:pt x="1621" y="1388"/>
                  </a:cubicBezTo>
                  <a:cubicBezTo>
                    <a:pt x="1713" y="1343"/>
                    <a:pt x="1895" y="1266"/>
                    <a:pt x="2084" y="1266"/>
                  </a:cubicBezTo>
                  <a:cubicBezTo>
                    <a:pt x="2234" y="1266"/>
                    <a:pt x="2359" y="1316"/>
                    <a:pt x="2455" y="1414"/>
                  </a:cubicBezTo>
                  <a:cubicBezTo>
                    <a:pt x="2574" y="1538"/>
                    <a:pt x="2711" y="1600"/>
                    <a:pt x="2863" y="1600"/>
                  </a:cubicBezTo>
                  <a:cubicBezTo>
                    <a:pt x="2949" y="1600"/>
                    <a:pt x="3037" y="1580"/>
                    <a:pt x="3126" y="1540"/>
                  </a:cubicBezTo>
                  <a:cubicBezTo>
                    <a:pt x="3147" y="1530"/>
                    <a:pt x="3171" y="1532"/>
                    <a:pt x="3190" y="1545"/>
                  </a:cubicBezTo>
                  <a:cubicBezTo>
                    <a:pt x="3199" y="1550"/>
                    <a:pt x="3206" y="1558"/>
                    <a:pt x="3211" y="1567"/>
                  </a:cubicBezTo>
                  <a:lnTo>
                    <a:pt x="3248" y="1567"/>
                  </a:lnTo>
                  <a:cubicBezTo>
                    <a:pt x="3284" y="1567"/>
                    <a:pt x="3314" y="1597"/>
                    <a:pt x="3314" y="1634"/>
                  </a:cubicBezTo>
                  <a:lnTo>
                    <a:pt x="3314" y="1743"/>
                  </a:lnTo>
                  <a:cubicBezTo>
                    <a:pt x="3314" y="1766"/>
                    <a:pt x="3303" y="1787"/>
                    <a:pt x="3284" y="1799"/>
                  </a:cubicBezTo>
                  <a:lnTo>
                    <a:pt x="3219" y="1841"/>
                  </a:lnTo>
                  <a:lnTo>
                    <a:pt x="3216" y="1869"/>
                  </a:lnTo>
                  <a:cubicBezTo>
                    <a:pt x="3195" y="2028"/>
                    <a:pt x="3105" y="2235"/>
                    <a:pt x="2976" y="2421"/>
                  </a:cubicBezTo>
                  <a:cubicBezTo>
                    <a:pt x="2813" y="2658"/>
                    <a:pt x="2661" y="2763"/>
                    <a:pt x="2582" y="2763"/>
                  </a:cubicBezTo>
                  <a:lnTo>
                    <a:pt x="2223" y="2763"/>
                  </a:lnTo>
                  <a:cubicBezTo>
                    <a:pt x="2144" y="2763"/>
                    <a:pt x="1991" y="2658"/>
                    <a:pt x="1828" y="2421"/>
                  </a:cubicBezTo>
                  <a:cubicBezTo>
                    <a:pt x="1700" y="2235"/>
                    <a:pt x="1610" y="2028"/>
                    <a:pt x="1589" y="186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6856008" y="5242663"/>
              <a:ext cx="1804404" cy="401946"/>
            </a:xfrm>
            <a:prstGeom prst="rect">
              <a:avLst/>
            </a:prstGeom>
            <a:noFill/>
            <a:ln w="9525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t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手工配置网络参数</a:t>
              </a:r>
              <a:endParaRPr kumimoji="0" lang="zh-CN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65" name="圆角矩形标注 64"/>
          <p:cNvSpPr/>
          <p:nvPr/>
        </p:nvSpPr>
        <p:spPr>
          <a:xfrm>
            <a:off x="6909418" y="4004065"/>
            <a:ext cx="1636610" cy="1048047"/>
          </a:xfrm>
          <a:prstGeom prst="wedgeRoundRectCallout">
            <a:avLst>
              <a:gd name="adj1" fmla="val 70705"/>
              <a:gd name="adj2" fmla="val 43171"/>
              <a:gd name="adj3" fmla="val 16667"/>
            </a:avLst>
          </a:prstGeom>
          <a:solidFill>
            <a:srgbClr val="00B0F0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</a:t>
            </a:r>
            <a:r>
              <a:rPr lang="zh-CN" altLang="en-US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</a:t>
            </a:r>
            <a:endParaRPr lang="en-US" altLang="zh-CN" sz="1600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网络掩码</a:t>
            </a:r>
            <a:endParaRPr lang="en-US" altLang="zh-CN" sz="1600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zh-CN" altLang="en-US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网关地址</a:t>
            </a:r>
            <a:endParaRPr lang="en-US" altLang="zh-CN" sz="1600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algn="ctr"/>
            <a:r>
              <a:rPr lang="en-US" altLang="zh-CN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DNS</a:t>
            </a:r>
            <a:r>
              <a:rPr lang="zh-CN" altLang="en-US" sz="1600" kern="0" dirty="0">
                <a:solidFill>
                  <a:srgbClr val="FFFFFF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服务器地址</a:t>
            </a:r>
            <a:endParaRPr lang="zh-CN" altLang="en-US" sz="1600" kern="0" dirty="0">
              <a:solidFill>
                <a:srgbClr val="FFFFFF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pic>
        <p:nvPicPr>
          <p:cNvPr id="61" name="图片 6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249" y="3014488"/>
            <a:ext cx="427686" cy="380390"/>
          </a:xfrm>
          <a:prstGeom prst="rect">
            <a:avLst/>
          </a:prstGeom>
        </p:spPr>
      </p:pic>
      <p:pic>
        <p:nvPicPr>
          <p:cNvPr id="70" name="图片 69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6299" y="2507122"/>
            <a:ext cx="427686" cy="3803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圆角矩形 24"/>
          <p:cNvSpPr/>
          <p:nvPr/>
        </p:nvSpPr>
        <p:spPr>
          <a:xfrm>
            <a:off x="4663999" y="3669302"/>
            <a:ext cx="2400300" cy="2197150"/>
          </a:xfrm>
          <a:prstGeom prst="roundRect">
            <a:avLst>
              <a:gd name="adj" fmla="val 7419"/>
            </a:avLst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的基本概念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8317" y="1233488"/>
            <a:ext cx="11276183" cy="5148262"/>
          </a:xfrm>
        </p:spPr>
        <p:txBody>
          <a:bodyPr/>
          <a:lstStyle/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是一种用于集中对用户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地址进行动态管理和配置的协议。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C/S(Client/Server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，客户端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/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)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通信模式，协议报文基于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UDP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的方式进行交互，采用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67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服务器）和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68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客户端）两个端口号：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正常工作时由客户端向服务器提出配置申请。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服务器返回为客户端分配的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地址等相应的配置信息。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相对于手工配置有如下优点：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效率高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灵活性强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易于管理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TextBox 19"/>
          <p:cNvSpPr txBox="1">
            <a:spLocks noChangeArrowheads="1"/>
          </p:cNvSpPr>
          <p:nvPr/>
        </p:nvSpPr>
        <p:spPr bwMode="auto">
          <a:xfrm>
            <a:off x="8963975" y="4945106"/>
            <a:ext cx="1215397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</a:t>
            </a:r>
            <a:endParaRPr lang="zh-CN" altLang="en-US" sz="14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" name="直接箭头连接符 24"/>
          <p:cNvCxnSpPr>
            <a:cxnSpLocks noChangeShapeType="1"/>
          </p:cNvCxnSpPr>
          <p:nvPr/>
        </p:nvCxnSpPr>
        <p:spPr bwMode="auto">
          <a:xfrm flipH="1">
            <a:off x="7645615" y="5322382"/>
            <a:ext cx="1247484" cy="0"/>
          </a:xfrm>
          <a:prstGeom prst="straightConnector1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</p:cxnSp>
      <p:sp>
        <p:nvSpPr>
          <p:cNvPr id="7" name="TextBox 29"/>
          <p:cNvSpPr txBox="1">
            <a:spLocks noChangeArrowheads="1"/>
          </p:cNvSpPr>
          <p:nvPr/>
        </p:nvSpPr>
        <p:spPr bwMode="auto">
          <a:xfrm>
            <a:off x="7997487" y="5029347"/>
            <a:ext cx="543739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TextBox 26"/>
          <p:cNvSpPr txBox="1">
            <a:spLocks noChangeArrowheads="1"/>
          </p:cNvSpPr>
          <p:nvPr/>
        </p:nvSpPr>
        <p:spPr bwMode="auto">
          <a:xfrm>
            <a:off x="7959905" y="3915976"/>
            <a:ext cx="543739" cy="30777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请求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9" name="直接箭头连接符 31"/>
          <p:cNvCxnSpPr>
            <a:cxnSpLocks noChangeShapeType="1"/>
          </p:cNvCxnSpPr>
          <p:nvPr/>
        </p:nvCxnSpPr>
        <p:spPr bwMode="auto">
          <a:xfrm>
            <a:off x="7611091" y="4206210"/>
            <a:ext cx="1241368" cy="0"/>
          </a:xfrm>
          <a:prstGeom prst="straightConnector1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  <a:effectLst>
            <a:outerShdw blurRad="152400" dist="38100" dir="5400000" algn="t" rotWithShape="0">
              <a:prstClr val="black">
                <a:alpha val="12000"/>
              </a:prstClr>
            </a:outerShdw>
          </a:effectLst>
        </p:spPr>
      </p:cxnSp>
      <p:cxnSp>
        <p:nvCxnSpPr>
          <p:cNvPr id="10" name="直接箭头连接符 9"/>
          <p:cNvCxnSpPr>
            <a:stCxn id="16" idx="3"/>
            <a:endCxn id="17" idx="1"/>
          </p:cNvCxnSpPr>
          <p:nvPr/>
        </p:nvCxnSpPr>
        <p:spPr bwMode="auto">
          <a:xfrm>
            <a:off x="8324438" y="4691038"/>
            <a:ext cx="977236" cy="0"/>
          </a:xfrm>
          <a:prstGeom prst="straightConnector1">
            <a:avLst/>
          </a:prstGeom>
          <a:solidFill>
            <a:schemeClr val="accent1"/>
          </a:solidFill>
          <a:ln w="19050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77"/>
          <p:cNvSpPr txBox="1"/>
          <p:nvPr/>
        </p:nvSpPr>
        <p:spPr bwMode="auto">
          <a:xfrm>
            <a:off x="5341323" y="5887046"/>
            <a:ext cx="1391288" cy="3163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6" rIns="99980" bIns="49986" rtlCol="0">
            <a:spAutoFit/>
          </a:bodyPr>
          <a:lstStyle/>
          <a:p>
            <a:pPr algn="ctr" defTabSz="1001395" eaLnBrk="0" hangingPunct="0"/>
            <a:r>
              <a:rPr lang="en-US" altLang="zh-CN" sz="14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DHCP</a:t>
            </a:r>
            <a:r>
              <a:rPr lang="zh-CN" altLang="en-US" sz="1400" b="1" dirty="0">
                <a:solidFill>
                  <a:srgbClr val="0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Arial" panose="020B0604020202020204" pitchFamily="34" charset="0"/>
                <a:sym typeface="Huawei Sans" panose="020C0503030203020204" pitchFamily="34" charset="0"/>
              </a:rPr>
              <a:t>客户端</a:t>
            </a:r>
            <a:endParaRPr lang="en-US" altLang="zh-CN" sz="1400" b="1" dirty="0">
              <a:solidFill>
                <a:srgbClr val="00000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Arial" panose="020B0604020202020204" pitchFamily="34" charset="0"/>
              <a:sym typeface="Huawei Sans" panose="020C0503030203020204" pitchFamily="34" charset="0"/>
            </a:endParaRPr>
          </a:p>
        </p:txBody>
      </p:sp>
      <p:pic>
        <p:nvPicPr>
          <p:cNvPr id="12" name="图片 11" descr="SAN网络-蓝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041888" y="4754836"/>
            <a:ext cx="267540" cy="438311"/>
          </a:xfrm>
          <a:prstGeom prst="rect">
            <a:avLst/>
          </a:prstGeom>
        </p:spPr>
      </p:pic>
      <p:pic>
        <p:nvPicPr>
          <p:cNvPr id="13" name="图片 12" descr="笔记本电脑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81114" y="4176717"/>
            <a:ext cx="539779" cy="338400"/>
          </a:xfrm>
          <a:prstGeom prst="rect">
            <a:avLst/>
          </a:prstGeom>
        </p:spPr>
      </p:pic>
      <p:pic>
        <p:nvPicPr>
          <p:cNvPr id="14" name="图片 13" descr="打印机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178171" y="5221331"/>
            <a:ext cx="538191" cy="428400"/>
          </a:xfrm>
          <a:prstGeom prst="rect">
            <a:avLst/>
          </a:prstGeom>
        </p:spPr>
      </p:pic>
      <p:pic>
        <p:nvPicPr>
          <p:cNvPr id="15" name="图片 14" descr="AP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192611" y="4470490"/>
            <a:ext cx="540000" cy="441818"/>
          </a:xfrm>
          <a:prstGeom prst="rect">
            <a:avLst/>
          </a:prstGeom>
        </p:spPr>
      </p:pic>
      <p:pic>
        <p:nvPicPr>
          <p:cNvPr id="16" name="图片 15" descr="接入交换机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784438" y="4470129"/>
            <a:ext cx="540000" cy="441818"/>
          </a:xfrm>
          <a:prstGeom prst="rect">
            <a:avLst/>
          </a:prstGeom>
        </p:spPr>
      </p:pic>
      <p:pic>
        <p:nvPicPr>
          <p:cNvPr id="17" name="图片 16" descr="通用服务器-蓝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301674" y="4470129"/>
            <a:ext cx="540000" cy="441818"/>
          </a:xfrm>
          <a:prstGeom prst="rect">
            <a:avLst/>
          </a:prstGeom>
        </p:spPr>
      </p:pic>
      <p:pic>
        <p:nvPicPr>
          <p:cNvPr id="18" name="图片 17" descr="PC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179108" y="3762717"/>
            <a:ext cx="539063" cy="414000"/>
          </a:xfrm>
          <a:prstGeom prst="rect">
            <a:avLst/>
          </a:prstGeom>
        </p:spPr>
      </p:pic>
      <p:cxnSp>
        <p:nvCxnSpPr>
          <p:cNvPr id="19" name="直接箭头连接符 18"/>
          <p:cNvCxnSpPr>
            <a:stCxn id="15" idx="3"/>
            <a:endCxn id="16" idx="1"/>
          </p:cNvCxnSpPr>
          <p:nvPr/>
        </p:nvCxnSpPr>
        <p:spPr bwMode="auto">
          <a:xfrm flipV="1">
            <a:off x="6732611" y="4691038"/>
            <a:ext cx="1051827" cy="361"/>
          </a:xfrm>
          <a:prstGeom prst="straightConnector1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0" name="直接箭头连接符 19"/>
          <p:cNvCxnSpPr/>
          <p:nvPr/>
        </p:nvCxnSpPr>
        <p:spPr bwMode="auto">
          <a:xfrm>
            <a:off x="7187259" y="3967138"/>
            <a:ext cx="0" cy="1499323"/>
          </a:xfrm>
          <a:prstGeom prst="straightConnector1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1" name="直接箭头连接符 20"/>
          <p:cNvCxnSpPr/>
          <p:nvPr/>
        </p:nvCxnSpPr>
        <p:spPr bwMode="auto">
          <a:xfrm>
            <a:off x="6718171" y="3967138"/>
            <a:ext cx="469088" cy="0"/>
          </a:xfrm>
          <a:prstGeom prst="straightConnector1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>
            <a:off x="6718171" y="5480095"/>
            <a:ext cx="469088" cy="0"/>
          </a:xfrm>
          <a:prstGeom prst="straightConnector1">
            <a:avLst/>
          </a:prstGeom>
          <a:solidFill>
            <a:schemeClr val="accent1"/>
          </a:solidFill>
          <a:ln w="19050" cap="sq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23" name="图片 22" descr="wifi信号蓝.pn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6474314">
            <a:off x="5600215" y="4479201"/>
            <a:ext cx="505969" cy="4236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产生背景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客户端首次接入网络的工作原理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5366313" y="1558506"/>
            <a:ext cx="6320034" cy="48117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1.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发现阶段，即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客户端发现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服务器的阶段。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客户端发送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报文来发现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服务器。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报文中携带了客户端的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地址、需要请求的参数列表选项、广播标志位等信息。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2.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提供阶段，即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服务器提供网络配置信息的阶段。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服务器接收到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报文后，选择跟接收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报文接口的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地址处于同一网段的地址池，并且从中选择一个可用的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地址，然后通过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OFFER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报文发送给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客户端。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3. 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选择阶段，即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客户端选择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地址的阶段。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如果有多个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服务器向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客户端回应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OFFER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报文，则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客户端一般只接收第一个收到的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OFFER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报文，然后以广播方式发送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报文，该报文中包含客户端想选择的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服务器标识符和客户端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    4.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确认阶段，即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服务器确认所分配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地址的阶段。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客户端收到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报文，会广播发送免费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ARP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报文，探测本网段是否有其他终端使用服务器分配的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6" name="组合 65"/>
          <p:cNvGrpSpPr/>
          <p:nvPr/>
        </p:nvGrpSpPr>
        <p:grpSpPr>
          <a:xfrm>
            <a:off x="547688" y="1704169"/>
            <a:ext cx="4614996" cy="4010940"/>
            <a:chOff x="547688" y="1704169"/>
            <a:chExt cx="4614996" cy="4010940"/>
          </a:xfrm>
        </p:grpSpPr>
        <p:pic>
          <p:nvPicPr>
            <p:cNvPr id="6" name="图片 5" descr="通用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91765" y="1971246"/>
              <a:ext cx="540000" cy="441818"/>
            </a:xfrm>
            <a:prstGeom prst="rect">
              <a:avLst/>
            </a:prstGeom>
          </p:spPr>
        </p:pic>
        <p:pic>
          <p:nvPicPr>
            <p:cNvPr id="7" name="图片 6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583" y="1989141"/>
              <a:ext cx="539063" cy="414000"/>
            </a:xfrm>
            <a:prstGeom prst="rect">
              <a:avLst/>
            </a:prstGeom>
          </p:spPr>
        </p:pic>
        <p:cxnSp>
          <p:nvCxnSpPr>
            <p:cNvPr id="8" name="直接连接符 7"/>
            <p:cNvCxnSpPr>
              <a:stCxn id="7" idx="3"/>
              <a:endCxn id="6" idx="1"/>
            </p:cNvCxnSpPr>
            <p:nvPr/>
          </p:nvCxnSpPr>
          <p:spPr>
            <a:xfrm flipV="1">
              <a:off x="1295646" y="2192155"/>
              <a:ext cx="3096119" cy="3986"/>
            </a:xfrm>
            <a:prstGeom prst="line">
              <a:avLst/>
            </a:prstGeom>
            <a:ln w="19050">
              <a:solidFill>
                <a:srgbClr val="1515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855265" y="2403141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4826313" y="2403141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855265" y="3098909"/>
              <a:ext cx="3971048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/>
          </p:nvCxnSpPr>
          <p:spPr>
            <a:xfrm flipH="1">
              <a:off x="855266" y="3907476"/>
              <a:ext cx="3971047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855266" y="4716043"/>
              <a:ext cx="3971047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H="1">
              <a:off x="855267" y="5524609"/>
              <a:ext cx="3971046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4"/>
            <p:cNvSpPr>
              <a:spLocks noChangeAspect="1"/>
            </p:cNvSpPr>
            <p:nvPr/>
          </p:nvSpPr>
          <p:spPr>
            <a:xfrm>
              <a:off x="944709" y="2645562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Oval 4"/>
            <p:cNvSpPr>
              <a:spLocks noChangeAspect="1"/>
            </p:cNvSpPr>
            <p:nvPr/>
          </p:nvSpPr>
          <p:spPr>
            <a:xfrm>
              <a:off x="944709" y="4273682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Oval 4"/>
            <p:cNvSpPr>
              <a:spLocks noChangeAspect="1"/>
            </p:cNvSpPr>
            <p:nvPr/>
          </p:nvSpPr>
          <p:spPr>
            <a:xfrm>
              <a:off x="2117240" y="5058745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Oval 4"/>
            <p:cNvSpPr>
              <a:spLocks noChangeAspect="1"/>
            </p:cNvSpPr>
            <p:nvPr/>
          </p:nvSpPr>
          <p:spPr>
            <a:xfrm>
              <a:off x="1534765" y="3488666"/>
              <a:ext cx="282142" cy="282142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226851" y="2654466"/>
              <a:ext cx="3058851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发现阶段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DISCOVER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（广播）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755895" y="3489270"/>
              <a:ext cx="317587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提供阶段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OFFER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（单播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/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广播）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198681" y="4264827"/>
              <a:ext cx="29851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选择阶段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REQUEST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（广播）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363735" y="5075425"/>
              <a:ext cx="254749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确认阶段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ACK</a:t>
              </a:r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（单播）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547688" y="1751010"/>
              <a:ext cx="10470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Client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4081939" y="1704169"/>
              <a:ext cx="10807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Server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2346508" y="1811792"/>
              <a:ext cx="988561" cy="516749"/>
              <a:chOff x="8133063" y="1699504"/>
              <a:chExt cx="751638" cy="392903"/>
            </a:xfrm>
          </p:grpSpPr>
          <p:sp>
            <p:nvSpPr>
              <p:cNvPr id="58" name="Freeform 159"/>
              <p:cNvSpPr/>
              <p:nvPr/>
            </p:nvSpPr>
            <p:spPr>
              <a:xfrm flipH="1">
                <a:off x="8133063" y="1699504"/>
                <a:ext cx="751638" cy="392903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8146161" y="1861453"/>
                <a:ext cx="725442" cy="2106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二层广播域</a:t>
                </a:r>
                <a:endParaRPr 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报文格式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文本占位符 66"/>
          <p:cNvSpPr>
            <a:spLocks noGrp="1"/>
          </p:cNvSpPr>
          <p:nvPr>
            <p:ph type="body" sz="quarter" idx="10"/>
          </p:nvPr>
        </p:nvSpPr>
        <p:spPr>
          <a:xfrm>
            <a:off x="4872808" y="1233488"/>
            <a:ext cx="6871692" cy="514826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重要字段说明：</a:t>
            </a:r>
            <a:endParaRPr lang="en-US" altLang="zh-CN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/>
              <a:t>Op</a:t>
            </a:r>
            <a:r>
              <a:rPr lang="zh-CN" altLang="en-US" sz="1400" dirty="0"/>
              <a:t>（</a:t>
            </a:r>
            <a:r>
              <a:rPr lang="en-US" altLang="zh-CN" sz="1400" dirty="0"/>
              <a:t>op code)</a:t>
            </a:r>
            <a:r>
              <a:rPr lang="zh-CN" altLang="en-US" sz="1400" dirty="0"/>
              <a:t>：表示报文的类型，取值为</a:t>
            </a:r>
            <a:r>
              <a:rPr lang="en-US" altLang="zh-CN" sz="1400" dirty="0"/>
              <a:t>1</a:t>
            </a:r>
            <a:r>
              <a:rPr lang="zh-CN" altLang="en-US" sz="1400" dirty="0"/>
              <a:t>或</a:t>
            </a:r>
            <a:r>
              <a:rPr lang="en-US" altLang="zh-CN" sz="1400" dirty="0"/>
              <a:t>2</a:t>
            </a:r>
            <a:r>
              <a:rPr lang="zh-CN" altLang="en-US" sz="1400" dirty="0"/>
              <a:t>，含义如下：</a:t>
            </a:r>
            <a:endParaRPr lang="en-US" altLang="zh-CN" sz="1400" dirty="0"/>
          </a:p>
          <a:p>
            <a:pPr lvl="2"/>
            <a:r>
              <a:rPr lang="en-US" altLang="zh-CN" sz="1200" dirty="0"/>
              <a:t>1</a:t>
            </a:r>
            <a:r>
              <a:rPr lang="zh-CN" altLang="en-US" sz="1200" dirty="0"/>
              <a:t>：客户端请求报。</a:t>
            </a:r>
            <a:endParaRPr lang="en-US" altLang="zh-CN" sz="1200" dirty="0"/>
          </a:p>
          <a:p>
            <a:pPr lvl="2"/>
            <a:r>
              <a:rPr lang="en-US" altLang="zh-CN" sz="1200" dirty="0"/>
              <a:t>2</a:t>
            </a:r>
            <a:r>
              <a:rPr lang="zh-CN" altLang="en-US" sz="1200" dirty="0"/>
              <a:t>：服务器响应报文。</a:t>
            </a:r>
            <a:endParaRPr lang="en-US" altLang="zh-CN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Secs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seconds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）：由客户端填充，表示从客户端开始获得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地址或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地址续借后所使用了的秒数，缺省值为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3600s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Flags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：客户端请求服务器发送响应报文的形式，只有最高位有意义，其余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15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位置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。最高位为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时请求发送单播响应，最高位为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时请求发送广播响应。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Yiaddr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your client ip address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）：表示服务器分配给客户端的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地址。当服务器进行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响应时，将分配给客户端的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地址填入此字段。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Siaddr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server ip address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 err="1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Chaddr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 hardware address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）：客户端的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通过此字段包含了服务器分配给终端的配置信息。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403225" lvl="1" indent="0">
              <a:buNone/>
            </a:pP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17868" y="1552182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80544" y="1552182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581556" y="1552182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15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278094" y="1552182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31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986842" y="5985920"/>
            <a:ext cx="15760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报文结构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049475" y="1829081"/>
          <a:ext cx="3453788" cy="414940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73148"/>
                <a:gridCol w="862965"/>
                <a:gridCol w="850900"/>
                <a:gridCol w="8667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Op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Htype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Hlen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/>
                      <a:r>
                        <a:rPr lang="en-US" altLang="zh-CN" sz="18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Hops</a:t>
                      </a:r>
                      <a:endParaRPr lang="en-US" altLang="zh-CN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0838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Xid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Secs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Flags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Ciaddr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057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Yiaddr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Siaddr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Giaddr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Chaddr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Sname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8794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Options(variable)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429825" y="1549676"/>
            <a:ext cx="386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23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预定义选项字段介绍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88" y="1259245"/>
            <a:ext cx="11299825" cy="2459597"/>
          </a:xfrm>
        </p:spPr>
        <p:txBody>
          <a:bodyPr/>
          <a:lstStyle/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字段为可变长度字段，最多为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312Byte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，此字段包含了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报文类型，服务器分配给终端的配置信息，如网关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DNS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地址，客户端可以使用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地址的有效租期等信息。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字段由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Length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三部分组成。其中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字段取值范围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1~255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。常见的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如下表所示：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423764" y="2933560"/>
          <a:ext cx="9487347" cy="2956560"/>
        </p:xfrm>
        <a:graphic>
          <a:graphicData uri="http://schemas.openxmlformats.org/drawingml/2006/table">
            <a:tbl>
              <a:tblPr/>
              <a:tblGrid>
                <a:gridCol w="676434"/>
                <a:gridCol w="1640608"/>
                <a:gridCol w="2268432"/>
                <a:gridCol w="4901873"/>
              </a:tblGrid>
              <a:tr h="22436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Type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Length (Byte)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Value</a:t>
                      </a:r>
                      <a:endParaRPr 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</a:rPr>
                        <a:t>作用</a:t>
                      </a:r>
                      <a:endParaRPr lang="zh-CN" altLang="en-US" sz="1400" b="1" i="0" u="none" strike="noStrike" dirty="0">
                        <a:solidFill>
                          <a:srgbClr val="FFFFFF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Subnet Mask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设置子网掩码选项。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Router(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网关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设置网关地址选项。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Requested IP Address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设置请求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地址选项。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9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 Address Lease Time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IP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地址租约时间选项。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Message Type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DHCP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消息类型。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DHCP Server Identifier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设置服务器标识。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4674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Parameter Request List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设置请求选项列表。客户端利用该选项指明需要从服务器获取哪些网络配置参数。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039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58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Rebinding Time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设置续约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T1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时间，一般是租期时间的</a:t>
                      </a:r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50%</a:t>
                      </a:r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。</a:t>
                      </a:r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3295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4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Renewal Time Value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设置续约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T2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时间。一般是租期时间的</a:t>
                      </a:r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87.5%</a:t>
                      </a:r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DF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的消息类型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88" y="1259245"/>
            <a:ext cx="11299825" cy="102675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报文通过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Options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选项中的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Type=53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来表示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的报文类型。如下图所示，当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Type=53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Length=1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Value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取值从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01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到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08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分别表示不同的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报文类型。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475545" y="3194045"/>
            <a:ext cx="3740000" cy="369332"/>
            <a:chOff x="3389988" y="3604698"/>
            <a:chExt cx="3740000" cy="369333"/>
          </a:xfrm>
          <a:solidFill>
            <a:srgbClr val="F3FBFE"/>
          </a:solidFill>
        </p:grpSpPr>
        <p:sp>
          <p:nvSpPr>
            <p:cNvPr id="3" name="文本框 2"/>
            <p:cNvSpPr txBox="1"/>
            <p:nvPr/>
          </p:nvSpPr>
          <p:spPr>
            <a:xfrm>
              <a:off x="3389988" y="3604698"/>
              <a:ext cx="1181100" cy="369332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Type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571088" y="3604698"/>
              <a:ext cx="1181100" cy="369332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Length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752188" y="3604699"/>
              <a:ext cx="1377800" cy="369332"/>
            </a:xfrm>
            <a:prstGeom prst="rect">
              <a:avLst/>
            </a:prstGeom>
            <a:grpFill/>
            <a:ln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Value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3" name="圆角矩形标注 22"/>
          <p:cNvSpPr/>
          <p:nvPr/>
        </p:nvSpPr>
        <p:spPr>
          <a:xfrm>
            <a:off x="6644491" y="2290187"/>
            <a:ext cx="2401883" cy="2917333"/>
          </a:xfrm>
          <a:prstGeom prst="wedgeRoundRectCallout">
            <a:avLst>
              <a:gd name="adj1" fmla="val -66804"/>
              <a:gd name="adj2" fmla="val -9118"/>
              <a:gd name="adj3" fmla="val 16667"/>
            </a:avLst>
          </a:prstGeom>
          <a:solidFill>
            <a:srgbClr val="F3FBFE"/>
          </a:solidFill>
          <a:ln>
            <a:solidFill>
              <a:srgbClr val="99DF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DISCOVER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OFFER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3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REQUEST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4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DECLINE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ACK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6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NAK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7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RELEASE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-DHCP INFORM</a:t>
            </a:r>
            <a:endParaRPr lang="en-US" altLang="zh-CN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475545" y="3578300"/>
            <a:ext cx="3736798" cy="281623"/>
            <a:chOff x="2324154" y="3415981"/>
            <a:chExt cx="3736798" cy="281623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2324154" y="3430904"/>
              <a:ext cx="0" cy="2667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3508402" y="3429952"/>
              <a:ext cx="0" cy="2667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4691116" y="3415981"/>
              <a:ext cx="0" cy="2667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6060952" y="3421695"/>
              <a:ext cx="0" cy="266700"/>
            </a:xfrm>
            <a:prstGeom prst="line">
              <a:avLst/>
            </a:prstGeom>
            <a:ln w="952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2324154" y="3536631"/>
              <a:ext cx="1171548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>
              <a:off x="3495702" y="3536631"/>
              <a:ext cx="119541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>
              <a:off x="4691116" y="3536631"/>
              <a:ext cx="1363486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文本框 36"/>
          <p:cNvSpPr txBox="1"/>
          <p:nvPr/>
        </p:nvSpPr>
        <p:spPr>
          <a:xfrm>
            <a:off x="2659861" y="3714701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Byte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842574" y="3703781"/>
            <a:ext cx="697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 Byte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117990" y="3714701"/>
            <a:ext cx="734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N Byte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2839143" y="2824713"/>
            <a:ext cx="444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53</a:t>
            </a:r>
            <a:endParaRPr lang="zh-CN" altLang="en-US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Options</a:t>
            </a:r>
            <a:r>
              <a:rPr lang="zh-CN" altLang="en-US" dirty="0"/>
              <a:t>自定义选项字段介绍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8317" y="1233488"/>
            <a:ext cx="11276183" cy="4679632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除了标准协议中规定的字段选项外，还有部分选项内容没有统一规定，统称为用户自定义选项，例如</a:t>
            </a:r>
            <a:r>
              <a:rPr lang="en-US" altLang="zh-CN" sz="1800" dirty="0"/>
              <a:t>Option 82</a:t>
            </a:r>
            <a:r>
              <a:rPr lang="zh-CN" altLang="en-US" sz="1800" dirty="0"/>
              <a:t>和</a:t>
            </a:r>
            <a:r>
              <a:rPr lang="en-US" altLang="zh-CN" sz="1800" dirty="0"/>
              <a:t>Option 43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lvl="1"/>
            <a:r>
              <a:rPr lang="en-US" altLang="zh-CN" sz="1600" dirty="0"/>
              <a:t>Option 82</a:t>
            </a:r>
            <a:r>
              <a:rPr lang="zh-CN" altLang="en-US" sz="1600" dirty="0"/>
              <a:t>称为中继代理信息选项。</a:t>
            </a:r>
            <a:endParaRPr lang="en-US" altLang="zh-CN" sz="1600" dirty="0"/>
          </a:p>
          <a:p>
            <a:pPr lvl="2"/>
            <a:r>
              <a:rPr lang="en-US" altLang="zh-CN" sz="1400" dirty="0"/>
              <a:t>Option 82</a:t>
            </a:r>
            <a:r>
              <a:rPr lang="zh-CN" altLang="en-US" sz="1400" dirty="0"/>
              <a:t>中可以包含最多</a:t>
            </a:r>
            <a:r>
              <a:rPr lang="en-US" altLang="zh-CN" sz="1400" dirty="0"/>
              <a:t>255</a:t>
            </a:r>
            <a:r>
              <a:rPr lang="zh-CN" altLang="en-US" sz="1400" dirty="0"/>
              <a:t>个</a:t>
            </a:r>
            <a:r>
              <a:rPr lang="en-US" altLang="zh-CN" sz="1400" dirty="0"/>
              <a:t>Sub-Option</a:t>
            </a:r>
            <a:r>
              <a:rPr lang="zh-CN" altLang="en-US" sz="1400" dirty="0"/>
              <a:t>，若定义了</a:t>
            </a:r>
            <a:r>
              <a:rPr lang="en-US" altLang="zh-CN" sz="1400" dirty="0"/>
              <a:t>Option 82</a:t>
            </a:r>
            <a:r>
              <a:rPr lang="zh-CN" altLang="en-US" sz="1400" dirty="0"/>
              <a:t>，至少要定义一个</a:t>
            </a:r>
            <a:r>
              <a:rPr lang="en-US" altLang="zh-CN" sz="1400" dirty="0"/>
              <a:t>Sub-Option</a:t>
            </a:r>
            <a:r>
              <a:rPr lang="zh-CN" altLang="en-US" sz="1400" dirty="0"/>
              <a:t>。</a:t>
            </a:r>
            <a:endParaRPr lang="en-US" altLang="zh-CN" sz="1400" dirty="0"/>
          </a:p>
          <a:p>
            <a:pPr lvl="2"/>
            <a:r>
              <a:rPr lang="en-US" altLang="zh-CN" sz="1400" dirty="0"/>
              <a:t>DHCP</a:t>
            </a:r>
            <a:r>
              <a:rPr lang="zh-CN" altLang="en-US" sz="1400" dirty="0"/>
              <a:t>中继或</a:t>
            </a:r>
            <a:r>
              <a:rPr lang="en-US" altLang="zh-CN" sz="1400" dirty="0"/>
              <a:t>DHCP Snooping</a:t>
            </a:r>
            <a:r>
              <a:rPr lang="zh-CN" altLang="en-US" sz="1400" dirty="0"/>
              <a:t>设备接收到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客户端发送给</a:t>
            </a:r>
            <a:r>
              <a:rPr lang="en-US" altLang="zh-CN" sz="1400" dirty="0"/>
              <a:t>DHCP</a:t>
            </a:r>
            <a:r>
              <a:rPr lang="zh-CN" altLang="en-US" sz="1400" dirty="0"/>
              <a:t>服务器的请求报文后，在该报文中添加</a:t>
            </a:r>
            <a:r>
              <a:rPr lang="en-US" altLang="zh-CN" sz="1400" dirty="0"/>
              <a:t>Option 82</a:t>
            </a:r>
            <a:r>
              <a:rPr lang="zh-CN" altLang="en-US" sz="1400" dirty="0"/>
              <a:t>，并转发给</a:t>
            </a:r>
            <a:r>
              <a:rPr lang="en-US" altLang="zh-CN" sz="1400" dirty="0"/>
              <a:t>DHCP</a:t>
            </a:r>
            <a:r>
              <a:rPr lang="zh-CN" altLang="en-US" sz="1400" dirty="0"/>
              <a:t>服务器。管理员可以从</a:t>
            </a:r>
            <a:r>
              <a:rPr lang="en-US" altLang="zh-CN" sz="1400" dirty="0"/>
              <a:t>Option 82</a:t>
            </a:r>
            <a:r>
              <a:rPr lang="zh-CN" altLang="en-US" sz="1400" dirty="0"/>
              <a:t>中获得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客户端的信息，例如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客户端所连接交换机端口的</a:t>
            </a:r>
            <a:r>
              <a:rPr lang="en-US" altLang="zh-CN" sz="1400" dirty="0"/>
              <a:t>VLAN ID</a:t>
            </a:r>
            <a:r>
              <a:rPr lang="zh-CN" altLang="en-US" sz="1400" dirty="0"/>
              <a:t>、二层端口号、中继设备的</a:t>
            </a:r>
            <a:r>
              <a:rPr lang="en-US" altLang="zh-CN" sz="1400" dirty="0"/>
              <a:t>MAC</a:t>
            </a:r>
            <a:r>
              <a:rPr lang="zh-CN" altLang="en-US" sz="1400" dirty="0"/>
              <a:t>地址等。</a:t>
            </a:r>
            <a:endParaRPr lang="en-US" altLang="zh-CN" sz="1400" dirty="0"/>
          </a:p>
          <a:p>
            <a:pPr lvl="1"/>
            <a:r>
              <a:rPr lang="en-US" altLang="zh-CN" sz="1600" dirty="0"/>
              <a:t>Option 43</a:t>
            </a:r>
            <a:r>
              <a:rPr lang="zh-CN" altLang="en-US" sz="1600" dirty="0"/>
              <a:t>称为厂商特定信息选项。</a:t>
            </a:r>
            <a:endParaRPr lang="en-US" altLang="zh-CN" sz="1600" dirty="0"/>
          </a:p>
          <a:p>
            <a:pPr lvl="2"/>
            <a:r>
              <a:rPr lang="en-US" altLang="zh-CN" sz="1400" dirty="0"/>
              <a:t>DHCP</a:t>
            </a:r>
            <a:r>
              <a:rPr lang="zh-CN" altLang="en-US" sz="1400" dirty="0"/>
              <a:t>服务器和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客户端通过</a:t>
            </a:r>
            <a:r>
              <a:rPr lang="en-US" altLang="zh-CN" sz="1400" dirty="0"/>
              <a:t>Option 43</a:t>
            </a:r>
            <a:r>
              <a:rPr lang="zh-CN" altLang="en-US" sz="1400" dirty="0"/>
              <a:t>交换厂商特定的信息。当</a:t>
            </a:r>
            <a:r>
              <a:rPr lang="en-US" altLang="zh-CN" sz="1400" dirty="0"/>
              <a:t>DHCP</a:t>
            </a:r>
            <a:r>
              <a:rPr lang="zh-CN" altLang="en-US" sz="1400" dirty="0"/>
              <a:t>服务器接收到请求</a:t>
            </a:r>
            <a:r>
              <a:rPr lang="en-US" altLang="zh-CN" sz="1400" dirty="0"/>
              <a:t>Option 43</a:t>
            </a:r>
            <a:r>
              <a:rPr lang="zh-CN" altLang="en-US" sz="1400" dirty="0"/>
              <a:t>信息的</a:t>
            </a:r>
            <a:r>
              <a:rPr lang="en-US" altLang="zh-CN" sz="1400" dirty="0"/>
              <a:t>DHCP</a:t>
            </a:r>
            <a:r>
              <a:rPr lang="zh-CN" altLang="en-US" sz="1400" dirty="0"/>
              <a:t>请求报文（</a:t>
            </a:r>
            <a:r>
              <a:rPr lang="en-US" altLang="zh-CN" sz="1400" dirty="0"/>
              <a:t>Option 55</a:t>
            </a:r>
            <a:r>
              <a:rPr lang="zh-CN" altLang="en-US" sz="1400" dirty="0"/>
              <a:t>中带有</a:t>
            </a:r>
            <a:r>
              <a:rPr lang="en-US" altLang="zh-CN" sz="1400" dirty="0"/>
              <a:t>Option 43</a:t>
            </a:r>
            <a:r>
              <a:rPr lang="zh-CN" altLang="en-US" sz="1400" dirty="0"/>
              <a:t>参数）后，将在回复报文中携带</a:t>
            </a:r>
            <a:r>
              <a:rPr lang="en-US" altLang="zh-CN" sz="1400" dirty="0"/>
              <a:t>Option 43</a:t>
            </a:r>
            <a:r>
              <a:rPr lang="zh-CN" altLang="en-US" sz="1400" dirty="0"/>
              <a:t>，为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客户端分配厂商指定的信息。</a:t>
            </a:r>
            <a:endParaRPr lang="en-US" altLang="zh-CN" sz="1400" dirty="0"/>
          </a:p>
          <a:p>
            <a:pPr lvl="2"/>
            <a:r>
              <a:rPr lang="zh-CN" altLang="en-US" sz="1400" dirty="0"/>
              <a:t>在</a:t>
            </a:r>
            <a:r>
              <a:rPr lang="en-US" altLang="zh-CN" sz="1400" dirty="0"/>
              <a:t>WLAN</a:t>
            </a:r>
            <a:r>
              <a:rPr lang="zh-CN" altLang="en-US" sz="1400" dirty="0"/>
              <a:t>组网中，</a:t>
            </a:r>
            <a:r>
              <a:rPr lang="en-US" altLang="zh-CN" sz="1400" dirty="0"/>
              <a:t>AP</a:t>
            </a:r>
            <a:r>
              <a:rPr lang="zh-CN" altLang="en-US" sz="1400" dirty="0"/>
              <a:t>作为</a:t>
            </a:r>
            <a:r>
              <a:rPr lang="en-US" altLang="zh-CN" sz="1400" dirty="0"/>
              <a:t>DHCP</a:t>
            </a:r>
            <a:r>
              <a:rPr lang="zh-CN" altLang="en-US" sz="1400" dirty="0"/>
              <a:t>客户端，</a:t>
            </a:r>
            <a:r>
              <a:rPr lang="en-US" altLang="zh-CN" sz="1400" dirty="0"/>
              <a:t>DHCP</a:t>
            </a:r>
            <a:r>
              <a:rPr lang="zh-CN" altLang="en-US" sz="1400" dirty="0"/>
              <a:t>服务器可以为</a:t>
            </a:r>
            <a:r>
              <a:rPr lang="en-US" altLang="zh-CN" sz="1400" dirty="0"/>
              <a:t>AP</a:t>
            </a:r>
            <a:r>
              <a:rPr lang="zh-CN" altLang="en-US" sz="1400" dirty="0"/>
              <a:t>指定</a:t>
            </a:r>
            <a:r>
              <a:rPr lang="en-US" altLang="zh-CN" sz="1400" dirty="0"/>
              <a:t>AC</a:t>
            </a:r>
            <a:r>
              <a:rPr lang="zh-CN" altLang="en-US" sz="1400" dirty="0"/>
              <a:t>的</a:t>
            </a:r>
            <a:r>
              <a:rPr lang="en-US" altLang="zh-CN" sz="1400" dirty="0"/>
              <a:t>IP</a:t>
            </a:r>
            <a:r>
              <a:rPr lang="zh-CN" altLang="en-US" sz="1400" dirty="0"/>
              <a:t>地址，以方便</a:t>
            </a:r>
            <a:r>
              <a:rPr lang="en-US" altLang="zh-CN" sz="1400" dirty="0"/>
              <a:t>AP</a:t>
            </a:r>
            <a:r>
              <a:rPr lang="zh-CN" altLang="en-US" sz="1400" dirty="0"/>
              <a:t>与</a:t>
            </a:r>
            <a:r>
              <a:rPr lang="en-US" altLang="zh-CN" sz="1400" dirty="0"/>
              <a:t>AC</a:t>
            </a:r>
            <a:r>
              <a:rPr lang="zh-CN" altLang="en-US" sz="1400" dirty="0"/>
              <a:t>建立连接。</a:t>
            </a:r>
            <a:endParaRPr lang="zh-CN" altLang="en-US" sz="1400" dirty="0"/>
          </a:p>
          <a:p>
            <a:pPr lvl="1"/>
            <a:endParaRPr lang="zh-CN" alt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 43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应用举例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8317" y="1233487"/>
            <a:ext cx="11276183" cy="2698221"/>
          </a:xfrm>
        </p:spPr>
        <p:txBody>
          <a:bodyPr/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WLAN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三层组网中，当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上线时，需要获取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地址，并与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之间建立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CAPWAP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服务器分配，当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地址与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不在同一个广播域，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无法通过广播的方式获取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地址，则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CAPWAP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隧道无法建立成功。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 43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选项字段获取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地址，当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地址后，可以进一步完成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CAPWAP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隧道的建立，从而实现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上线。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508057" y="3793286"/>
            <a:ext cx="4987029" cy="1336982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1AABE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<a:noAutofit/>
          </a:bodyPr>
          <a:lstStyle/>
          <a:p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地址是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10.23.101.2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所在网络的网关地址为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10.23.100.1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，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通过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的方式从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地址池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Huawei1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中获取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服务器通过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 43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选项字段向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通告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AC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kern="0" dirty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600" kern="0" dirty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569978" y="3325638"/>
            <a:ext cx="3762581" cy="2786449"/>
            <a:chOff x="1391463" y="3588704"/>
            <a:chExt cx="3762581" cy="2786449"/>
          </a:xfrm>
        </p:grpSpPr>
        <p:sp>
          <p:nvSpPr>
            <p:cNvPr id="24" name="圆角矩形 23"/>
            <p:cNvSpPr/>
            <p:nvPr/>
          </p:nvSpPr>
          <p:spPr>
            <a:xfrm>
              <a:off x="1391463" y="5615185"/>
              <a:ext cx="3757175" cy="759968"/>
            </a:xfrm>
            <a:prstGeom prst="roundRect">
              <a:avLst>
                <a:gd name="adj" fmla="val 15000"/>
              </a:avLst>
            </a:prstGeom>
            <a:solidFill>
              <a:srgbClr val="F3FBFE"/>
            </a:solidFill>
            <a:ln w="12700" cap="flat" cmpd="sng" algn="ctr">
              <a:solidFill>
                <a:srgbClr val="99DFF9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600" kern="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Client</a:t>
              </a:r>
              <a:endParaRPr lang="en-US" altLang="zh-CN" sz="1600" kern="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pPr algn="ctr"/>
              <a:r>
                <a:rPr lang="en-US" altLang="zh-CN" sz="1600" kern="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10.23.100.0/24</a:t>
              </a:r>
              <a:endParaRPr lang="zh-CN" altLang="en-US" sz="1600" kern="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1492550" y="3588704"/>
              <a:ext cx="3661494" cy="2720146"/>
              <a:chOff x="1145078" y="3230233"/>
              <a:chExt cx="3661494" cy="2720146"/>
            </a:xfrm>
          </p:grpSpPr>
          <p:pic>
            <p:nvPicPr>
              <p:cNvPr id="5" name="图片 4"/>
              <p:cNvPicPr/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50345" y="5507579"/>
                <a:ext cx="540000" cy="442800"/>
              </a:xfrm>
              <a:prstGeom prst="rect">
                <a:avLst/>
              </a:prstGeom>
            </p:spPr>
          </p:pic>
          <p:pic>
            <p:nvPicPr>
              <p:cNvPr id="6" name="图片 5" descr="AC-蓝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705825" y="3230233"/>
                <a:ext cx="540000" cy="441818"/>
              </a:xfrm>
              <a:prstGeom prst="rect">
                <a:avLst/>
              </a:prstGeom>
            </p:spPr>
          </p:pic>
          <p:pic>
            <p:nvPicPr>
              <p:cNvPr id="7" name="图片 6"/>
              <p:cNvPicPr/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61305" y="5507579"/>
                <a:ext cx="540000" cy="442800"/>
              </a:xfrm>
              <a:prstGeom prst="rect">
                <a:avLst/>
              </a:prstGeom>
            </p:spPr>
          </p:pic>
          <p:cxnSp>
            <p:nvCxnSpPr>
              <p:cNvPr id="9" name="直接连接符 8"/>
              <p:cNvCxnSpPr>
                <a:stCxn id="6" idx="2"/>
                <a:endCxn id="4" idx="0"/>
              </p:cNvCxnSpPr>
              <p:nvPr/>
            </p:nvCxnSpPr>
            <p:spPr>
              <a:xfrm>
                <a:off x="2975825" y="3672051"/>
                <a:ext cx="0" cy="45282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/>
              <p:cNvCxnSpPr>
                <a:endCxn id="5" idx="0"/>
              </p:cNvCxnSpPr>
              <p:nvPr/>
            </p:nvCxnSpPr>
            <p:spPr>
              <a:xfrm flipH="1">
                <a:off x="1920345" y="4309698"/>
                <a:ext cx="1055480" cy="11978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>
                <a:endCxn id="7" idx="0"/>
              </p:cNvCxnSpPr>
              <p:nvPr/>
            </p:nvCxnSpPr>
            <p:spPr>
              <a:xfrm>
                <a:off x="2975825" y="4309698"/>
                <a:ext cx="1055480" cy="119788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" name="图片 3"/>
              <p:cNvPicPr/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5825" y="4124874"/>
                <a:ext cx="540000" cy="442800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2295135" y="3280927"/>
                <a:ext cx="41069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AC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2272693" y="4192385"/>
                <a:ext cx="4555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SW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145078" y="5544313"/>
                <a:ext cx="5052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AP1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4301305" y="5544313"/>
                <a:ext cx="5052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AP2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3555767" y="3737593"/>
              <a:ext cx="13692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IP: 10.23.101.2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570195" y="4440811"/>
              <a:ext cx="153118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Server</a:t>
              </a:r>
              <a:endPara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  <a:p>
              <a:r>
                <a:rPr lang="en-US" altLang="zh-CN" sz="1400" dirty="0">
                  <a:solidFill>
                    <a:schemeClr val="bg1">
                      <a:lumMod val="50000"/>
                    </a:schemeClr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ip pool Huawei1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6" name="Freeform 9"/>
          <p:cNvSpPr/>
          <p:nvPr/>
        </p:nvSpPr>
        <p:spPr bwMode="auto">
          <a:xfrm rot="9797111">
            <a:off x="2412335" y="4636008"/>
            <a:ext cx="910570" cy="612269"/>
          </a:xfrm>
          <a:custGeom>
            <a:avLst/>
            <a:gdLst>
              <a:gd name="T0" fmla="*/ 30278 w 32079"/>
              <a:gd name="T1" fmla="*/ 4424 h 15622"/>
              <a:gd name="T2" fmla="*/ 2783 w 32079"/>
              <a:gd name="T3" fmla="*/ 15622 h 15622"/>
              <a:gd name="T4" fmla="*/ 0 w 32079"/>
              <a:gd name="T5" fmla="*/ 15523 h 15622"/>
              <a:gd name="T6" fmla="*/ 26897 w 32079"/>
              <a:gd name="T7" fmla="*/ 2112 h 15622"/>
              <a:gd name="T8" fmla="*/ 25060 w 32079"/>
              <a:gd name="T9" fmla="*/ 856 h 15622"/>
              <a:gd name="T10" fmla="*/ 27928 w 32079"/>
              <a:gd name="T11" fmla="*/ 428 h 15622"/>
              <a:gd name="T12" fmla="*/ 30796 w 32079"/>
              <a:gd name="T13" fmla="*/ 0 h 15622"/>
              <a:gd name="T14" fmla="*/ 31438 w 32079"/>
              <a:gd name="T15" fmla="*/ 2828 h 15622"/>
              <a:gd name="T16" fmla="*/ 32079 w 32079"/>
              <a:gd name="T17" fmla="*/ 5656 h 15622"/>
              <a:gd name="T18" fmla="*/ 30278 w 32079"/>
              <a:gd name="T19" fmla="*/ 4424 h 156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079" h="15622">
                <a:moveTo>
                  <a:pt x="30278" y="4424"/>
                </a:moveTo>
                <a:cubicBezTo>
                  <a:pt x="23182" y="11352"/>
                  <a:pt x="13481" y="15622"/>
                  <a:pt x="2783" y="15622"/>
                </a:cubicBezTo>
                <a:cubicBezTo>
                  <a:pt x="1847" y="15622"/>
                  <a:pt x="920" y="15587"/>
                  <a:pt x="0" y="15523"/>
                </a:cubicBezTo>
                <a:cubicBezTo>
                  <a:pt x="10716" y="14774"/>
                  <a:pt x="20250" y="9734"/>
                  <a:pt x="26897" y="2112"/>
                </a:cubicBezTo>
                <a:lnTo>
                  <a:pt x="25060" y="856"/>
                </a:lnTo>
                <a:lnTo>
                  <a:pt x="27928" y="428"/>
                </a:lnTo>
                <a:lnTo>
                  <a:pt x="30796" y="0"/>
                </a:lnTo>
                <a:lnTo>
                  <a:pt x="31438" y="2828"/>
                </a:lnTo>
                <a:lnTo>
                  <a:pt x="32079" y="5656"/>
                </a:lnTo>
                <a:lnTo>
                  <a:pt x="30278" y="4424"/>
                </a:lnTo>
                <a:close/>
              </a:path>
            </a:pathLst>
          </a:custGeom>
          <a:gradFill>
            <a:gsLst>
              <a:gs pos="100000">
                <a:schemeClr val="bg2"/>
              </a:gs>
              <a:gs pos="31000">
                <a:schemeClr val="tx2"/>
              </a:gs>
            </a:gsLst>
            <a:lin ang="16200000" scaled="1"/>
          </a:gradFill>
          <a:ln w="19050" cap="flat" cmpd="sng">
            <a:gradFill>
              <a:gsLst>
                <a:gs pos="0">
                  <a:schemeClr val="bg2">
                    <a:alpha val="40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98499" y="4557274"/>
            <a:ext cx="1552953" cy="446275"/>
          </a:xfrm>
          <a:prstGeom prst="rect">
            <a:avLst/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algn="ctr">
              <a:defRPr sz="1600" kern="0">
                <a:solidFill>
                  <a:srgbClr val="1D1D1A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r>
              <a:rPr lang="en-US" altLang="zh-CN" sz="1400" dirty="0"/>
              <a:t>Option 43 </a:t>
            </a:r>
            <a:endParaRPr lang="en-US" altLang="zh-CN" sz="1400" dirty="0"/>
          </a:p>
          <a:p>
            <a:r>
              <a:rPr lang="en-US" altLang="zh-CN" sz="1400" dirty="0"/>
              <a:t>AC IP:</a:t>
            </a:r>
            <a:r>
              <a:rPr lang="en-US" altLang="zh-CN" sz="1400" dirty="0">
                <a:sym typeface="Huawei Sans" panose="020C0503030203020204" pitchFamily="34" charset="0"/>
              </a:rPr>
              <a:t> 10.23.101.2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地址续租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8" name="文本占位符 27"/>
          <p:cNvSpPr>
            <a:spLocks noGrp="1"/>
          </p:cNvSpPr>
          <p:nvPr>
            <p:ph type="body" sz="quarter" idx="10"/>
          </p:nvPr>
        </p:nvSpPr>
        <p:spPr>
          <a:xfrm>
            <a:off x="6094610" y="1788702"/>
            <a:ext cx="5641232" cy="4016830"/>
          </a:xfrm>
        </p:spPr>
        <p:txBody>
          <a:bodyPr/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当租期达到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50%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）时，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客户端会自动以单播的方式向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服务器发送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报文，请求更新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地址租期。如果收到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服务器回应的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报文，则租期更新成功。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当租期达到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87.5%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T2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）时，如果仍未收到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服务器的应答，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客户端会自动以广播的方式向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服务器发送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报文，请求更新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地址租期。如果收到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服务器回应的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报文，则租期更新成功。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如果租期时间到时都没有收到服务器的回应，客户端停止使用此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地址，重新发送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报文请求新的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99938" y="2198913"/>
            <a:ext cx="4691203" cy="3526371"/>
            <a:chOff x="1008932" y="1747380"/>
            <a:chExt cx="4691203" cy="3526371"/>
          </a:xfrm>
        </p:grpSpPr>
        <p:grpSp>
          <p:nvGrpSpPr>
            <p:cNvPr id="3" name="组合 2"/>
            <p:cNvGrpSpPr/>
            <p:nvPr/>
          </p:nvGrpSpPr>
          <p:grpSpPr>
            <a:xfrm>
              <a:off x="1085139" y="1747380"/>
              <a:ext cx="4614996" cy="3526371"/>
              <a:chOff x="547688" y="1704169"/>
              <a:chExt cx="4614996" cy="3526371"/>
            </a:xfrm>
          </p:grpSpPr>
          <p:pic>
            <p:nvPicPr>
              <p:cNvPr id="5" name="图片 4" descr="通用交换机.png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391765" y="1971246"/>
                <a:ext cx="540000" cy="441818"/>
              </a:xfrm>
              <a:prstGeom prst="rect">
                <a:avLst/>
              </a:prstGeom>
            </p:spPr>
          </p:pic>
          <p:pic>
            <p:nvPicPr>
              <p:cNvPr id="6" name="图片 5" descr="PC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756583" y="1989141"/>
                <a:ext cx="539063" cy="414000"/>
              </a:xfrm>
              <a:prstGeom prst="rect">
                <a:avLst/>
              </a:prstGeom>
            </p:spPr>
          </p:pic>
          <p:cxnSp>
            <p:nvCxnSpPr>
              <p:cNvPr id="7" name="直接连接符 6"/>
              <p:cNvCxnSpPr>
                <a:stCxn id="6" idx="3"/>
                <a:endCxn id="5" idx="1"/>
              </p:cNvCxnSpPr>
              <p:nvPr/>
            </p:nvCxnSpPr>
            <p:spPr>
              <a:xfrm flipV="1">
                <a:off x="1295646" y="2192155"/>
                <a:ext cx="3096119" cy="3986"/>
              </a:xfrm>
              <a:prstGeom prst="line">
                <a:avLst/>
              </a:prstGeom>
              <a:ln w="19050">
                <a:solidFill>
                  <a:srgbClr val="15151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/>
              <p:cNvCxnSpPr/>
              <p:nvPr/>
            </p:nvCxnSpPr>
            <p:spPr>
              <a:xfrm>
                <a:off x="978688" y="2403141"/>
                <a:ext cx="11315" cy="2817476"/>
              </a:xfrm>
              <a:prstGeom prst="line">
                <a:avLst/>
              </a:prstGeom>
              <a:ln w="19050">
                <a:solidFill>
                  <a:srgbClr val="15151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4666656" y="2413064"/>
                <a:ext cx="0" cy="2817476"/>
              </a:xfrm>
              <a:prstGeom prst="line">
                <a:avLst/>
              </a:prstGeom>
              <a:ln w="19050">
                <a:solidFill>
                  <a:srgbClr val="15151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/>
              <p:nvPr/>
            </p:nvCxnSpPr>
            <p:spPr>
              <a:xfrm>
                <a:off x="1276175" y="3485276"/>
                <a:ext cx="2880000" cy="0"/>
              </a:xfrm>
              <a:prstGeom prst="straightConnector1">
                <a:avLst/>
              </a:prstGeom>
              <a:ln w="19050">
                <a:solidFill>
                  <a:srgbClr val="15151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/>
              <p:cNvCxnSpPr/>
              <p:nvPr/>
            </p:nvCxnSpPr>
            <p:spPr>
              <a:xfrm>
                <a:off x="1276176" y="4716043"/>
                <a:ext cx="2880000" cy="0"/>
              </a:xfrm>
              <a:prstGeom prst="straightConnector1">
                <a:avLst/>
              </a:prstGeom>
              <a:ln w="19050">
                <a:solidFill>
                  <a:srgbClr val="15151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本框 17"/>
              <p:cNvSpPr txBox="1"/>
              <p:nvPr/>
            </p:nvSpPr>
            <p:spPr>
              <a:xfrm>
                <a:off x="1203602" y="3143822"/>
                <a:ext cx="310854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客户端单播发送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DHCP REQUEST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报文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1214917" y="4350569"/>
                <a:ext cx="3108543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客户端广播发送</a:t>
                </a:r>
                <a:r>
                  <a:rPr lang="en-US" altLang="zh-CN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DHCP REQUEST</a:t>
                </a:r>
                <a:r>
                  <a:rPr lang="zh-CN" altLang="en-US" sz="14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报文</a:t>
                </a:r>
                <a:endPara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547688" y="1751010"/>
                <a:ext cx="104708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DHCP Client</a:t>
                </a:r>
                <a:endPara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" name="文本框 22"/>
              <p:cNvSpPr txBox="1"/>
              <p:nvPr/>
            </p:nvSpPr>
            <p:spPr>
              <a:xfrm>
                <a:off x="4081939" y="1704169"/>
                <a:ext cx="108074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DHCP Server</a:t>
                </a:r>
                <a:endParaRPr lang="zh-CN" alt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grpSp>
            <p:nvGrpSpPr>
              <p:cNvPr id="24" name="组合 23"/>
              <p:cNvGrpSpPr/>
              <p:nvPr/>
            </p:nvGrpSpPr>
            <p:grpSpPr>
              <a:xfrm>
                <a:off x="2346508" y="1811792"/>
                <a:ext cx="988561" cy="516749"/>
                <a:chOff x="8133063" y="1699504"/>
                <a:chExt cx="751638" cy="392903"/>
              </a:xfrm>
            </p:grpSpPr>
            <p:sp>
              <p:nvSpPr>
                <p:cNvPr id="25" name="Freeform 159"/>
                <p:cNvSpPr/>
                <p:nvPr/>
              </p:nvSpPr>
              <p:spPr>
                <a:xfrm flipH="1">
                  <a:off x="8133063" y="1699504"/>
                  <a:ext cx="751638" cy="392903"/>
                </a:xfrm>
                <a:custGeom>
                  <a:avLst/>
                  <a:gdLst>
                    <a:gd name="connsiteX0" fmla="*/ 2693983 w 4431601"/>
                    <a:gd name="connsiteY0" fmla="*/ 0 h 2316519"/>
                    <a:gd name="connsiteX1" fmla="*/ 1918242 w 4431601"/>
                    <a:gd name="connsiteY1" fmla="*/ 324162 h 2316519"/>
                    <a:gd name="connsiteX2" fmla="*/ 1859647 w 4431601"/>
                    <a:gd name="connsiteY2" fmla="*/ 395807 h 2316519"/>
                    <a:gd name="connsiteX3" fmla="*/ 1815580 w 4431601"/>
                    <a:gd name="connsiteY3" fmla="*/ 362462 h 2316519"/>
                    <a:gd name="connsiteX4" fmla="*/ 1347603 w 4431601"/>
                    <a:gd name="connsiteY4" fmla="*/ 231362 h 2316519"/>
                    <a:gd name="connsiteX5" fmla="*/ 527605 w 4431601"/>
                    <a:gd name="connsiteY5" fmla="*/ 844290 h 2316519"/>
                    <a:gd name="connsiteX6" fmla="*/ 523639 w 4431601"/>
                    <a:gd name="connsiteY6" fmla="*/ 880372 h 2316519"/>
                    <a:gd name="connsiteX7" fmla="*/ 444716 w 4431601"/>
                    <a:gd name="connsiteY7" fmla="*/ 905088 h 2316519"/>
                    <a:gd name="connsiteX8" fmla="*/ 0 w 4431601"/>
                    <a:gd name="connsiteY8" fmla="*/ 1581940 h 2316519"/>
                    <a:gd name="connsiteX9" fmla="*/ 653694 w 4431601"/>
                    <a:gd name="connsiteY9" fmla="*/ 2312727 h 2316519"/>
                    <a:gd name="connsiteX10" fmla="*/ 653931 w 4431601"/>
                    <a:gd name="connsiteY10" fmla="*/ 2312739 h 2316519"/>
                    <a:gd name="connsiteX11" fmla="*/ 653931 w 4431601"/>
                    <a:gd name="connsiteY11" fmla="*/ 2316518 h 2316519"/>
                    <a:gd name="connsiteX12" fmla="*/ 728123 w 4431601"/>
                    <a:gd name="connsiteY12" fmla="*/ 2316518 h 2316519"/>
                    <a:gd name="connsiteX13" fmla="*/ 728142 w 4431601"/>
                    <a:gd name="connsiteY13" fmla="*/ 2316519 h 2316519"/>
                    <a:gd name="connsiteX14" fmla="*/ 728162 w 4431601"/>
                    <a:gd name="connsiteY14" fmla="*/ 2316518 h 2316519"/>
                    <a:gd name="connsiteX15" fmla="*/ 3745239 w 4431601"/>
                    <a:gd name="connsiteY15" fmla="*/ 2316518 h 2316519"/>
                    <a:gd name="connsiteX16" fmla="*/ 3745249 w 4431601"/>
                    <a:gd name="connsiteY16" fmla="*/ 2316519 h 2316519"/>
                    <a:gd name="connsiteX17" fmla="*/ 3745259 w 4431601"/>
                    <a:gd name="connsiteY17" fmla="*/ 2316518 h 2316519"/>
                    <a:gd name="connsiteX18" fmla="*/ 3788771 w 4431601"/>
                    <a:gd name="connsiteY18" fmla="*/ 2316518 h 2316519"/>
                    <a:gd name="connsiteX19" fmla="*/ 3788771 w 4431601"/>
                    <a:gd name="connsiteY19" fmla="*/ 2312093 h 2316519"/>
                    <a:gd name="connsiteX20" fmla="*/ 3883573 w 4431601"/>
                    <a:gd name="connsiteY20" fmla="*/ 2302452 h 2316519"/>
                    <a:gd name="connsiteX21" fmla="*/ 4431601 w 4431601"/>
                    <a:gd name="connsiteY21" fmla="*/ 1624103 h 2316519"/>
                    <a:gd name="connsiteX22" fmla="*/ 3883573 w 4431601"/>
                    <a:gd name="connsiteY22" fmla="*/ 945754 h 2316519"/>
                    <a:gd name="connsiteX23" fmla="*/ 3773844 w 4431601"/>
                    <a:gd name="connsiteY23" fmla="*/ 934595 h 2316519"/>
                    <a:gd name="connsiteX24" fmla="*/ 3768759 w 4431601"/>
                    <a:gd name="connsiteY24" fmla="*/ 883707 h 2316519"/>
                    <a:gd name="connsiteX25" fmla="*/ 2693983 w 4431601"/>
                    <a:gd name="connsiteY25" fmla="*/ 0 h 23165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431601" h="2316519">
                      <a:moveTo>
                        <a:pt x="2693983" y="0"/>
                      </a:moveTo>
                      <a:cubicBezTo>
                        <a:pt x="2391037" y="0"/>
                        <a:pt x="2116771" y="123878"/>
                        <a:pt x="1918242" y="324162"/>
                      </a:cubicBezTo>
                      <a:lnTo>
                        <a:pt x="1859647" y="395807"/>
                      </a:lnTo>
                      <a:lnTo>
                        <a:pt x="1815580" y="362462"/>
                      </a:lnTo>
                      <a:cubicBezTo>
                        <a:pt x="1681993" y="279692"/>
                        <a:pt x="1520952" y="231362"/>
                        <a:pt x="1347603" y="231362"/>
                      </a:cubicBezTo>
                      <a:cubicBezTo>
                        <a:pt x="943122" y="231362"/>
                        <a:pt x="605652" y="494493"/>
                        <a:pt x="527605" y="844290"/>
                      </a:cubicBezTo>
                      <a:lnTo>
                        <a:pt x="523639" y="880372"/>
                      </a:lnTo>
                      <a:lnTo>
                        <a:pt x="444716" y="905088"/>
                      </a:lnTo>
                      <a:cubicBezTo>
                        <a:pt x="183375" y="1016603"/>
                        <a:pt x="0" y="1277667"/>
                        <a:pt x="0" y="1581940"/>
                      </a:cubicBezTo>
                      <a:cubicBezTo>
                        <a:pt x="0" y="1962281"/>
                        <a:pt x="286523" y="2275109"/>
                        <a:pt x="653694" y="2312727"/>
                      </a:cubicBezTo>
                      <a:lnTo>
                        <a:pt x="653931" y="2312739"/>
                      </a:lnTo>
                      <a:lnTo>
                        <a:pt x="653931" y="2316518"/>
                      </a:lnTo>
                      <a:lnTo>
                        <a:pt x="728123" y="2316518"/>
                      </a:lnTo>
                      <a:lnTo>
                        <a:pt x="728142" y="2316519"/>
                      </a:lnTo>
                      <a:lnTo>
                        <a:pt x="728162" y="2316518"/>
                      </a:lnTo>
                      <a:lnTo>
                        <a:pt x="3745239" y="2316518"/>
                      </a:lnTo>
                      <a:lnTo>
                        <a:pt x="3745249" y="2316519"/>
                      </a:lnTo>
                      <a:lnTo>
                        <a:pt x="3745259" y="2316518"/>
                      </a:lnTo>
                      <a:lnTo>
                        <a:pt x="3788771" y="2316518"/>
                      </a:lnTo>
                      <a:lnTo>
                        <a:pt x="3788771" y="2312093"/>
                      </a:lnTo>
                      <a:lnTo>
                        <a:pt x="3883573" y="2302452"/>
                      </a:lnTo>
                      <a:cubicBezTo>
                        <a:pt x="4196332" y="2237887"/>
                        <a:pt x="4431601" y="1958713"/>
                        <a:pt x="4431601" y="1624103"/>
                      </a:cubicBezTo>
                      <a:cubicBezTo>
                        <a:pt x="4431601" y="1289493"/>
                        <a:pt x="4196332" y="1010319"/>
                        <a:pt x="3883573" y="945754"/>
                      </a:cubicBezTo>
                      <a:lnTo>
                        <a:pt x="3773844" y="934595"/>
                      </a:lnTo>
                      <a:lnTo>
                        <a:pt x="3768759" y="883707"/>
                      </a:lnTo>
                      <a:cubicBezTo>
                        <a:pt x="3666462" y="379376"/>
                        <a:pt x="3224139" y="0"/>
                        <a:pt x="269398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8146161" y="1861453"/>
                  <a:ext cx="725442" cy="21061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二层广播域</a:t>
                  </a:r>
                  <a:endParaRPr 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</p:grpSp>
        <p:sp>
          <p:nvSpPr>
            <p:cNvPr id="2" name="文本框 1"/>
            <p:cNvSpPr txBox="1"/>
            <p:nvPr/>
          </p:nvSpPr>
          <p:spPr>
            <a:xfrm>
              <a:off x="1010993" y="3357872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T1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08932" y="4574588"/>
              <a:ext cx="4443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T2</a:t>
              </a:r>
              <a:endPara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375257" y="5923140"/>
            <a:ext cx="5690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思考：为什么每次电脑被分配的</a:t>
            </a:r>
            <a:r>
              <a:rPr lang="en-US" altLang="zh-CN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地址都是同一个呢？</a:t>
            </a:r>
            <a:endParaRPr lang="zh-CN" altLang="en-US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46088" y="1229191"/>
            <a:ext cx="7459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DHCP</a:t>
            </a:r>
            <a:r>
              <a:rPr lang="zh-CN" altLang="en-US" dirty="0"/>
              <a:t>客户端根据</a:t>
            </a:r>
            <a:r>
              <a:rPr lang="en-US" altLang="zh-CN" dirty="0"/>
              <a:t>IP</a:t>
            </a:r>
            <a:r>
              <a:rPr lang="zh-CN" altLang="en-US" dirty="0"/>
              <a:t>地址的剩余租期的不同而产生不同形式的续租请求。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客户端重用曾经使用过的地址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6096000" y="2104477"/>
            <a:ext cx="5671936" cy="404719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选择阶段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695325" lvl="1" indent="-342900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客户端广播发送包含前一次分配的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报文，报文中的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Option 50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（请求的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地址选项）字段填入曾经使用过的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确认阶段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服务器收到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报文后，根据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报文中携带的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地址来查找有没有相应的</a:t>
            </a:r>
            <a:r>
              <a:rPr lang="zh-CN" altLang="en-US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租约记录。如果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有则返回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报文，通知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客户端可以继续使用这个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地址，如果没有租约记录，则不响应。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64493" y="2242269"/>
            <a:ext cx="4614996" cy="4010940"/>
            <a:chOff x="547688" y="1704169"/>
            <a:chExt cx="4614996" cy="4010940"/>
          </a:xfrm>
        </p:grpSpPr>
        <p:pic>
          <p:nvPicPr>
            <p:cNvPr id="8" name="图片 7" descr="通用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391765" y="1971246"/>
              <a:ext cx="540000" cy="441818"/>
            </a:xfrm>
            <a:prstGeom prst="rect">
              <a:avLst/>
            </a:prstGeom>
          </p:spPr>
        </p:pic>
        <p:pic>
          <p:nvPicPr>
            <p:cNvPr id="9" name="图片 8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6583" y="1982791"/>
              <a:ext cx="539063" cy="414000"/>
            </a:xfrm>
            <a:prstGeom prst="rect">
              <a:avLst/>
            </a:prstGeom>
          </p:spPr>
        </p:pic>
        <p:cxnSp>
          <p:nvCxnSpPr>
            <p:cNvPr id="10" name="直接连接符 9"/>
            <p:cNvCxnSpPr>
              <a:stCxn id="9" idx="3"/>
              <a:endCxn id="8" idx="1"/>
            </p:cNvCxnSpPr>
            <p:nvPr/>
          </p:nvCxnSpPr>
          <p:spPr>
            <a:xfrm>
              <a:off x="1295646" y="2189791"/>
              <a:ext cx="3096119" cy="2364"/>
            </a:xfrm>
            <a:prstGeom prst="line">
              <a:avLst/>
            </a:prstGeom>
            <a:ln w="19050">
              <a:solidFill>
                <a:srgbClr val="1515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954048" y="2390074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695687" y="2403141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>
              <a:off x="1151765" y="3485276"/>
              <a:ext cx="3240000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1151765" y="4716043"/>
              <a:ext cx="3240000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547688" y="1751010"/>
              <a:ext cx="10470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Client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081939" y="1704169"/>
              <a:ext cx="10807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Server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346508" y="1811792"/>
              <a:ext cx="988561" cy="516749"/>
              <a:chOff x="8133063" y="1699504"/>
              <a:chExt cx="751638" cy="392903"/>
            </a:xfrm>
          </p:grpSpPr>
          <p:sp>
            <p:nvSpPr>
              <p:cNvPr id="20" name="Freeform 159"/>
              <p:cNvSpPr/>
              <p:nvPr/>
            </p:nvSpPr>
            <p:spPr>
              <a:xfrm flipH="1">
                <a:off x="8133063" y="1699504"/>
                <a:ext cx="751638" cy="392903"/>
              </a:xfrm>
              <a:custGeom>
                <a:avLst/>
                <a:gdLst>
                  <a:gd name="connsiteX0" fmla="*/ 2693983 w 4431601"/>
                  <a:gd name="connsiteY0" fmla="*/ 0 h 2316519"/>
                  <a:gd name="connsiteX1" fmla="*/ 1918242 w 4431601"/>
                  <a:gd name="connsiteY1" fmla="*/ 324162 h 2316519"/>
                  <a:gd name="connsiteX2" fmla="*/ 1859647 w 4431601"/>
                  <a:gd name="connsiteY2" fmla="*/ 395807 h 2316519"/>
                  <a:gd name="connsiteX3" fmla="*/ 1815580 w 4431601"/>
                  <a:gd name="connsiteY3" fmla="*/ 362462 h 2316519"/>
                  <a:gd name="connsiteX4" fmla="*/ 1347603 w 4431601"/>
                  <a:gd name="connsiteY4" fmla="*/ 231362 h 2316519"/>
                  <a:gd name="connsiteX5" fmla="*/ 527605 w 4431601"/>
                  <a:gd name="connsiteY5" fmla="*/ 844290 h 2316519"/>
                  <a:gd name="connsiteX6" fmla="*/ 523639 w 4431601"/>
                  <a:gd name="connsiteY6" fmla="*/ 880372 h 2316519"/>
                  <a:gd name="connsiteX7" fmla="*/ 444716 w 4431601"/>
                  <a:gd name="connsiteY7" fmla="*/ 905088 h 2316519"/>
                  <a:gd name="connsiteX8" fmla="*/ 0 w 4431601"/>
                  <a:gd name="connsiteY8" fmla="*/ 1581940 h 2316519"/>
                  <a:gd name="connsiteX9" fmla="*/ 653694 w 4431601"/>
                  <a:gd name="connsiteY9" fmla="*/ 2312727 h 2316519"/>
                  <a:gd name="connsiteX10" fmla="*/ 653931 w 4431601"/>
                  <a:gd name="connsiteY10" fmla="*/ 2312739 h 2316519"/>
                  <a:gd name="connsiteX11" fmla="*/ 653931 w 4431601"/>
                  <a:gd name="connsiteY11" fmla="*/ 2316518 h 2316519"/>
                  <a:gd name="connsiteX12" fmla="*/ 728123 w 4431601"/>
                  <a:gd name="connsiteY12" fmla="*/ 2316518 h 2316519"/>
                  <a:gd name="connsiteX13" fmla="*/ 728142 w 4431601"/>
                  <a:gd name="connsiteY13" fmla="*/ 2316519 h 2316519"/>
                  <a:gd name="connsiteX14" fmla="*/ 728162 w 4431601"/>
                  <a:gd name="connsiteY14" fmla="*/ 2316518 h 2316519"/>
                  <a:gd name="connsiteX15" fmla="*/ 3745239 w 4431601"/>
                  <a:gd name="connsiteY15" fmla="*/ 2316518 h 2316519"/>
                  <a:gd name="connsiteX16" fmla="*/ 3745249 w 4431601"/>
                  <a:gd name="connsiteY16" fmla="*/ 2316519 h 2316519"/>
                  <a:gd name="connsiteX17" fmla="*/ 3745259 w 4431601"/>
                  <a:gd name="connsiteY17" fmla="*/ 2316518 h 2316519"/>
                  <a:gd name="connsiteX18" fmla="*/ 3788771 w 4431601"/>
                  <a:gd name="connsiteY18" fmla="*/ 2316518 h 2316519"/>
                  <a:gd name="connsiteX19" fmla="*/ 3788771 w 4431601"/>
                  <a:gd name="connsiteY19" fmla="*/ 2312093 h 2316519"/>
                  <a:gd name="connsiteX20" fmla="*/ 3883573 w 4431601"/>
                  <a:gd name="connsiteY20" fmla="*/ 2302452 h 2316519"/>
                  <a:gd name="connsiteX21" fmla="*/ 4431601 w 4431601"/>
                  <a:gd name="connsiteY21" fmla="*/ 1624103 h 2316519"/>
                  <a:gd name="connsiteX22" fmla="*/ 3883573 w 4431601"/>
                  <a:gd name="connsiteY22" fmla="*/ 945754 h 2316519"/>
                  <a:gd name="connsiteX23" fmla="*/ 3773844 w 4431601"/>
                  <a:gd name="connsiteY23" fmla="*/ 934595 h 2316519"/>
                  <a:gd name="connsiteX24" fmla="*/ 3768759 w 4431601"/>
                  <a:gd name="connsiteY24" fmla="*/ 883707 h 2316519"/>
                  <a:gd name="connsiteX25" fmla="*/ 2693983 w 4431601"/>
                  <a:gd name="connsiteY25" fmla="*/ 0 h 23165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431601" h="2316519">
                    <a:moveTo>
                      <a:pt x="2693983" y="0"/>
                    </a:moveTo>
                    <a:cubicBezTo>
                      <a:pt x="2391037" y="0"/>
                      <a:pt x="2116771" y="123878"/>
                      <a:pt x="1918242" y="324162"/>
                    </a:cubicBezTo>
                    <a:lnTo>
                      <a:pt x="1859647" y="395807"/>
                    </a:lnTo>
                    <a:lnTo>
                      <a:pt x="1815580" y="362462"/>
                    </a:lnTo>
                    <a:cubicBezTo>
                      <a:pt x="1681993" y="279692"/>
                      <a:pt x="1520952" y="231362"/>
                      <a:pt x="1347603" y="231362"/>
                    </a:cubicBezTo>
                    <a:cubicBezTo>
                      <a:pt x="943122" y="231362"/>
                      <a:pt x="605652" y="494493"/>
                      <a:pt x="527605" y="844290"/>
                    </a:cubicBezTo>
                    <a:lnTo>
                      <a:pt x="523639" y="880372"/>
                    </a:lnTo>
                    <a:lnTo>
                      <a:pt x="444716" y="905088"/>
                    </a:lnTo>
                    <a:cubicBezTo>
                      <a:pt x="183375" y="1016603"/>
                      <a:pt x="0" y="1277667"/>
                      <a:pt x="0" y="1581940"/>
                    </a:cubicBezTo>
                    <a:cubicBezTo>
                      <a:pt x="0" y="1962281"/>
                      <a:pt x="286523" y="2275109"/>
                      <a:pt x="653694" y="2312727"/>
                    </a:cubicBezTo>
                    <a:lnTo>
                      <a:pt x="653931" y="2312739"/>
                    </a:lnTo>
                    <a:lnTo>
                      <a:pt x="653931" y="2316518"/>
                    </a:lnTo>
                    <a:lnTo>
                      <a:pt x="728123" y="2316518"/>
                    </a:lnTo>
                    <a:lnTo>
                      <a:pt x="728142" y="2316519"/>
                    </a:lnTo>
                    <a:lnTo>
                      <a:pt x="728162" y="2316518"/>
                    </a:lnTo>
                    <a:lnTo>
                      <a:pt x="3745239" y="2316518"/>
                    </a:lnTo>
                    <a:lnTo>
                      <a:pt x="3745249" y="2316519"/>
                    </a:lnTo>
                    <a:lnTo>
                      <a:pt x="3745259" y="2316518"/>
                    </a:lnTo>
                    <a:lnTo>
                      <a:pt x="3788771" y="2316518"/>
                    </a:lnTo>
                    <a:lnTo>
                      <a:pt x="3788771" y="2312093"/>
                    </a:lnTo>
                    <a:lnTo>
                      <a:pt x="3883573" y="2302452"/>
                    </a:lnTo>
                    <a:cubicBezTo>
                      <a:pt x="4196332" y="2237887"/>
                      <a:pt x="4431601" y="1958713"/>
                      <a:pt x="4431601" y="1624103"/>
                    </a:cubicBezTo>
                    <a:cubicBezTo>
                      <a:pt x="4431601" y="1289493"/>
                      <a:pt x="4196332" y="1010319"/>
                      <a:pt x="3883573" y="945754"/>
                    </a:cubicBezTo>
                    <a:lnTo>
                      <a:pt x="3773844" y="934595"/>
                    </a:lnTo>
                    <a:lnTo>
                      <a:pt x="3768759" y="883707"/>
                    </a:lnTo>
                    <a:cubicBezTo>
                      <a:pt x="3666462" y="379376"/>
                      <a:pt x="3224139" y="0"/>
                      <a:pt x="269398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285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146161" y="1861453"/>
                <a:ext cx="725442" cy="2106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二层广播域</a:t>
                </a:r>
                <a:endParaRPr lang="en-US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2" name="Oval 4"/>
          <p:cNvSpPr>
            <a:spLocks noChangeAspect="1"/>
          </p:cNvSpPr>
          <p:nvPr/>
        </p:nvSpPr>
        <p:spPr>
          <a:xfrm>
            <a:off x="1286965" y="3546234"/>
            <a:ext cx="282142" cy="282142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1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Oval 4"/>
          <p:cNvSpPr>
            <a:spLocks noChangeAspect="1"/>
          </p:cNvSpPr>
          <p:nvPr/>
        </p:nvSpPr>
        <p:spPr>
          <a:xfrm>
            <a:off x="2253319" y="4778344"/>
            <a:ext cx="282142" cy="282142"/>
          </a:xfrm>
          <a:prstGeom prst="ellipse">
            <a:avLst/>
          </a:prstGeom>
          <a:solidFill>
            <a:srgbClr val="00B0F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2</a:t>
            </a:r>
            <a:endParaRPr lang="zh-CN" altLang="en-US" sz="1400" b="1" dirty="0">
              <a:solidFill>
                <a:schemeClr val="bg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69107" y="3555138"/>
            <a:ext cx="2985113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选择阶段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（广播）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507970" y="4791161"/>
            <a:ext cx="254749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确认阶段 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（单播）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6" name="文本占位符 2"/>
          <p:cNvSpPr txBox="1"/>
          <p:nvPr/>
        </p:nvSpPr>
        <p:spPr bwMode="auto">
          <a:xfrm>
            <a:off x="446088" y="1233488"/>
            <a:ext cx="11299825" cy="8325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2260" indent="-302260" algn="just" defTabSz="913765" rtl="0" eaLnBrk="1" fontAlgn="auto" latinLnBrk="0" hangingPunct="1">
              <a:lnSpc>
                <a:spcPct val="140000"/>
              </a:lnSpc>
              <a:spcBef>
                <a:spcPts val="790"/>
              </a:spcBef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pitchFamily="3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客户端非首次接入网络时，可以重用曾经使用过的地址。例如，网络中的主机作为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客户端，在关机再开机的过程中，需要重新获取相关网络参数，则可以请求分配曾经使用过的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地址顺序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432300" y="1496673"/>
            <a:ext cx="7312200" cy="4680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服务器按照如下次序为客户端选择</a:t>
            </a:r>
            <a:r>
              <a:rPr lang="en-US" altLang="zh-CN" sz="18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8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地址：</a:t>
            </a:r>
            <a:endParaRPr lang="zh-CN" altLang="en-US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服务器的数据库中与客户端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地址静态绑定的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客户端以前曾经使用过的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地址，即客户端发送的请求报文中请求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地址选项的地址。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地址池中，顺序查找可供分配的空闲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地址，最先找到的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如果在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地址池中未找到可供分配的空闲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地址，则依次查询超过租期、发生冲突的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地址，如果找到可用的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地址，则进行分配，否则报告错误。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1801590" y="1516856"/>
            <a:ext cx="2413000" cy="496888"/>
          </a:xfrm>
          <a:prstGeom prst="roundRect">
            <a:avLst/>
          </a:prstGeom>
          <a:solidFill>
            <a:srgbClr val="F4FBF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静态绑定的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 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801590" y="2468178"/>
            <a:ext cx="2413000" cy="496888"/>
          </a:xfrm>
          <a:prstGeom prst="roundRect">
            <a:avLst/>
          </a:prstGeom>
          <a:solidFill>
            <a:srgbClr val="F4FBF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已使用过的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801590" y="3419500"/>
            <a:ext cx="2413000" cy="496888"/>
          </a:xfrm>
          <a:prstGeom prst="roundRect">
            <a:avLst/>
          </a:prstGeom>
          <a:solidFill>
            <a:srgbClr val="F4FBF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空闲状态的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801590" y="4370822"/>
            <a:ext cx="2413000" cy="496888"/>
          </a:xfrm>
          <a:prstGeom prst="roundRect">
            <a:avLst/>
          </a:prstGeom>
          <a:solidFill>
            <a:srgbClr val="F4FBF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超过租期的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801590" y="5322144"/>
            <a:ext cx="2413000" cy="496888"/>
          </a:xfrm>
          <a:prstGeom prst="roundRect">
            <a:avLst/>
          </a:prstGeom>
          <a:solidFill>
            <a:srgbClr val="F4FBF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产生冲突的</a:t>
            </a:r>
            <a:r>
              <a:rPr lang="en-US" altLang="zh-CN" sz="1600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endParaRPr lang="zh-CN" altLang="en-US" sz="1600" dirty="0">
              <a:solidFill>
                <a:schemeClr val="tx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11" name="直接箭头连接符 10"/>
          <p:cNvCxnSpPr>
            <a:stCxn id="5" idx="2"/>
            <a:endCxn id="6" idx="0"/>
          </p:cNvCxnSpPr>
          <p:nvPr/>
        </p:nvCxnSpPr>
        <p:spPr>
          <a:xfrm>
            <a:off x="3008090" y="2013744"/>
            <a:ext cx="0" cy="454434"/>
          </a:xfrm>
          <a:prstGeom prst="straightConnector1">
            <a:avLst/>
          </a:prstGeom>
          <a:ln w="19050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6" idx="2"/>
            <a:endCxn id="7" idx="0"/>
          </p:cNvCxnSpPr>
          <p:nvPr/>
        </p:nvCxnSpPr>
        <p:spPr>
          <a:xfrm>
            <a:off x="3008090" y="2965066"/>
            <a:ext cx="0" cy="454434"/>
          </a:xfrm>
          <a:prstGeom prst="straightConnector1">
            <a:avLst/>
          </a:prstGeom>
          <a:ln w="19050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7" idx="2"/>
            <a:endCxn id="8" idx="0"/>
          </p:cNvCxnSpPr>
          <p:nvPr/>
        </p:nvCxnSpPr>
        <p:spPr>
          <a:xfrm>
            <a:off x="3008090" y="3916388"/>
            <a:ext cx="0" cy="454434"/>
          </a:xfrm>
          <a:prstGeom prst="straightConnector1">
            <a:avLst/>
          </a:prstGeom>
          <a:ln w="19050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8" idx="2"/>
            <a:endCxn id="9" idx="0"/>
          </p:cNvCxnSpPr>
          <p:nvPr/>
        </p:nvCxnSpPr>
        <p:spPr>
          <a:xfrm>
            <a:off x="3008090" y="4867710"/>
            <a:ext cx="0" cy="454434"/>
          </a:xfrm>
          <a:prstGeom prst="straightConnector1">
            <a:avLst/>
          </a:prstGeom>
          <a:ln w="19050">
            <a:solidFill>
              <a:srgbClr val="1515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配置命令介绍 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(1)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1917" y="1598044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pool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ip-pool-name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1384" y="127778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创建全局地址池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1917" y="2363306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[Huawei-ip-pool-HW]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gateway-list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384" y="198982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客户端的网关地址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1917" y="3103172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[Huawei-ip-pool-HW]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network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mask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{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mask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|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mask-length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} ]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2764618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配置全局地址池可动态分配的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地址范围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1917" y="3881941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[Huawei-ip-pool-HW]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excluded-ip-address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start-ip-address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[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end-ip-address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]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1384" y="354338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配置地址池中不参与自动分配的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917" y="4713939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[Huawei-ip-pool-HW]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lease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{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day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day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hour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hour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minute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minute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] ] 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unlimited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}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1384" y="4331988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5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配置地址池的地址租期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31917" y="5507075"/>
            <a:ext cx="10608699" cy="584775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[Huawei-ip-pool-HW]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static-bind ip-address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mac-address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mac-address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option-template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template-name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| description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description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]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1384" y="5168521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6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配置为指定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Client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分配固定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配置命令介绍 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(2)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1917" y="1785108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interface-type interface-number [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subinterface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-number ]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1384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配置基于接口方式的地址池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1917" y="3335038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[Huawei-GigabitEthernet0/0/1]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gateway-list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385" y="2996484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配置接口地址池的网关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1917" y="4067116"/>
            <a:ext cx="10608699" cy="584775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[Huawei-GigabitEthernet0/0/1]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static-bind ip-address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mac-address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mac-address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description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description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]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372488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配置为指定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Client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分配固定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1918" y="5098526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[Huawei-GigabitEthernet0/0/1]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excluded-ip-address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start-ip-address [ end-ip-address ]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1384" y="4693649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配置地址池中不参与自动分配的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918" y="5904167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[Huawei-GigabitEthernet0/0/1]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lease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{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day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day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hour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hour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minute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minute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] ] |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unlimited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}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1385" y="5569727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5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配置地址池的地址租期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31917" y="2173195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[Huawei-GigabitEthernet0/0/1]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address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 { mask | mask-length }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99079" y="2573084"/>
            <a:ext cx="10608699" cy="377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ts val="24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接口地址所属的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地址网段即为接口地址池。并且接口地址的掩码不能配置为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31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，否则会导致接口地址池配置失败。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配置举例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0"/>
          </p:nvPr>
        </p:nvSpPr>
        <p:spPr>
          <a:xfrm>
            <a:off x="484013" y="4391079"/>
            <a:ext cx="5648500" cy="19734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实验要求：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采用基于全局地址池的方式为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PC1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采用基于接口地址池的方式为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PC2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地址，且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PC3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获取固定的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39341" y="2384308"/>
            <a:ext cx="5659706" cy="2031325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enable 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pool HW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	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[R1-ip-pool-HW]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gateway-list 192.168.1.1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[R1-ip-pool-HW]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network 192.168.1.0 mask 24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	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[R1-ip-pool-HW]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excluded-ip-address 192.168.1.200 192.168.1.254 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GigabitEthernet 0/0/0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[R1-GigabitEthernet0/0/0]</a:t>
            </a:r>
            <a:r>
              <a:rPr lang="en-US" altLang="zh-CN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select global  #</a:t>
            </a:r>
            <a:r>
              <a:rPr lang="zh-CN" altLang="en-US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选择全局地址池</a:t>
            </a:r>
            <a:endParaRPr lang="en-US" altLang="zh-CN" sz="1200" b="1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949765" y="1277723"/>
            <a:ext cx="3947589" cy="3133896"/>
            <a:chOff x="1121454" y="1412593"/>
            <a:chExt cx="3947589" cy="3133896"/>
          </a:xfrm>
        </p:grpSpPr>
        <p:pic>
          <p:nvPicPr>
            <p:cNvPr id="5" name="图片 4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316" y="3113967"/>
              <a:ext cx="540000" cy="442800"/>
            </a:xfrm>
            <a:prstGeom prst="rect">
              <a:avLst/>
            </a:prstGeom>
          </p:spPr>
        </p:pic>
        <p:pic>
          <p:nvPicPr>
            <p:cNvPr id="6" name="图片 5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855" y="3862995"/>
              <a:ext cx="539063" cy="414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0327" y="1412593"/>
              <a:ext cx="810701" cy="408398"/>
            </a:xfrm>
            <a:prstGeom prst="rect">
              <a:avLst/>
            </a:prstGeom>
          </p:spPr>
        </p:pic>
        <p:cxnSp>
          <p:nvCxnSpPr>
            <p:cNvPr id="8" name="直接连接符 7"/>
            <p:cNvCxnSpPr>
              <a:stCxn id="6" idx="0"/>
              <a:endCxn id="5" idx="2"/>
            </p:cNvCxnSpPr>
            <p:nvPr/>
          </p:nvCxnSpPr>
          <p:spPr bwMode="auto">
            <a:xfrm flipV="1">
              <a:off x="2584387" y="3556767"/>
              <a:ext cx="929" cy="30622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>
              <a:stCxn id="32" idx="0"/>
              <a:endCxn id="18" idx="2"/>
            </p:cNvCxnSpPr>
            <p:nvPr/>
          </p:nvCxnSpPr>
          <p:spPr bwMode="auto">
            <a:xfrm flipV="1">
              <a:off x="3655869" y="3551086"/>
              <a:ext cx="539744" cy="3005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>
              <a:stCxn id="5" idx="0"/>
            </p:cNvCxnSpPr>
            <p:nvPr/>
          </p:nvCxnSpPr>
          <p:spPr bwMode="auto">
            <a:xfrm flipV="1">
              <a:off x="2585316" y="2298094"/>
              <a:ext cx="810362" cy="8158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>
              <a:stCxn id="4" idx="0"/>
              <a:endCxn id="7" idx="2"/>
            </p:cNvCxnSpPr>
            <p:nvPr/>
          </p:nvCxnSpPr>
          <p:spPr bwMode="auto">
            <a:xfrm flipH="1" flipV="1">
              <a:off x="3395678" y="1820991"/>
              <a:ext cx="344" cy="25538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文本框 11"/>
            <p:cNvSpPr txBox="1"/>
            <p:nvPr/>
          </p:nvSpPr>
          <p:spPr bwMode="auto">
            <a:xfrm>
              <a:off x="3606663" y="1826296"/>
              <a:ext cx="1050956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>
              <a:defPPr>
                <a:defRPr lang="zh-CN"/>
              </a:defPPr>
              <a:lvl1pPr fontAlgn="ctr">
                <a:lnSpc>
                  <a:spcPct val="125000"/>
                </a:lnSpc>
                <a:defRPr sz="1200">
                  <a:solidFill>
                    <a:srgbClr val="C00000"/>
                  </a:solidFill>
                  <a:latin typeface="+mn-lt"/>
                  <a:ea typeface="+mn-ea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</a:t>
              </a:r>
              <a:r>
                <a:rPr lang="zh-CN" altLang="en-US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服务器</a:t>
              </a:r>
              <a:endParaRPr lang="zh-CN" altLang="en-US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 bwMode="auto">
            <a:xfrm>
              <a:off x="1828807" y="3036171"/>
              <a:ext cx="568452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SW1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2324542" y="4134664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 bwMode="auto">
            <a:xfrm>
              <a:off x="3599681" y="1983658"/>
              <a:ext cx="398533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3410101" y="4121904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5613" y="3108286"/>
              <a:ext cx="540000" cy="442800"/>
            </a:xfrm>
            <a:prstGeom prst="rect">
              <a:avLst/>
            </a:prstGeom>
          </p:spPr>
        </p:pic>
        <p:cxnSp>
          <p:nvCxnSpPr>
            <p:cNvPr id="19" name="直接连接符 18"/>
            <p:cNvCxnSpPr>
              <a:stCxn id="18" idx="0"/>
            </p:cNvCxnSpPr>
            <p:nvPr/>
          </p:nvCxnSpPr>
          <p:spPr bwMode="auto">
            <a:xfrm flipH="1" flipV="1">
              <a:off x="3396023" y="2298094"/>
              <a:ext cx="799590" cy="81019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0" name="图片 19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5630" y="3864163"/>
              <a:ext cx="539063" cy="41400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 bwMode="auto">
            <a:xfrm>
              <a:off x="2467907" y="2238993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 bwMode="auto">
            <a:xfrm>
              <a:off x="3606663" y="2229795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 bwMode="auto">
            <a:xfrm>
              <a:off x="4500591" y="3069893"/>
              <a:ext cx="568452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SW2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 bwMode="auto">
            <a:xfrm>
              <a:off x="1121454" y="3851632"/>
              <a:ext cx="1050956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</a:t>
              </a:r>
              <a:r>
                <a:rPr lang="zh-CN" altLang="en-US" sz="12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客户端</a:t>
              </a:r>
              <a:endParaRPr lang="zh-CN" altLang="en-US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" name="图片 3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6022" y="2076378"/>
              <a:ext cx="540000" cy="442800"/>
            </a:xfrm>
            <a:prstGeom prst="rect">
              <a:avLst/>
            </a:prstGeom>
          </p:spPr>
        </p:pic>
        <p:pic>
          <p:nvPicPr>
            <p:cNvPr id="32" name="图片 31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6337" y="3851632"/>
              <a:ext cx="539063" cy="414000"/>
            </a:xfrm>
            <a:prstGeom prst="rect">
              <a:avLst/>
            </a:prstGeom>
          </p:spPr>
        </p:pic>
        <p:cxnSp>
          <p:nvCxnSpPr>
            <p:cNvPr id="36" name="直接连接符 35"/>
            <p:cNvCxnSpPr>
              <a:stCxn id="20" idx="0"/>
              <a:endCxn id="18" idx="2"/>
            </p:cNvCxnSpPr>
            <p:nvPr/>
          </p:nvCxnSpPr>
          <p:spPr bwMode="auto">
            <a:xfrm flipH="1" flipV="1">
              <a:off x="4195613" y="3551086"/>
              <a:ext cx="579549" cy="31307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文本框 38"/>
            <p:cNvSpPr txBox="1"/>
            <p:nvPr/>
          </p:nvSpPr>
          <p:spPr bwMode="auto">
            <a:xfrm>
              <a:off x="4481683" y="4123439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4044565" y="4293301"/>
            <a:ext cx="1829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192.168.2.2/24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MAC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00e0-fc00-00aa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配置举例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0"/>
          </p:nvPr>
        </p:nvSpPr>
        <p:spPr>
          <a:xfrm>
            <a:off x="484013" y="4391079"/>
            <a:ext cx="5648500" cy="19734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实验要求：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采用基于全局地址池的方式为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PC1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采用基于接口地址池的方式为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PC2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分配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地址，且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PC3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获取固定的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地址。</a:t>
            </a: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lvl="1"/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86122" y="2104123"/>
            <a:ext cx="5771734" cy="1754326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</a:t>
            </a:r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R1]interface GigabitEthernet 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0/0/1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[R1-GigabitEthernet0/0/1]ip address 192.168.2.1 24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[R1-GigabitEthernet0/0/1]DHCP </a:t>
            </a:r>
            <a:r>
              <a:rPr lang="en-US" altLang="zh-CN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select interface  	#</a:t>
            </a:r>
            <a:r>
              <a:rPr lang="zh-CN" altLang="en-US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选择接口地址池</a:t>
            </a:r>
            <a:endParaRPr lang="en-US" altLang="zh-CN" sz="1200" b="1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[R1-GigabitEthernet0/0/1]DHCP 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excluded-ip-address 192.168.2.254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[R1-GigabitEthernet0/0/1]DHCP </a:t>
            </a:r>
            <a:r>
              <a:rPr lang="en-US" altLang="zh-CN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static-bind ip-address 192.168.2.2 mac-address 00e0-fc00-00aa #</a:t>
            </a:r>
            <a:r>
              <a:rPr lang="zh-CN" altLang="en-US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为</a:t>
            </a:r>
            <a:r>
              <a:rPr lang="en-US" altLang="zh-CN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PC3</a:t>
            </a:r>
            <a:r>
              <a:rPr lang="zh-CN" altLang="en-US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分配固定的</a:t>
            </a:r>
            <a:r>
              <a:rPr lang="en-US" altLang="zh-CN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2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200" b="1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949765" y="1277723"/>
            <a:ext cx="3947589" cy="3133896"/>
            <a:chOff x="1121454" y="1412593"/>
            <a:chExt cx="3947589" cy="3133896"/>
          </a:xfrm>
        </p:grpSpPr>
        <p:pic>
          <p:nvPicPr>
            <p:cNvPr id="5" name="图片 4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5316" y="3113967"/>
              <a:ext cx="540000" cy="442800"/>
            </a:xfrm>
            <a:prstGeom prst="rect">
              <a:avLst/>
            </a:prstGeom>
          </p:spPr>
        </p:pic>
        <p:pic>
          <p:nvPicPr>
            <p:cNvPr id="6" name="图片 5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4855" y="3862995"/>
              <a:ext cx="539063" cy="414000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90327" y="1412593"/>
              <a:ext cx="810701" cy="408398"/>
            </a:xfrm>
            <a:prstGeom prst="rect">
              <a:avLst/>
            </a:prstGeom>
          </p:spPr>
        </p:pic>
        <p:cxnSp>
          <p:nvCxnSpPr>
            <p:cNvPr id="8" name="直接连接符 7"/>
            <p:cNvCxnSpPr>
              <a:stCxn id="6" idx="0"/>
              <a:endCxn id="5" idx="2"/>
            </p:cNvCxnSpPr>
            <p:nvPr/>
          </p:nvCxnSpPr>
          <p:spPr bwMode="auto">
            <a:xfrm flipV="1">
              <a:off x="2584387" y="3556767"/>
              <a:ext cx="929" cy="306228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/>
            <p:cNvCxnSpPr>
              <a:stCxn id="32" idx="0"/>
              <a:endCxn id="18" idx="2"/>
            </p:cNvCxnSpPr>
            <p:nvPr/>
          </p:nvCxnSpPr>
          <p:spPr bwMode="auto">
            <a:xfrm flipV="1">
              <a:off x="3655869" y="3551086"/>
              <a:ext cx="539744" cy="3005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>
              <a:stCxn id="5" idx="0"/>
            </p:cNvCxnSpPr>
            <p:nvPr/>
          </p:nvCxnSpPr>
          <p:spPr bwMode="auto">
            <a:xfrm flipV="1">
              <a:off x="2585316" y="2298094"/>
              <a:ext cx="810362" cy="815873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>
              <a:stCxn id="4" idx="0"/>
              <a:endCxn id="7" idx="2"/>
            </p:cNvCxnSpPr>
            <p:nvPr/>
          </p:nvCxnSpPr>
          <p:spPr bwMode="auto">
            <a:xfrm flipH="1" flipV="1">
              <a:off x="3395678" y="1820991"/>
              <a:ext cx="344" cy="25538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文本框 11"/>
            <p:cNvSpPr txBox="1"/>
            <p:nvPr/>
          </p:nvSpPr>
          <p:spPr bwMode="auto">
            <a:xfrm>
              <a:off x="3606663" y="1826296"/>
              <a:ext cx="1050956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>
              <a:defPPr>
                <a:defRPr lang="zh-CN"/>
              </a:defPPr>
              <a:lvl1pPr fontAlgn="ctr">
                <a:lnSpc>
                  <a:spcPct val="125000"/>
                </a:lnSpc>
                <a:defRPr sz="1200">
                  <a:solidFill>
                    <a:srgbClr val="C00000"/>
                  </a:solidFill>
                  <a:latin typeface="+mn-lt"/>
                  <a:ea typeface="+mn-ea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</a:t>
              </a:r>
              <a:r>
                <a:rPr lang="zh-CN" altLang="en-US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服务器</a:t>
              </a:r>
              <a:endParaRPr lang="zh-CN" altLang="en-US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 bwMode="auto">
            <a:xfrm>
              <a:off x="1828807" y="3036171"/>
              <a:ext cx="568452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SW1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 bwMode="auto">
            <a:xfrm>
              <a:off x="2324542" y="4134664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6" name="文本框 15"/>
            <p:cNvSpPr txBox="1"/>
            <p:nvPr/>
          </p:nvSpPr>
          <p:spPr bwMode="auto">
            <a:xfrm>
              <a:off x="3599681" y="1983658"/>
              <a:ext cx="398533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R1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3410101" y="4121904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18" name="图片 17"/>
            <p:cNvPicPr/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5613" y="3108286"/>
              <a:ext cx="540000" cy="442800"/>
            </a:xfrm>
            <a:prstGeom prst="rect">
              <a:avLst/>
            </a:prstGeom>
          </p:spPr>
        </p:pic>
        <p:cxnSp>
          <p:nvCxnSpPr>
            <p:cNvPr id="19" name="直接连接符 18"/>
            <p:cNvCxnSpPr>
              <a:stCxn id="18" idx="0"/>
            </p:cNvCxnSpPr>
            <p:nvPr/>
          </p:nvCxnSpPr>
          <p:spPr bwMode="auto">
            <a:xfrm flipH="1" flipV="1">
              <a:off x="3396023" y="2298094"/>
              <a:ext cx="799590" cy="81019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pic>
          <p:nvPicPr>
            <p:cNvPr id="20" name="图片 19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5630" y="3864163"/>
              <a:ext cx="539063" cy="414000"/>
            </a:xfrm>
            <a:prstGeom prst="rect">
              <a:avLst/>
            </a:prstGeom>
          </p:spPr>
        </p:pic>
        <p:sp>
          <p:nvSpPr>
            <p:cNvPr id="21" name="文本框 20"/>
            <p:cNvSpPr txBox="1"/>
            <p:nvPr/>
          </p:nvSpPr>
          <p:spPr bwMode="auto">
            <a:xfrm>
              <a:off x="2467907" y="2238993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 bwMode="auto">
            <a:xfrm>
              <a:off x="3606663" y="2229795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 bwMode="auto">
            <a:xfrm>
              <a:off x="4500591" y="3069893"/>
              <a:ext cx="568452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SW2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 bwMode="auto">
            <a:xfrm>
              <a:off x="1121454" y="3851632"/>
              <a:ext cx="1050956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</a:t>
              </a:r>
              <a:r>
                <a:rPr lang="zh-CN" altLang="en-US" sz="12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客户端</a:t>
              </a:r>
              <a:endParaRPr lang="zh-CN" altLang="en-US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pic>
          <p:nvPicPr>
            <p:cNvPr id="4" name="图片 3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26022" y="2076378"/>
              <a:ext cx="540000" cy="442800"/>
            </a:xfrm>
            <a:prstGeom prst="rect">
              <a:avLst/>
            </a:prstGeom>
          </p:spPr>
        </p:pic>
        <p:pic>
          <p:nvPicPr>
            <p:cNvPr id="32" name="图片 31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6337" y="3851632"/>
              <a:ext cx="539063" cy="414000"/>
            </a:xfrm>
            <a:prstGeom prst="rect">
              <a:avLst/>
            </a:prstGeom>
          </p:spPr>
        </p:pic>
        <p:cxnSp>
          <p:nvCxnSpPr>
            <p:cNvPr id="36" name="直接连接符 35"/>
            <p:cNvCxnSpPr>
              <a:stCxn id="20" idx="0"/>
              <a:endCxn id="18" idx="2"/>
            </p:cNvCxnSpPr>
            <p:nvPr/>
          </p:nvCxnSpPr>
          <p:spPr bwMode="auto">
            <a:xfrm flipH="1" flipV="1">
              <a:off x="4195613" y="3551086"/>
              <a:ext cx="579549" cy="313077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文本框 38"/>
            <p:cNvSpPr txBox="1"/>
            <p:nvPr/>
          </p:nvSpPr>
          <p:spPr bwMode="auto">
            <a:xfrm>
              <a:off x="4481683" y="4123439"/>
              <a:ext cx="501125" cy="411825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PC3</a:t>
              </a:r>
              <a:endParaRPr lang="zh-CN" altLang="en-US" sz="14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43" name="矩形 42"/>
          <p:cNvSpPr/>
          <p:nvPr/>
        </p:nvSpPr>
        <p:spPr>
          <a:xfrm>
            <a:off x="4044565" y="4293301"/>
            <a:ext cx="182934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192.168.2.2/24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MAC</a:t>
            </a:r>
            <a:r>
              <a:rPr lang="zh-CN" altLang="en-US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：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00e0-fc00-00aa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配置结果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81081" y="1235852"/>
            <a:ext cx="5560726" cy="2308324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[R1]display ip pool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Pool-name      : 	HW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Gateway-0    : 	192.168.1.1    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Mask            : 	255.255.255.0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IP address Statistic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 Total:	      253  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 Used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: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	        2       </a:t>
            </a: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Idle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:        198 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 Expired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:         0        </a:t>
            </a: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Conflict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:    0     </a:t>
            </a:r>
            <a:r>
              <a:rPr lang="en-US" altLang="zh-CN" sz="12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     Disable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:    55 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59856" y="3681701"/>
            <a:ext cx="5781952" cy="2597367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/>
              <a:t>根据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地址的使用情况，地址池中的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地址可以分为多种状态：</a:t>
            </a:r>
            <a:endParaRPr lang="zh-CN" altLang="en-US" sz="1600" dirty="0"/>
          </a:p>
          <a:p>
            <a:pPr lvl="1"/>
            <a:r>
              <a:rPr lang="en-US" altLang="zh-CN" sz="1400" dirty="0"/>
              <a:t>Used</a:t>
            </a:r>
            <a:r>
              <a:rPr lang="zh-CN" altLang="en-US" sz="1400" dirty="0"/>
              <a:t>：表示此</a:t>
            </a:r>
            <a:r>
              <a:rPr lang="en-US" altLang="zh-CN" sz="1400" dirty="0"/>
              <a:t>IP</a:t>
            </a:r>
            <a:r>
              <a:rPr lang="zh-CN" altLang="en-US" sz="1400" dirty="0"/>
              <a:t>地址已使用。</a:t>
            </a:r>
            <a:endParaRPr lang="zh-CN" altLang="en-US" sz="1400" dirty="0"/>
          </a:p>
          <a:p>
            <a:pPr lvl="1"/>
            <a:r>
              <a:rPr lang="en-US" altLang="zh-CN" sz="1400" dirty="0"/>
              <a:t>Idle</a:t>
            </a:r>
            <a:r>
              <a:rPr lang="zh-CN" altLang="en-US" sz="1400" dirty="0"/>
              <a:t>：表示此</a:t>
            </a:r>
            <a:r>
              <a:rPr lang="en-US" altLang="zh-CN" sz="1400" dirty="0"/>
              <a:t>IP</a:t>
            </a:r>
            <a:r>
              <a:rPr lang="zh-CN" altLang="en-US" sz="1400" dirty="0"/>
              <a:t>地址处于空闲状态。</a:t>
            </a:r>
            <a:endParaRPr lang="zh-CN" altLang="en-US" sz="1400" dirty="0"/>
          </a:p>
          <a:p>
            <a:pPr lvl="1"/>
            <a:r>
              <a:rPr lang="en-US" altLang="zh-CN" sz="1400" dirty="0"/>
              <a:t>Expired</a:t>
            </a:r>
            <a:r>
              <a:rPr lang="zh-CN" altLang="en-US" sz="1400" dirty="0"/>
              <a:t>：表示此</a:t>
            </a:r>
            <a:r>
              <a:rPr lang="en-US" altLang="zh-CN" sz="1400" dirty="0"/>
              <a:t>IP</a:t>
            </a:r>
            <a:r>
              <a:rPr lang="zh-CN" altLang="en-US" sz="1400" dirty="0"/>
              <a:t>地址租期已过，处于空闲状态。</a:t>
            </a:r>
            <a:endParaRPr lang="zh-CN" altLang="en-US" sz="1400" dirty="0"/>
          </a:p>
          <a:p>
            <a:pPr lvl="1"/>
            <a:r>
              <a:rPr lang="en-US" altLang="zh-CN" sz="1400" dirty="0"/>
              <a:t>Conflict</a:t>
            </a:r>
            <a:r>
              <a:rPr lang="zh-CN" altLang="en-US" sz="1400" dirty="0"/>
              <a:t>：表示此</a:t>
            </a:r>
            <a:r>
              <a:rPr lang="en-US" altLang="zh-CN" sz="1400" dirty="0"/>
              <a:t>IP</a:t>
            </a:r>
            <a:r>
              <a:rPr lang="zh-CN" altLang="en-US" sz="1400" dirty="0"/>
              <a:t>地址与网络上其他地址冲突。</a:t>
            </a:r>
            <a:endParaRPr lang="zh-CN" altLang="en-US" sz="1400" dirty="0"/>
          </a:p>
          <a:p>
            <a:pPr lvl="1"/>
            <a:r>
              <a:rPr lang="en-US" altLang="zh-CN" sz="1400" dirty="0"/>
              <a:t>Disable</a:t>
            </a:r>
            <a:r>
              <a:rPr lang="zh-CN" altLang="en-US" sz="1400" dirty="0"/>
              <a:t>：表示此</a:t>
            </a:r>
            <a:r>
              <a:rPr lang="en-US" altLang="zh-CN" sz="1400" dirty="0"/>
              <a:t>IP</a:t>
            </a:r>
            <a:r>
              <a:rPr lang="zh-CN" altLang="en-US" sz="1400" dirty="0"/>
              <a:t>地址无法使用。</a:t>
            </a:r>
            <a:endParaRPr lang="zh-CN" altLang="en-US" sz="1400" dirty="0"/>
          </a:p>
          <a:p>
            <a:endParaRPr lang="zh-CN" altLang="en-US" sz="1600" dirty="0"/>
          </a:p>
        </p:txBody>
      </p:sp>
      <p:sp>
        <p:nvSpPr>
          <p:cNvPr id="6" name="矩形 5"/>
          <p:cNvSpPr/>
          <p:nvPr/>
        </p:nvSpPr>
        <p:spPr>
          <a:xfrm>
            <a:off x="7203314" y="1884676"/>
            <a:ext cx="4218624" cy="1477328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PC3&gt;ipconfig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IPv4 address......................: 192.168.2.2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Subnet mask.......................: 255.255.255.0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Gateway...........................: 192.168.2.1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Physical address..................: 54-89-98-86-2B-F4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文本占位符 4"/>
          <p:cNvSpPr txBox="1"/>
          <p:nvPr/>
        </p:nvSpPr>
        <p:spPr bwMode="auto">
          <a:xfrm>
            <a:off x="7498283" y="3381315"/>
            <a:ext cx="2958324" cy="36414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2260" indent="-302260" algn="just" defTabSz="913765" rtl="0" eaLnBrk="1" fontAlgn="auto" latinLnBrk="0" hangingPunct="1">
              <a:lnSpc>
                <a:spcPct val="140000"/>
              </a:lnSpc>
              <a:spcBef>
                <a:spcPts val="790"/>
              </a:spcBef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pitchFamily="3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/>
              <a:t>PC3</a:t>
            </a:r>
            <a:r>
              <a:rPr lang="zh-CN" altLang="en-US" sz="1600" dirty="0"/>
              <a:t>获取到了静态绑定的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产生背景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zh-CN" altLang="en-US" dirty="0">
              <a:solidFill>
                <a:schemeClr val="bg1">
                  <a:lumMod val="50000"/>
                </a:schemeClr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工作原理与配置</a:t>
            </a:r>
            <a:endParaRPr lang="zh-CN" altLang="en-US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什么是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57908" y="1233487"/>
            <a:ext cx="11276183" cy="1914243"/>
          </a:xfrm>
        </p:spPr>
        <p:txBody>
          <a:bodyPr/>
          <a:lstStyle/>
          <a:p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随着网络规模的不断扩大，网络设备不断增多，企业内不同的用户可能分布在不同的网段，一台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服务器在正常情况下无法满足多个网段的地址分配需求。如果还需要通过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服务器分配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地址，则需要跨网段发送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即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中继，它是为解决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服务器和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客户端不在同一个广播域而提出的，提供了对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广播报文的中继转发功能，能够把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客户端的广播报文“透明地”传送到其它广播域的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服务器上，同样也能够把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服务器端的应答报文“透明地”传送到其它广播域的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客户端。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9" name="圆角矩形 28"/>
          <p:cNvSpPr/>
          <p:nvPr/>
        </p:nvSpPr>
        <p:spPr bwMode="auto">
          <a:xfrm>
            <a:off x="840516" y="3449526"/>
            <a:ext cx="5278804" cy="2844316"/>
          </a:xfrm>
          <a:prstGeom prst="roundRect">
            <a:avLst>
              <a:gd name="adj" fmla="val 1648"/>
            </a:avLst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4" name="云形 53"/>
          <p:cNvSpPr/>
          <p:nvPr/>
        </p:nvSpPr>
        <p:spPr bwMode="auto">
          <a:xfrm>
            <a:off x="841870" y="5131901"/>
            <a:ext cx="2622114" cy="116476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5" name="云形 54"/>
          <p:cNvSpPr/>
          <p:nvPr/>
        </p:nvSpPr>
        <p:spPr bwMode="auto">
          <a:xfrm>
            <a:off x="856118" y="3483255"/>
            <a:ext cx="2622114" cy="116476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5" name="直接连接符 4"/>
          <p:cNvCxnSpPr>
            <a:stCxn id="12" idx="3"/>
          </p:cNvCxnSpPr>
          <p:nvPr/>
        </p:nvCxnSpPr>
        <p:spPr>
          <a:xfrm>
            <a:off x="3088002" y="3878101"/>
            <a:ext cx="519436" cy="707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1" idx="3"/>
            <a:endCxn id="12" idx="1"/>
          </p:cNvCxnSpPr>
          <p:nvPr/>
        </p:nvCxnSpPr>
        <p:spPr>
          <a:xfrm>
            <a:off x="1698331" y="3878101"/>
            <a:ext cx="8496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10" idx="3"/>
            <a:endCxn id="13" idx="1"/>
          </p:cNvCxnSpPr>
          <p:nvPr/>
        </p:nvCxnSpPr>
        <p:spPr>
          <a:xfrm>
            <a:off x="1698331" y="5541710"/>
            <a:ext cx="8496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13" idx="3"/>
          </p:cNvCxnSpPr>
          <p:nvPr/>
        </p:nvCxnSpPr>
        <p:spPr>
          <a:xfrm flipV="1">
            <a:off x="3088002" y="4815468"/>
            <a:ext cx="521813" cy="7262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PC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59268" y="5334710"/>
            <a:ext cx="539063" cy="414000"/>
          </a:xfrm>
          <a:prstGeom prst="rect">
            <a:avLst/>
          </a:prstGeom>
        </p:spPr>
      </p:pic>
      <p:pic>
        <p:nvPicPr>
          <p:cNvPr id="11" name="图片 10" descr="PC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159268" y="3671101"/>
            <a:ext cx="539063" cy="414000"/>
          </a:xfrm>
          <a:prstGeom prst="rect">
            <a:avLst/>
          </a:prstGeom>
        </p:spPr>
      </p:pic>
      <p:pic>
        <p:nvPicPr>
          <p:cNvPr id="12" name="图片 11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48002" y="3657192"/>
            <a:ext cx="540000" cy="441818"/>
          </a:xfrm>
          <a:prstGeom prst="rect">
            <a:avLst/>
          </a:prstGeom>
        </p:spPr>
      </p:pic>
      <p:pic>
        <p:nvPicPr>
          <p:cNvPr id="13" name="图片 12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48002" y="5320801"/>
            <a:ext cx="540000" cy="441818"/>
          </a:xfrm>
          <a:prstGeom prst="rect">
            <a:avLst/>
          </a:prstGeom>
        </p:spPr>
      </p:pic>
      <p:pic>
        <p:nvPicPr>
          <p:cNvPr id="14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600454" y="4444717"/>
            <a:ext cx="628652" cy="514351"/>
          </a:xfrm>
          <a:prstGeom prst="rect">
            <a:avLst/>
          </a:prstGeom>
          <a:noFill/>
        </p:spPr>
      </p:pic>
      <p:sp>
        <p:nvSpPr>
          <p:cNvPr id="16" name="TextBox 25"/>
          <p:cNvSpPr txBox="1"/>
          <p:nvPr/>
        </p:nvSpPr>
        <p:spPr>
          <a:xfrm>
            <a:off x="3722671" y="4891167"/>
            <a:ext cx="7473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8" name="TextBox 25"/>
          <p:cNvSpPr txBox="1"/>
          <p:nvPr/>
        </p:nvSpPr>
        <p:spPr>
          <a:xfrm>
            <a:off x="2521324" y="3991512"/>
            <a:ext cx="6021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19" name="TextBox 11"/>
          <p:cNvSpPr txBox="1"/>
          <p:nvPr/>
        </p:nvSpPr>
        <p:spPr>
          <a:xfrm>
            <a:off x="1043806" y="3991512"/>
            <a:ext cx="959458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 A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0" name="TextBox 25"/>
          <p:cNvSpPr txBox="1"/>
          <p:nvPr/>
        </p:nvSpPr>
        <p:spPr>
          <a:xfrm>
            <a:off x="2533434" y="5685399"/>
            <a:ext cx="5870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1" name="TextBox 86"/>
          <p:cNvSpPr txBox="1"/>
          <p:nvPr/>
        </p:nvSpPr>
        <p:spPr>
          <a:xfrm>
            <a:off x="1043458" y="5685399"/>
            <a:ext cx="910020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 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 bwMode="auto">
          <a:xfrm>
            <a:off x="1605337" y="5884718"/>
            <a:ext cx="1039734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 bwMode="auto">
          <a:xfrm>
            <a:off x="1627146" y="4180859"/>
            <a:ext cx="1047750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 bwMode="auto">
          <a:xfrm>
            <a:off x="1873387" y="4836578"/>
            <a:ext cx="1440000" cy="256383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i="1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b="1" i="0" dirty="0">
                <a:solidFill>
                  <a:srgbClr val="EC7061"/>
                </a:solidFill>
                <a:sym typeface="Huawei Sans" panose="020C0503030203020204" pitchFamily="34" charset="0"/>
              </a:rPr>
              <a:t>DHCP DISCOVER</a:t>
            </a:r>
            <a:endParaRPr lang="zh-CN" altLang="en-US" sz="1200" b="1" i="0" dirty="0">
              <a:solidFill>
                <a:srgbClr val="EC7061"/>
              </a:solidFill>
              <a:sym typeface="Huawei Sans" panose="020C0503030203020204" pitchFamily="34" charset="0"/>
            </a:endParaRPr>
          </a:p>
        </p:txBody>
      </p:sp>
      <p:cxnSp>
        <p:nvCxnSpPr>
          <p:cNvPr id="25" name="直接箭头连接符 24"/>
          <p:cNvCxnSpPr/>
          <p:nvPr/>
        </p:nvCxnSpPr>
        <p:spPr bwMode="auto">
          <a:xfrm>
            <a:off x="2239159" y="5220328"/>
            <a:ext cx="74536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接箭头连接符 27"/>
          <p:cNvCxnSpPr/>
          <p:nvPr/>
        </p:nvCxnSpPr>
        <p:spPr bwMode="auto">
          <a:xfrm>
            <a:off x="3600454" y="4381287"/>
            <a:ext cx="664115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文本框 25"/>
          <p:cNvSpPr txBox="1"/>
          <p:nvPr/>
        </p:nvSpPr>
        <p:spPr bwMode="auto">
          <a:xfrm>
            <a:off x="3308976" y="4003350"/>
            <a:ext cx="1440000" cy="285843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200" i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1" dirty="0">
                <a:sym typeface="Huawei Sans" panose="020C0503030203020204" pitchFamily="34" charset="0"/>
              </a:rPr>
              <a:t>DHCP DISCOVER</a:t>
            </a:r>
            <a:endParaRPr lang="zh-CN" altLang="en-US" b="1" dirty="0">
              <a:sym typeface="Huawei Sans" panose="020C0503030203020204" pitchFamily="34" charset="0"/>
            </a:endParaRPr>
          </a:p>
        </p:txBody>
      </p:sp>
      <p:sp>
        <p:nvSpPr>
          <p:cNvPr id="61" name="十字形 60"/>
          <p:cNvSpPr/>
          <p:nvPr/>
        </p:nvSpPr>
        <p:spPr>
          <a:xfrm rot="2785165">
            <a:off x="3778922" y="3744815"/>
            <a:ext cx="314163" cy="314163"/>
          </a:xfrm>
          <a:prstGeom prst="plus">
            <a:avLst>
              <a:gd name="adj" fmla="val 39697"/>
            </a:avLst>
          </a:pr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900">
              <a:solidFill>
                <a:prstClr val="white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3" name="圆角矩形 62"/>
          <p:cNvSpPr/>
          <p:nvPr/>
        </p:nvSpPr>
        <p:spPr bwMode="auto">
          <a:xfrm>
            <a:off x="6339410" y="3449526"/>
            <a:ext cx="5278804" cy="2844316"/>
          </a:xfrm>
          <a:prstGeom prst="roundRect">
            <a:avLst>
              <a:gd name="adj" fmla="val 1648"/>
            </a:avLst>
          </a:prstGeom>
          <a:solidFill>
            <a:srgbClr val="F3FBFE"/>
          </a:solidFill>
          <a:ln w="12700" cap="flat" cmpd="sng" algn="ctr">
            <a:solidFill>
              <a:srgbClr val="99DFF9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600" kern="0">
              <a:solidFill>
                <a:srgbClr val="1D1D1A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4" name="云形 63"/>
          <p:cNvSpPr/>
          <p:nvPr/>
        </p:nvSpPr>
        <p:spPr bwMode="auto">
          <a:xfrm>
            <a:off x="6340764" y="5131901"/>
            <a:ext cx="2622114" cy="116476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67" name="云形 66"/>
          <p:cNvSpPr/>
          <p:nvPr/>
        </p:nvSpPr>
        <p:spPr bwMode="auto">
          <a:xfrm>
            <a:off x="6355012" y="3483255"/>
            <a:ext cx="2622114" cy="1164760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8" name="直接连接符 67"/>
          <p:cNvCxnSpPr>
            <a:stCxn id="75" idx="3"/>
          </p:cNvCxnSpPr>
          <p:nvPr/>
        </p:nvCxnSpPr>
        <p:spPr>
          <a:xfrm>
            <a:off x="8586896" y="3878101"/>
            <a:ext cx="519436" cy="70797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>
            <a:stCxn id="74" idx="3"/>
            <a:endCxn id="75" idx="1"/>
          </p:cNvCxnSpPr>
          <p:nvPr/>
        </p:nvCxnSpPr>
        <p:spPr>
          <a:xfrm>
            <a:off x="7197225" y="3878101"/>
            <a:ext cx="8496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>
            <a:stCxn id="73" idx="3"/>
            <a:endCxn id="76" idx="1"/>
          </p:cNvCxnSpPr>
          <p:nvPr/>
        </p:nvCxnSpPr>
        <p:spPr>
          <a:xfrm>
            <a:off x="7197225" y="5541710"/>
            <a:ext cx="8496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>
            <a:stCxn id="76" idx="3"/>
          </p:cNvCxnSpPr>
          <p:nvPr/>
        </p:nvCxnSpPr>
        <p:spPr>
          <a:xfrm flipV="1">
            <a:off x="8586896" y="4815468"/>
            <a:ext cx="521813" cy="7262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图片 72" descr="PC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58162" y="5334710"/>
            <a:ext cx="539063" cy="414000"/>
          </a:xfrm>
          <a:prstGeom prst="rect">
            <a:avLst/>
          </a:prstGeom>
        </p:spPr>
      </p:pic>
      <p:pic>
        <p:nvPicPr>
          <p:cNvPr id="74" name="图片 73" descr="PC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658162" y="3671101"/>
            <a:ext cx="539063" cy="414000"/>
          </a:xfrm>
          <a:prstGeom prst="rect">
            <a:avLst/>
          </a:prstGeom>
        </p:spPr>
      </p:pic>
      <p:pic>
        <p:nvPicPr>
          <p:cNvPr id="75" name="图片 74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46896" y="3657192"/>
            <a:ext cx="540000" cy="441818"/>
          </a:xfrm>
          <a:prstGeom prst="rect">
            <a:avLst/>
          </a:prstGeom>
        </p:spPr>
      </p:pic>
      <p:pic>
        <p:nvPicPr>
          <p:cNvPr id="76" name="图片 75" descr="接入交换机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46896" y="5320801"/>
            <a:ext cx="540000" cy="441818"/>
          </a:xfrm>
          <a:prstGeom prst="rect">
            <a:avLst/>
          </a:prstGeom>
        </p:spPr>
      </p:pic>
      <p:pic>
        <p:nvPicPr>
          <p:cNvPr id="77" name="Picture 2" descr="G:\做的项目\公共\扁平图标切换\更新2015_01_21\oss扁平图标库2015_01_21更新-04.pn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9099348" y="4444717"/>
            <a:ext cx="628652" cy="514351"/>
          </a:xfrm>
          <a:prstGeom prst="rect">
            <a:avLst/>
          </a:prstGeom>
          <a:noFill/>
        </p:spPr>
      </p:pic>
      <p:sp>
        <p:nvSpPr>
          <p:cNvPr id="79" name="TextBox 25"/>
          <p:cNvSpPr txBox="1"/>
          <p:nvPr/>
        </p:nvSpPr>
        <p:spPr>
          <a:xfrm>
            <a:off x="9221565" y="4891167"/>
            <a:ext cx="74730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1" name="TextBox 25"/>
          <p:cNvSpPr txBox="1"/>
          <p:nvPr/>
        </p:nvSpPr>
        <p:spPr>
          <a:xfrm>
            <a:off x="8020218" y="3991512"/>
            <a:ext cx="60214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SW1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2" name="TextBox 11"/>
          <p:cNvSpPr txBox="1"/>
          <p:nvPr/>
        </p:nvSpPr>
        <p:spPr>
          <a:xfrm>
            <a:off x="6542700" y="3991512"/>
            <a:ext cx="959458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 A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3" name="TextBox 25"/>
          <p:cNvSpPr txBox="1"/>
          <p:nvPr/>
        </p:nvSpPr>
        <p:spPr>
          <a:xfrm>
            <a:off x="8032328" y="5685399"/>
            <a:ext cx="58709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SW2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4" name="TextBox 86"/>
          <p:cNvSpPr txBox="1"/>
          <p:nvPr/>
        </p:nvSpPr>
        <p:spPr>
          <a:xfrm>
            <a:off x="6542352" y="5685399"/>
            <a:ext cx="910020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Client B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5" name="文本框 84"/>
          <p:cNvSpPr txBox="1"/>
          <p:nvPr/>
        </p:nvSpPr>
        <p:spPr bwMode="auto">
          <a:xfrm>
            <a:off x="7098886" y="5862727"/>
            <a:ext cx="1041338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B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6" name="文本框 85"/>
          <p:cNvSpPr txBox="1"/>
          <p:nvPr/>
        </p:nvSpPr>
        <p:spPr bwMode="auto">
          <a:xfrm>
            <a:off x="7091287" y="4192085"/>
            <a:ext cx="1047750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A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87" name="文本框 86"/>
          <p:cNvSpPr txBox="1"/>
          <p:nvPr/>
        </p:nvSpPr>
        <p:spPr bwMode="auto">
          <a:xfrm>
            <a:off x="7372281" y="4836578"/>
            <a:ext cx="1440000" cy="256383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600" i="1">
                <a:solidFill>
                  <a:schemeClr val="accent2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b="1" i="0" dirty="0">
                <a:solidFill>
                  <a:srgbClr val="EC7061"/>
                </a:solidFill>
                <a:sym typeface="Huawei Sans" panose="020C0503030203020204" pitchFamily="34" charset="0"/>
              </a:rPr>
              <a:t>DHCP DISCOVER</a:t>
            </a:r>
            <a:endParaRPr lang="zh-CN" altLang="en-US" sz="1200" b="1" i="0" dirty="0">
              <a:solidFill>
                <a:srgbClr val="EC7061"/>
              </a:solidFill>
              <a:sym typeface="Huawei Sans" panose="020C0503030203020204" pitchFamily="34" charset="0"/>
            </a:endParaRPr>
          </a:p>
        </p:txBody>
      </p:sp>
      <p:cxnSp>
        <p:nvCxnSpPr>
          <p:cNvPr id="88" name="直接箭头连接符 87"/>
          <p:cNvCxnSpPr/>
          <p:nvPr/>
        </p:nvCxnSpPr>
        <p:spPr bwMode="auto">
          <a:xfrm>
            <a:off x="7738053" y="5220328"/>
            <a:ext cx="745364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云形 90"/>
          <p:cNvSpPr/>
          <p:nvPr/>
        </p:nvSpPr>
        <p:spPr bwMode="auto">
          <a:xfrm>
            <a:off x="4828628" y="4225676"/>
            <a:ext cx="1282535" cy="1459723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89" name="直接箭头连接符 88"/>
          <p:cNvCxnSpPr/>
          <p:nvPr/>
        </p:nvCxnSpPr>
        <p:spPr bwMode="auto">
          <a:xfrm>
            <a:off x="9099348" y="4381287"/>
            <a:ext cx="664115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0" name="文本框 89"/>
          <p:cNvSpPr txBox="1"/>
          <p:nvPr/>
        </p:nvSpPr>
        <p:spPr bwMode="auto">
          <a:xfrm>
            <a:off x="8807870" y="4003350"/>
            <a:ext cx="1440000" cy="285843"/>
          </a:xfrm>
          <a:prstGeom prst="rect">
            <a:avLst/>
          </a:prstGeom>
          <a:solidFill>
            <a:srgbClr val="FFFFCC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fontAlgn="auto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 sz="1200" i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b="1" dirty="0">
                <a:sym typeface="Huawei Sans" panose="020C0503030203020204" pitchFamily="34" charset="0"/>
              </a:rPr>
              <a:t>DHCP DISCOVER</a:t>
            </a:r>
            <a:endParaRPr lang="zh-CN" altLang="en-US" b="1" dirty="0">
              <a:sym typeface="Huawei Sans" panose="020C0503030203020204" pitchFamily="34" charset="0"/>
            </a:endParaRPr>
          </a:p>
        </p:txBody>
      </p:sp>
      <p:sp>
        <p:nvSpPr>
          <p:cNvPr id="92" name="文本框 91"/>
          <p:cNvSpPr txBox="1"/>
          <p:nvPr/>
        </p:nvSpPr>
        <p:spPr bwMode="auto">
          <a:xfrm>
            <a:off x="8767860" y="5014864"/>
            <a:ext cx="1347511" cy="457991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US" altLang="zh-CN" sz="1600" b="1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endParaRPr lang="zh-CN" altLang="en-US" sz="1600" b="1" dirty="0">
              <a:solidFill>
                <a:srgbClr val="EC7061"/>
              </a:solidFill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9178723" y="3726061"/>
            <a:ext cx="288001" cy="288001"/>
            <a:chOff x="10467178" y="5640414"/>
            <a:chExt cx="213540" cy="213540"/>
          </a:xfrm>
        </p:grpSpPr>
        <p:sp>
          <p:nvSpPr>
            <p:cNvPr id="65" name="椭圆 64"/>
            <p:cNvSpPr>
              <a:spLocks noChangeAspect="1"/>
            </p:cNvSpPr>
            <p:nvPr/>
          </p:nvSpPr>
          <p:spPr>
            <a:xfrm>
              <a:off x="10467178" y="5640414"/>
              <a:ext cx="213540" cy="213540"/>
            </a:xfrm>
            <a:prstGeom prst="ellipse">
              <a:avLst/>
            </a:prstGeom>
            <a:solidFill>
              <a:srgbClr val="00B0F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500" b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66" name="任意多边形 65"/>
            <p:cNvSpPr/>
            <p:nvPr/>
          </p:nvSpPr>
          <p:spPr>
            <a:xfrm>
              <a:off x="10506830" y="5719982"/>
              <a:ext cx="138959" cy="73584"/>
            </a:xfrm>
            <a:custGeom>
              <a:avLst/>
              <a:gdLst>
                <a:gd name="connsiteX0" fmla="*/ 0 w 221456"/>
                <a:gd name="connsiteY0" fmla="*/ 47625 h 126206"/>
                <a:gd name="connsiteX1" fmla="*/ 83344 w 221456"/>
                <a:gd name="connsiteY1" fmla="*/ 126206 h 126206"/>
                <a:gd name="connsiteX2" fmla="*/ 221456 w 221456"/>
                <a:gd name="connsiteY2" fmla="*/ 0 h 126206"/>
                <a:gd name="connsiteX0-1" fmla="*/ 0 w 250659"/>
                <a:gd name="connsiteY0-2" fmla="*/ 33024 h 126206"/>
                <a:gd name="connsiteX1-3" fmla="*/ 112547 w 250659"/>
                <a:gd name="connsiteY1-4" fmla="*/ 126206 h 126206"/>
                <a:gd name="connsiteX2-5" fmla="*/ 250659 w 250659"/>
                <a:gd name="connsiteY2-6" fmla="*/ 0 h 126206"/>
                <a:gd name="connsiteX0-7" fmla="*/ 0 w 259419"/>
                <a:gd name="connsiteY0-8" fmla="*/ 35944 h 126206"/>
                <a:gd name="connsiteX1-9" fmla="*/ 121307 w 259419"/>
                <a:gd name="connsiteY1-10" fmla="*/ 126206 h 126206"/>
                <a:gd name="connsiteX2-11" fmla="*/ 259419 w 259419"/>
                <a:gd name="connsiteY2-12" fmla="*/ 0 h 126206"/>
                <a:gd name="connsiteX0-13" fmla="*/ 0 w 259419"/>
                <a:gd name="connsiteY0-14" fmla="*/ 35944 h 126206"/>
                <a:gd name="connsiteX1-15" fmla="*/ 106706 w 259419"/>
                <a:gd name="connsiteY1-16" fmla="*/ 126206 h 126206"/>
                <a:gd name="connsiteX2-17" fmla="*/ 259419 w 259419"/>
                <a:gd name="connsiteY2-18" fmla="*/ 0 h 126206"/>
                <a:gd name="connsiteX0-19" fmla="*/ 0 w 279861"/>
                <a:gd name="connsiteY0-20" fmla="*/ 35944 h 126206"/>
                <a:gd name="connsiteX1-21" fmla="*/ 106706 w 279861"/>
                <a:gd name="connsiteY1-22" fmla="*/ 126206 h 126206"/>
                <a:gd name="connsiteX2-23" fmla="*/ 279861 w 279861"/>
                <a:gd name="connsiteY2-24" fmla="*/ 0 h 126206"/>
                <a:gd name="connsiteX0-25" fmla="*/ 0 w 276940"/>
                <a:gd name="connsiteY0-26" fmla="*/ 56386 h 146648"/>
                <a:gd name="connsiteX1-27" fmla="*/ 106706 w 276940"/>
                <a:gd name="connsiteY1-28" fmla="*/ 146648 h 146648"/>
                <a:gd name="connsiteX2-29" fmla="*/ 276940 w 276940"/>
                <a:gd name="connsiteY2-30" fmla="*/ 0 h 146648"/>
                <a:gd name="connsiteX0-31" fmla="*/ 0 w 276940"/>
                <a:gd name="connsiteY0-32" fmla="*/ 56386 h 146648"/>
                <a:gd name="connsiteX1-33" fmla="*/ 121308 w 276940"/>
                <a:gd name="connsiteY1-34" fmla="*/ 146648 h 146648"/>
                <a:gd name="connsiteX2-35" fmla="*/ 276940 w 276940"/>
                <a:gd name="connsiteY2-36" fmla="*/ 0 h 1466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</a:cxnLst>
              <a:rect l="l" t="t" r="r" b="b"/>
              <a:pathLst>
                <a:path w="276940" h="146648">
                  <a:moveTo>
                    <a:pt x="0" y="56386"/>
                  </a:moveTo>
                  <a:lnTo>
                    <a:pt x="121308" y="146648"/>
                  </a:lnTo>
                  <a:lnTo>
                    <a:pt x="276940" y="0"/>
                  </a:lnTo>
                </a:path>
              </a:pathLst>
            </a:custGeom>
            <a:noFill/>
            <a:ln w="38100" cap="rnd" cmpd="sng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 sz="1800">
                <a:solidFill>
                  <a:prstClr val="white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cxnSp>
        <p:nvCxnSpPr>
          <p:cNvPr id="6" name="直接连接符 5"/>
          <p:cNvCxnSpPr>
            <a:stCxn id="14" idx="3"/>
            <a:endCxn id="15" idx="1"/>
          </p:cNvCxnSpPr>
          <p:nvPr/>
        </p:nvCxnSpPr>
        <p:spPr>
          <a:xfrm flipV="1">
            <a:off x="4229106" y="4701892"/>
            <a:ext cx="101820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 descr="交换机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47307" y="4480984"/>
            <a:ext cx="539999" cy="441816"/>
          </a:xfrm>
          <a:prstGeom prst="rect">
            <a:avLst/>
          </a:prstGeom>
        </p:spPr>
      </p:pic>
      <p:sp>
        <p:nvSpPr>
          <p:cNvPr id="17" name="TextBox 7"/>
          <p:cNvSpPr txBox="1"/>
          <p:nvPr/>
        </p:nvSpPr>
        <p:spPr>
          <a:xfrm>
            <a:off x="4915151" y="4872925"/>
            <a:ext cx="1291874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Server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 bwMode="auto">
          <a:xfrm>
            <a:off x="4895000" y="5131177"/>
            <a:ext cx="1041338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4" name="云形 93"/>
          <p:cNvSpPr/>
          <p:nvPr/>
        </p:nvSpPr>
        <p:spPr bwMode="auto">
          <a:xfrm>
            <a:off x="10338583" y="4254558"/>
            <a:ext cx="1282535" cy="1459723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t" latinLnBrk="0" hangingPunct="1">
              <a:lnSpc>
                <a:spcPct val="150000"/>
              </a:lnSpc>
              <a:buClrTx/>
              <a:buSzTx/>
              <a:buFontTx/>
              <a:buNone/>
            </a:pPr>
            <a:endParaRPr kumimoji="0" lang="zh-CN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cxnSp>
        <p:nvCxnSpPr>
          <p:cNvPr id="69" name="直接连接符 68"/>
          <p:cNvCxnSpPr>
            <a:stCxn id="77" idx="3"/>
            <a:endCxn id="78" idx="1"/>
          </p:cNvCxnSpPr>
          <p:nvPr/>
        </p:nvCxnSpPr>
        <p:spPr>
          <a:xfrm flipV="1">
            <a:off x="9728000" y="4701892"/>
            <a:ext cx="101820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图片 77" descr="交换机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746201" y="4480984"/>
            <a:ext cx="539999" cy="441816"/>
          </a:xfrm>
          <a:prstGeom prst="rect">
            <a:avLst/>
          </a:prstGeom>
        </p:spPr>
      </p:pic>
      <p:sp>
        <p:nvSpPr>
          <p:cNvPr id="80" name="TextBox 7"/>
          <p:cNvSpPr txBox="1"/>
          <p:nvPr/>
        </p:nvSpPr>
        <p:spPr>
          <a:xfrm>
            <a:off x="10414045" y="4872925"/>
            <a:ext cx="1291874" cy="379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Server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95" name="文本框 94"/>
          <p:cNvSpPr txBox="1"/>
          <p:nvPr/>
        </p:nvSpPr>
        <p:spPr bwMode="auto">
          <a:xfrm>
            <a:off x="10449738" y="5167204"/>
            <a:ext cx="1041338" cy="365658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none" lIns="87802" tIns="43901" rIns="87802" bIns="43901" numCol="1" rtlCol="0" anchor="ctr" anchorCtr="0" compatLnSpc="1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二层广播域</a:t>
            </a:r>
            <a:r>
              <a:rPr lang="en-US" altLang="zh-CN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C</a:t>
            </a:r>
            <a:endParaRPr lang="zh-CN" altLang="en-US" sz="12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DHCP Relay</a:t>
            </a:r>
            <a:r>
              <a:rPr lang="zh-CN" altLang="en-US" dirty="0"/>
              <a:t>报文格式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68317" y="1233488"/>
            <a:ext cx="11276183" cy="91428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/>
              <a:t>DHCP Relay</a:t>
            </a:r>
            <a:r>
              <a:rPr lang="zh-CN" altLang="en-US" sz="1800" dirty="0"/>
              <a:t>主要负责转发</a:t>
            </a:r>
            <a:r>
              <a:rPr lang="en-US" altLang="zh-CN" sz="1800" dirty="0"/>
              <a:t>DHCP</a:t>
            </a:r>
            <a:r>
              <a:rPr lang="zh-CN" altLang="en-US" sz="1800" dirty="0"/>
              <a:t>客户端与</a:t>
            </a:r>
            <a:r>
              <a:rPr lang="en-US" altLang="zh-CN" sz="1800" dirty="0"/>
              <a:t>DHCP</a:t>
            </a:r>
            <a:r>
              <a:rPr lang="zh-CN" altLang="en-US" sz="1800" dirty="0"/>
              <a:t>服务器之间的</a:t>
            </a:r>
            <a:r>
              <a:rPr lang="en-US" altLang="zh-CN" sz="1800" dirty="0"/>
              <a:t>DHCP</a:t>
            </a:r>
            <a:r>
              <a:rPr lang="zh-CN" altLang="en-US" sz="1800" dirty="0"/>
              <a:t>报文，所以</a:t>
            </a:r>
            <a:r>
              <a:rPr lang="en-US" altLang="zh-CN" sz="1800" dirty="0"/>
              <a:t>DHCP Relay</a:t>
            </a:r>
            <a:r>
              <a:rPr lang="zh-CN" altLang="en-US" sz="1800" dirty="0"/>
              <a:t>的报文格式只是把</a:t>
            </a:r>
            <a:r>
              <a:rPr lang="en-US" altLang="zh-CN" sz="1800" dirty="0"/>
              <a:t>DHCP</a:t>
            </a:r>
            <a:r>
              <a:rPr lang="zh-CN" altLang="en-US" sz="1800" dirty="0"/>
              <a:t>的报文部分字段做了相应的修改，报文格式没有发生变化，如下图所示：</a:t>
            </a:r>
            <a:endParaRPr lang="zh-CN" altLang="en-US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901245" y="2169423"/>
          <a:ext cx="3453788" cy="414940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73148"/>
                <a:gridCol w="862965"/>
                <a:gridCol w="850900"/>
                <a:gridCol w="8667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</a:t>
                      </a:r>
                      <a:endParaRPr lang="zh-CN" altLang="en-US" sz="16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Htype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Hlen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Hops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40838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Xid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Secs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Flags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Ciaddr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93057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Yiaddr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Siaddr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Giaddr</a:t>
                      </a:r>
                      <a:endParaRPr lang="zh-CN" altLang="en-US" sz="16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Chaddr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Sname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70840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File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8794">
                <a:tc gridSpan="4">
                  <a:txBody>
                    <a:bodyPr/>
                    <a:lstStyle/>
                    <a:p>
                      <a:pPr marL="0" algn="ctr" defTabSz="913765" rtl="0" eaLnBrk="1" latinLnBrk="0" hangingPunct="1"/>
                      <a:r>
                        <a:rPr lang="en-US" altLang="zh-CN" sz="16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Options(variable)</a:t>
                      </a:r>
                      <a:endParaRPr lang="zh-CN" altLang="en-US" sz="16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BFE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6096000" y="2377510"/>
            <a:ext cx="56485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/>
              <a:t>Hops</a:t>
            </a:r>
            <a:r>
              <a:rPr lang="zh-CN" altLang="en-US" sz="1600" dirty="0"/>
              <a:t>：表示当前的</a:t>
            </a:r>
            <a:r>
              <a:rPr lang="en-US" altLang="zh-CN" sz="1600" dirty="0"/>
              <a:t>DHCP</a:t>
            </a:r>
            <a:r>
              <a:rPr lang="zh-CN" altLang="en-US" sz="1600" dirty="0"/>
              <a:t>报文经过的</a:t>
            </a:r>
            <a:r>
              <a:rPr lang="en-US" altLang="zh-CN" sz="1600" dirty="0"/>
              <a:t>DHCP</a:t>
            </a:r>
            <a:r>
              <a:rPr lang="zh-CN" altLang="en-US" sz="1600" dirty="0"/>
              <a:t>中继的数目。该字段由客户端或服务器设置为</a:t>
            </a:r>
            <a:r>
              <a:rPr lang="en-US" altLang="zh-CN" sz="1600" dirty="0"/>
              <a:t>0</a:t>
            </a:r>
            <a:r>
              <a:rPr lang="zh-CN" altLang="en-US" sz="1600" dirty="0"/>
              <a:t>，每经过一个</a:t>
            </a:r>
            <a:r>
              <a:rPr lang="en-US" altLang="zh-CN" sz="1600" dirty="0"/>
              <a:t>DHCP</a:t>
            </a:r>
            <a:r>
              <a:rPr lang="zh-CN" altLang="en-US" sz="1600" dirty="0"/>
              <a:t>中继时，该字段加</a:t>
            </a:r>
            <a:r>
              <a:rPr lang="en-US" altLang="zh-CN" sz="1600" dirty="0"/>
              <a:t>1</a:t>
            </a:r>
            <a:r>
              <a:rPr lang="zh-CN" altLang="en-US" sz="1600" dirty="0"/>
              <a:t>。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 err="1"/>
              <a:t>Giaddr</a:t>
            </a:r>
            <a:r>
              <a:rPr lang="en-US" altLang="zh-CN" sz="1600" dirty="0"/>
              <a:t>(gateway ip address)</a:t>
            </a:r>
            <a:r>
              <a:rPr lang="zh-CN" altLang="en-US" sz="1600" dirty="0"/>
              <a:t>：表示第一个</a:t>
            </a:r>
            <a:r>
              <a:rPr lang="en-US" altLang="zh-CN" sz="1600" dirty="0"/>
              <a:t>DHCP</a:t>
            </a:r>
            <a:r>
              <a:rPr lang="zh-CN" altLang="en-US" sz="1600" dirty="0"/>
              <a:t>中继的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地址。当客户端发出</a:t>
            </a:r>
            <a:r>
              <a:rPr lang="en-US" altLang="zh-CN" sz="1600" dirty="0"/>
              <a:t>DHCP</a:t>
            </a:r>
            <a:r>
              <a:rPr lang="zh-CN" altLang="en-US" sz="1600" dirty="0"/>
              <a:t>请求时，第一个</a:t>
            </a:r>
            <a:r>
              <a:rPr lang="en-US" altLang="zh-CN" sz="1600" dirty="0"/>
              <a:t>DHCP</a:t>
            </a:r>
            <a:r>
              <a:rPr lang="zh-CN" altLang="en-US" sz="1600" dirty="0"/>
              <a:t>中继在将</a:t>
            </a:r>
            <a:r>
              <a:rPr lang="en-US" altLang="zh-CN" sz="1600" dirty="0"/>
              <a:t>DHCP</a:t>
            </a:r>
            <a:r>
              <a:rPr lang="zh-CN" altLang="en-US" sz="1600" dirty="0"/>
              <a:t>请求报文转发给</a:t>
            </a:r>
            <a:r>
              <a:rPr lang="en-US" altLang="zh-CN" sz="1600" dirty="0"/>
              <a:t>DHCP</a:t>
            </a:r>
            <a:r>
              <a:rPr lang="zh-CN" altLang="en-US" sz="1600" dirty="0"/>
              <a:t>服务器时，会把自己的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地址填入此字段。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4177" y="410400"/>
            <a:ext cx="10946166" cy="640800"/>
          </a:xfrm>
        </p:spPr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工作原理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748900" y="1965741"/>
            <a:ext cx="4925292" cy="3930318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发现阶段：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中继接收到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客户端广播发送的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报文后，通过路由转发将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报文单播发送到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服务器或下一跳中继。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提供阶段：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服务器根据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报文中的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Giaddr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字段选择地址池为客户端分配相关网络参数，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中继收到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OFFER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报文后，以单播或广播方式发送给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Client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选择阶段：中继接收到来自客户端的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报文的处理过程同“发现阶段”。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确认阶段：中继接收到来自服务器的</a:t>
            </a:r>
            <a:r>
              <a:rPr lang="en-US" altLang="zh-CN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r>
              <a: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报文的处理过程同“提供阶段”。</a:t>
            </a: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CN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endParaRPr lang="zh-CN" altLang="en-US" sz="14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43732" y="1777052"/>
            <a:ext cx="6081067" cy="4015957"/>
            <a:chOff x="5431076" y="1611699"/>
            <a:chExt cx="6081067" cy="4015957"/>
          </a:xfrm>
        </p:grpSpPr>
        <p:pic>
          <p:nvPicPr>
            <p:cNvPr id="5" name="图片 4" descr="通用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182513" y="1884476"/>
              <a:ext cx="540000" cy="441818"/>
            </a:xfrm>
            <a:prstGeom prst="rect">
              <a:avLst/>
            </a:prstGeom>
          </p:spPr>
        </p:pic>
        <p:pic>
          <p:nvPicPr>
            <p:cNvPr id="6" name="图片 5" descr="PC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19746" y="1912294"/>
              <a:ext cx="539063" cy="414000"/>
            </a:xfrm>
            <a:prstGeom prst="rect">
              <a:avLst/>
            </a:prstGeom>
          </p:spPr>
        </p:pic>
        <p:cxnSp>
          <p:nvCxnSpPr>
            <p:cNvPr id="7" name="直接连接符 6"/>
            <p:cNvCxnSpPr>
              <a:stCxn id="6" idx="3"/>
              <a:endCxn id="5" idx="1"/>
            </p:cNvCxnSpPr>
            <p:nvPr/>
          </p:nvCxnSpPr>
          <p:spPr>
            <a:xfrm flipV="1">
              <a:off x="6058809" y="2105385"/>
              <a:ext cx="2123704" cy="0"/>
            </a:xfrm>
            <a:prstGeom prst="line">
              <a:avLst/>
            </a:prstGeom>
            <a:ln w="19050">
              <a:solidFill>
                <a:srgbClr val="1515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图片 7" descr="通用交换机.png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46218" y="1884476"/>
              <a:ext cx="540000" cy="441818"/>
            </a:xfrm>
            <a:prstGeom prst="rect">
              <a:avLst/>
            </a:prstGeom>
          </p:spPr>
        </p:pic>
        <p:cxnSp>
          <p:nvCxnSpPr>
            <p:cNvPr id="9" name="直接连接符 8"/>
            <p:cNvCxnSpPr>
              <a:stCxn id="5" idx="3"/>
              <a:endCxn id="8" idx="1"/>
            </p:cNvCxnSpPr>
            <p:nvPr/>
          </p:nvCxnSpPr>
          <p:spPr>
            <a:xfrm>
              <a:off x="8722513" y="2105385"/>
              <a:ext cx="2123705" cy="0"/>
            </a:xfrm>
            <a:prstGeom prst="line">
              <a:avLst/>
            </a:prstGeom>
            <a:ln w="19050">
              <a:solidFill>
                <a:srgbClr val="15151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5431076" y="1649161"/>
              <a:ext cx="1047082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Client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8001088" y="1635410"/>
              <a:ext cx="102303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Relay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431398" y="1611699"/>
              <a:ext cx="108074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Server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610280" y="2315688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471890" y="2315688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11116218" y="2315688"/>
              <a:ext cx="0" cy="3311968"/>
            </a:xfrm>
            <a:prstGeom prst="line">
              <a:avLst/>
            </a:prstGeom>
            <a:ln w="19050">
              <a:solidFill>
                <a:srgbClr val="151515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/>
          </p:nvCxnSpPr>
          <p:spPr>
            <a:xfrm>
              <a:off x="5610280" y="3043901"/>
              <a:ext cx="2842233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>
              <a:off x="8452513" y="3043901"/>
              <a:ext cx="2663705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 flipH="1">
              <a:off x="8452513" y="3839698"/>
              <a:ext cx="2663705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H="1">
              <a:off x="5610280" y="3839698"/>
              <a:ext cx="2842233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5610280" y="4646096"/>
              <a:ext cx="2861610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>
              <a:off x="8452513" y="4646096"/>
              <a:ext cx="2663705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/>
            <p:nvPr/>
          </p:nvCxnSpPr>
          <p:spPr>
            <a:xfrm flipH="1">
              <a:off x="8471890" y="5427919"/>
              <a:ext cx="2644328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H="1">
              <a:off x="5610280" y="5427919"/>
              <a:ext cx="2861610" cy="0"/>
            </a:xfrm>
            <a:prstGeom prst="straightConnector1">
              <a:avLst/>
            </a:prstGeom>
            <a:ln w="19050">
              <a:solidFill>
                <a:srgbClr val="15151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4"/>
            <p:cNvSpPr>
              <a:spLocks noChangeAspect="1"/>
            </p:cNvSpPr>
            <p:nvPr/>
          </p:nvSpPr>
          <p:spPr>
            <a:xfrm>
              <a:off x="8491268" y="2742901"/>
              <a:ext cx="250095" cy="250095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5" name="Oval 4"/>
            <p:cNvSpPr>
              <a:spLocks noChangeAspect="1"/>
            </p:cNvSpPr>
            <p:nvPr/>
          </p:nvSpPr>
          <p:spPr>
            <a:xfrm>
              <a:off x="8491268" y="4326269"/>
              <a:ext cx="250095" cy="250095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3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Oval 4"/>
            <p:cNvSpPr>
              <a:spLocks noChangeAspect="1"/>
            </p:cNvSpPr>
            <p:nvPr/>
          </p:nvSpPr>
          <p:spPr>
            <a:xfrm>
              <a:off x="8491796" y="5132666"/>
              <a:ext cx="250095" cy="250095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4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Oval 4"/>
            <p:cNvSpPr>
              <a:spLocks noChangeAspect="1"/>
            </p:cNvSpPr>
            <p:nvPr/>
          </p:nvSpPr>
          <p:spPr>
            <a:xfrm>
              <a:off x="8491268" y="3553472"/>
              <a:ext cx="250095" cy="250095"/>
            </a:xfrm>
            <a:prstGeom prst="ellipse">
              <a:avLst/>
            </a:prstGeom>
            <a:solidFill>
              <a:srgbClr val="00B0F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zh-CN" sz="1400" b="1" dirty="0">
                  <a:solidFill>
                    <a:schemeClr val="bg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2</a:t>
              </a:r>
              <a:endParaRPr lang="zh-CN" altLang="en-US" sz="1400" b="1" dirty="0">
                <a:solidFill>
                  <a:schemeClr val="bg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5966857" y="2547992"/>
              <a:ext cx="23407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发现阶段 </a:t>
              </a:r>
              <a:r>
                <a:rPr lang="en-US" altLang="zh-CN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DISCOVER</a:t>
              </a:r>
              <a:endParaRPr lang="zh-CN" altLang="en-US" sz="14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949601" y="3367726"/>
              <a:ext cx="24449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提供阶段  中继</a:t>
              </a:r>
              <a:r>
                <a:rPr lang="en-US" altLang="zh-CN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OFFER</a:t>
              </a:r>
              <a:endParaRPr lang="zh-CN" altLang="en-US" sz="14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5954617" y="4182442"/>
              <a:ext cx="2266967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选择阶段 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REQUEST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954617" y="4980093"/>
              <a:ext cx="218842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确认阶段 中继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ACK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701599" y="2710855"/>
              <a:ext cx="2284600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中继单播</a:t>
              </a:r>
              <a:r>
                <a:rPr lang="en-US" altLang="zh-CN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DISCOVER</a:t>
              </a:r>
              <a:endParaRPr lang="zh-CN" altLang="en-US" sz="14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736748" y="3511448"/>
              <a:ext cx="2153154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服务器单播</a:t>
              </a:r>
              <a:r>
                <a:rPr lang="en-US" altLang="zh-CN" sz="1400" dirty="0">
                  <a:solidFill>
                    <a:srgbClr val="EC706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OFFER</a:t>
              </a:r>
              <a:endParaRPr lang="zh-CN" altLang="en-US" sz="1400" dirty="0">
                <a:solidFill>
                  <a:srgbClr val="EC706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734340" y="4294893"/>
              <a:ext cx="22108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中继单播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REQUEST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734340" y="5087802"/>
              <a:ext cx="1952779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服务器单播</a:t>
              </a:r>
              <a:r>
                <a:rPr lang="en-US" altLang="zh-CN" sz="14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DHCP ACK</a:t>
              </a:r>
              <a:endParaRPr lang="zh-CN" altLang="en-US" sz="14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6498874" y="1448793"/>
            <a:ext cx="11299825" cy="423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有中继场景时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客户端首次接入网络的工作原理：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配置命令介绍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1917" y="1785108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[Huawei-GigabitEthernet0/0/0]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select relay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1384" y="1365312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使能接口的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中继功能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31917" y="2624700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[Huawei-GigabitEthernet0/0/0]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relay server-ip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endParaRPr lang="zh-CN" altLang="en-US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1384" y="2204904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2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在接口视图下配置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服务器的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地址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31917" y="3464292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server group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group-name</a:t>
            </a:r>
            <a:endParaRPr lang="en-US" altLang="zh-CN" sz="1600" i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1384" y="3044496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3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创建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服务器组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31917" y="4303884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[Huawei-DHCP-server-group-HW]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DHCP-server</a:t>
            </a: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[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ip-address-index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]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1384" y="3884088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4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在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服务器组中配置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服务器成员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31917" y="5143476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[Huawei-GigabitEthernet0/0/0]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relay server-select </a:t>
            </a:r>
            <a:r>
              <a:rPr lang="en-US" altLang="zh-CN" sz="1600" i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group-name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51384" y="4723680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5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配置接口应用的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服务器组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31917" y="5989849"/>
            <a:ext cx="10608699" cy="338554"/>
          </a:xfrm>
          <a:prstGeom prst="rect">
            <a:avLst/>
          </a:prstGeom>
          <a:solidFill>
            <a:srgbClr val="F3FBFE"/>
          </a:solidFill>
          <a:ln>
            <a:solidFill>
              <a:srgbClr val="99DFF9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[Huawei-GigabitEthernet0/0/0]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</a:t>
            </a:r>
            <a:r>
              <a:rPr lang="en-US" altLang="zh-CN" sz="1600" b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address DHCP-alloc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 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51384" y="5570053"/>
            <a:ext cx="110892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buFont typeface="+mj-lt"/>
              <a:buAutoNum type="arabicPeriod" startAt="6"/>
            </a:pP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开启接口下的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Client</a:t>
            </a:r>
            <a:r>
              <a:rPr lang="zh-CN" altLang="en-US" sz="1600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功能</a:t>
            </a:r>
            <a:endParaRPr lang="zh-CN" altLang="en-US" sz="1600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594177" y="420025"/>
            <a:ext cx="9827761" cy="640800"/>
          </a:xfrm>
        </p:spPr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(1)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/>
          </p:nvPr>
        </p:nvSpPr>
        <p:spPr>
          <a:xfrm>
            <a:off x="446088" y="2966217"/>
            <a:ext cx="5514472" cy="30818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sym typeface="Huawei Sans" panose="020C0503030203020204" pitchFamily="34" charset="0"/>
              </a:rPr>
              <a:t>配置要求：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ym typeface="Huawei Sans" panose="020C0503030203020204" pitchFamily="34" charset="0"/>
              </a:rPr>
              <a:t>通过</a:t>
            </a:r>
            <a:r>
              <a:rPr lang="en-US" altLang="zh-CN" sz="1600" dirty="0"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sym typeface="Huawei Sans" panose="020C0503030203020204" pitchFamily="34" charset="0"/>
              </a:rPr>
              <a:t>获取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地址。</a:t>
            </a:r>
            <a:endParaRPr lang="en-US" altLang="zh-CN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GE0/0/0</a:t>
            </a:r>
            <a:r>
              <a:rPr lang="zh-CN" altLang="en-US" sz="1600" dirty="0">
                <a:sym typeface="Huawei Sans" panose="020C0503030203020204" pitchFamily="34" charset="0"/>
              </a:rPr>
              <a:t>接口开启</a:t>
            </a:r>
            <a:r>
              <a:rPr lang="en-US" altLang="zh-CN" sz="1600" dirty="0">
                <a:sym typeface="Huawei Sans" panose="020C0503030203020204" pitchFamily="34" charset="0"/>
              </a:rPr>
              <a:t>DHCP Relay</a:t>
            </a:r>
            <a:r>
              <a:rPr lang="zh-CN" altLang="en-US" sz="1600" dirty="0">
                <a:sym typeface="Huawei Sans" panose="020C0503030203020204" pitchFamily="34" charset="0"/>
              </a:rPr>
              <a:t>功能，并且指定</a:t>
            </a:r>
            <a:r>
              <a:rPr lang="en-US" altLang="zh-CN" sz="1600" dirty="0">
                <a:sym typeface="Huawei Sans" panose="020C0503030203020204" pitchFamily="34" charset="0"/>
              </a:rPr>
              <a:t>DHCP Server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地址为</a:t>
            </a:r>
            <a:r>
              <a:rPr lang="en-US" altLang="zh-CN" sz="1600" dirty="0">
                <a:sym typeface="Huawei Sans" panose="020C0503030203020204" pitchFamily="34" charset="0"/>
              </a:rPr>
              <a:t>10.1.1.2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R3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创建地址池名字为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”HW-1”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，地址范围为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192.168.10/24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，网关为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192.168.1.1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65000"/>
                </a:schemeClr>
              </a:solidFill>
              <a:sym typeface="Huawei Sans" panose="020C0503030203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62160" y="1615138"/>
            <a:ext cx="4828436" cy="1144874"/>
            <a:chOff x="967019" y="1652746"/>
            <a:chExt cx="4828436" cy="1144874"/>
          </a:xfrm>
        </p:grpSpPr>
        <p:grpSp>
          <p:nvGrpSpPr>
            <p:cNvPr id="2" name="组合 1"/>
            <p:cNvGrpSpPr/>
            <p:nvPr/>
          </p:nvGrpSpPr>
          <p:grpSpPr>
            <a:xfrm>
              <a:off x="967019" y="1652746"/>
              <a:ext cx="4828436" cy="1144874"/>
              <a:chOff x="967019" y="1652746"/>
              <a:chExt cx="4828436" cy="114487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967019" y="1652746"/>
                <a:ext cx="4828436" cy="847066"/>
                <a:chOff x="747224" y="1577134"/>
                <a:chExt cx="4828436" cy="847066"/>
              </a:xfrm>
            </p:grpSpPr>
            <p:pic>
              <p:nvPicPr>
                <p:cNvPr id="5" name="图片 4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4800" y="1981400"/>
                  <a:ext cx="540000" cy="442800"/>
                </a:xfrm>
                <a:prstGeom prst="rect">
                  <a:avLst/>
                </a:prstGeom>
              </p:spPr>
            </p:pic>
            <p:pic>
              <p:nvPicPr>
                <p:cNvPr id="6" name="图片 5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38839" y="1981400"/>
                  <a:ext cx="540000" cy="442800"/>
                </a:xfrm>
                <a:prstGeom prst="rect">
                  <a:avLst/>
                </a:prstGeom>
              </p:spPr>
            </p:pic>
            <p:pic>
              <p:nvPicPr>
                <p:cNvPr id="7" name="图片 6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35860" y="1981400"/>
                  <a:ext cx="540000" cy="442800"/>
                </a:xfrm>
                <a:prstGeom prst="rect">
                  <a:avLst/>
                </a:prstGeom>
              </p:spPr>
            </p:pic>
            <p:cxnSp>
              <p:nvCxnSpPr>
                <p:cNvPr id="8" name="直接连接符 7"/>
                <p:cNvCxnSpPr>
                  <a:stCxn id="5" idx="3"/>
                  <a:endCxn id="6" idx="1"/>
                </p:cNvCxnSpPr>
                <p:nvPr/>
              </p:nvCxnSpPr>
              <p:spPr bwMode="auto">
                <a:xfrm>
                  <a:off x="1594800" y="2202800"/>
                  <a:ext cx="134403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" name="直接连接符 8"/>
                <p:cNvCxnSpPr>
                  <a:stCxn id="6" idx="3"/>
                  <a:endCxn id="7" idx="1"/>
                </p:cNvCxnSpPr>
                <p:nvPr/>
              </p:nvCxnSpPr>
              <p:spPr bwMode="auto">
                <a:xfrm>
                  <a:off x="3478839" y="2202800"/>
                  <a:ext cx="1357021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0" name="文本框 9"/>
                <p:cNvSpPr txBox="1"/>
                <p:nvPr/>
              </p:nvSpPr>
              <p:spPr bwMode="auto">
                <a:xfrm>
                  <a:off x="747224" y="1577172"/>
                  <a:ext cx="1039734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Client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 bwMode="auto">
                <a:xfrm>
                  <a:off x="2632866" y="1577134"/>
                  <a:ext cx="1015690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Relay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 bwMode="auto">
                <a:xfrm>
                  <a:off x="4502262" y="1577134"/>
                  <a:ext cx="1073398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Server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 bwMode="auto">
              <a:xfrm>
                <a:off x="1326924" y="2385795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3202143" y="2385761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 bwMode="auto">
              <a:xfrm>
                <a:off x="5126388" y="2378605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R3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 bwMode="auto">
            <a:xfrm>
              <a:off x="1766176" y="219577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2477865" y="219577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 bwMode="auto">
            <a:xfrm>
              <a:off x="3659163" y="219873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4400155" y="2204398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 bwMode="auto">
            <a:xfrm>
              <a:off x="3659163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 bwMode="auto">
            <a:xfrm>
              <a:off x="4803553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.2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 bwMode="auto">
            <a:xfrm>
              <a:off x="3945974" y="1948787"/>
              <a:ext cx="983630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10.1.1.0/24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 bwMode="auto">
            <a:xfrm>
              <a:off x="1814595" y="1948787"/>
              <a:ext cx="1208050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 bwMode="auto">
            <a:xfrm>
              <a:off x="2932741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6117029" y="2770222"/>
            <a:ext cx="5578474" cy="3477875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server group HW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[R2-DHCP-server-group-HW]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DHCP-server 10.1.1.2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[R2-DHCP-server-group-HW]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GigabitEthernet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0/0/1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address 10.1.1.1 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GigabitEthernet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0/0/0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address 192.168.1.1 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select relay 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relay server-select HW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[R2-GigabitEthernet0/0/0]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117030" y="1685268"/>
            <a:ext cx="5578474" cy="1015663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GigabitEthernet0/0/0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address DHCP-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alloc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[R1-GigabitEthernet0/0/0]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117029" y="1276584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、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配置如下：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sym typeface="Huawei Sans" panose="020C0503030203020204" pitchFamily="34" charset="0"/>
              </a:rPr>
              <a:t>配置举例 </a:t>
            </a:r>
            <a:r>
              <a:rPr lang="en-US" altLang="zh-CN" dirty="0">
                <a:sym typeface="Huawei Sans" panose="020C0503030203020204" pitchFamily="34" charset="0"/>
              </a:rPr>
              <a:t>(2)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762160" y="1615138"/>
            <a:ext cx="4828436" cy="1144874"/>
            <a:chOff x="967019" y="1652746"/>
            <a:chExt cx="4828436" cy="1144874"/>
          </a:xfrm>
        </p:grpSpPr>
        <p:grpSp>
          <p:nvGrpSpPr>
            <p:cNvPr id="2" name="组合 1"/>
            <p:cNvGrpSpPr/>
            <p:nvPr/>
          </p:nvGrpSpPr>
          <p:grpSpPr>
            <a:xfrm>
              <a:off x="967019" y="1652746"/>
              <a:ext cx="4828436" cy="1144874"/>
              <a:chOff x="967019" y="1652746"/>
              <a:chExt cx="4828436" cy="1144874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967019" y="1652746"/>
                <a:ext cx="4828436" cy="847066"/>
                <a:chOff x="747224" y="1577134"/>
                <a:chExt cx="4828436" cy="847066"/>
              </a:xfrm>
            </p:grpSpPr>
            <p:pic>
              <p:nvPicPr>
                <p:cNvPr id="5" name="图片 4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54800" y="1981400"/>
                  <a:ext cx="540000" cy="442800"/>
                </a:xfrm>
                <a:prstGeom prst="rect">
                  <a:avLst/>
                </a:prstGeom>
              </p:spPr>
            </p:pic>
            <p:pic>
              <p:nvPicPr>
                <p:cNvPr id="6" name="图片 5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38839" y="1981400"/>
                  <a:ext cx="540000" cy="442800"/>
                </a:xfrm>
                <a:prstGeom prst="rect">
                  <a:avLst/>
                </a:prstGeom>
              </p:spPr>
            </p:pic>
            <p:pic>
              <p:nvPicPr>
                <p:cNvPr id="7" name="图片 6"/>
                <p:cNvPicPr/>
                <p:nvPr/>
              </p:nvPicPr>
              <p:blipFill>
                <a:blip r:embed="rId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835860" y="1981400"/>
                  <a:ext cx="540000" cy="442800"/>
                </a:xfrm>
                <a:prstGeom prst="rect">
                  <a:avLst/>
                </a:prstGeom>
              </p:spPr>
            </p:pic>
            <p:cxnSp>
              <p:nvCxnSpPr>
                <p:cNvPr id="8" name="直接连接符 7"/>
                <p:cNvCxnSpPr>
                  <a:stCxn id="5" idx="3"/>
                  <a:endCxn id="6" idx="1"/>
                </p:cNvCxnSpPr>
                <p:nvPr/>
              </p:nvCxnSpPr>
              <p:spPr bwMode="auto">
                <a:xfrm>
                  <a:off x="1594800" y="2202800"/>
                  <a:ext cx="1344039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" name="直接连接符 8"/>
                <p:cNvCxnSpPr>
                  <a:stCxn id="6" idx="3"/>
                  <a:endCxn id="7" idx="1"/>
                </p:cNvCxnSpPr>
                <p:nvPr/>
              </p:nvCxnSpPr>
              <p:spPr bwMode="auto">
                <a:xfrm>
                  <a:off x="3478839" y="2202800"/>
                  <a:ext cx="1357021" cy="0"/>
                </a:xfrm>
                <a:prstGeom prst="lin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0" name="文本框 9"/>
                <p:cNvSpPr txBox="1"/>
                <p:nvPr/>
              </p:nvSpPr>
              <p:spPr bwMode="auto">
                <a:xfrm>
                  <a:off x="747224" y="1577172"/>
                  <a:ext cx="1039734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Client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 bwMode="auto">
                <a:xfrm>
                  <a:off x="2632866" y="1577134"/>
                  <a:ext cx="1015690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Relay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 bwMode="auto">
                <a:xfrm>
                  <a:off x="4502262" y="1577134"/>
                  <a:ext cx="1073398" cy="365658"/>
                </a:xfrm>
                <a:prstGeom prst="rect">
                  <a:avLst/>
                </a:prstGeom>
                <a:noFill/>
                <a:ln w="9525" algn="ctr">
                  <a:noFill/>
                  <a:miter lim="800000"/>
                </a:ln>
              </p:spPr>
              <p:txBody>
                <a:bodyPr vert="horz" wrap="none" lIns="87802" tIns="43901" rIns="87802" bIns="43901" numCol="1" rtlCol="0" anchor="ctr" anchorCtr="0" compatLnSpc="1">
                  <a:spAutoFit/>
                </a:bodyPr>
                <a:lstStyle/>
                <a:p>
                  <a:pPr fontAlgn="ctr">
                    <a:lnSpc>
                      <a:spcPct val="150000"/>
                    </a:lnSpc>
                  </a:pPr>
                  <a:r>
                    <a:rPr lang="en-US" altLang="zh-CN" sz="1200" dirty="0">
                      <a:latin typeface="Huawei Sans" panose="020C0503030203020204" pitchFamily="34" charset="0"/>
                      <a:ea typeface="方正兰亭黑简体" panose="02000000000000000000" pitchFamily="2" charset="-122"/>
                      <a:sym typeface="Huawei Sans" panose="020C0503030203020204" pitchFamily="34" charset="0"/>
                    </a:rPr>
                    <a:t>DHCP Server</a:t>
                  </a:r>
                  <a:endParaRPr lang="zh-CN" altLang="en-US" sz="1200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 bwMode="auto">
              <a:xfrm>
                <a:off x="1326924" y="2385795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R1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4" name="文本框 13"/>
              <p:cNvSpPr txBox="1"/>
              <p:nvPr/>
            </p:nvSpPr>
            <p:spPr bwMode="auto">
              <a:xfrm>
                <a:off x="3202143" y="2385761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R2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 bwMode="auto">
              <a:xfrm>
                <a:off x="5126388" y="2378605"/>
                <a:ext cx="398533" cy="411825"/>
              </a:xfrm>
              <a:prstGeom prst="rect">
                <a:avLst/>
              </a:prstGeom>
              <a:noFill/>
              <a:ln w="9525" algn="ctr">
                <a:noFill/>
                <a:miter lim="800000"/>
              </a:ln>
            </p:spPr>
            <p:txBody>
              <a:bodyPr vert="horz" wrap="none" lIns="87802" tIns="43901" rIns="87802" bIns="43901" numCol="1" rtlCol="0" anchor="ctr" anchorCtr="0" compatLnSpc="1">
                <a:spAutoFit/>
              </a:bodyPr>
              <a:lstStyle/>
              <a:p>
                <a:pPr fontAlgn="ctr">
                  <a:lnSpc>
                    <a:spcPct val="150000"/>
                  </a:lnSpc>
                </a:pPr>
                <a:r>
                  <a:rPr lang="en-US" altLang="zh-CN" sz="1400" b="1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R3</a:t>
                </a:r>
                <a:endParaRPr lang="zh-CN" altLang="en-US" sz="1400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 bwMode="auto">
            <a:xfrm>
              <a:off x="1766176" y="219577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 bwMode="auto">
            <a:xfrm>
              <a:off x="2477865" y="219577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GE0/0/0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8" name="文本框 17"/>
            <p:cNvSpPr txBox="1"/>
            <p:nvPr/>
          </p:nvSpPr>
          <p:spPr bwMode="auto">
            <a:xfrm>
              <a:off x="3659163" y="2198736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 bwMode="auto">
            <a:xfrm>
              <a:off x="4400155" y="2204398"/>
              <a:ext cx="749591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GE0/0/1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6" name="文本框 25"/>
            <p:cNvSpPr txBox="1"/>
            <p:nvPr/>
          </p:nvSpPr>
          <p:spPr bwMode="auto">
            <a:xfrm>
              <a:off x="3659163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 bwMode="auto">
            <a:xfrm>
              <a:off x="4803553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.2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 bwMode="auto">
            <a:xfrm>
              <a:off x="3945974" y="1948787"/>
              <a:ext cx="983630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10.1.1.0/24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 bwMode="auto">
            <a:xfrm>
              <a:off x="1814595" y="1948787"/>
              <a:ext cx="1208050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192.168.1.0/24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31" name="文本框 30"/>
            <p:cNvSpPr txBox="1"/>
            <p:nvPr/>
          </p:nvSpPr>
          <p:spPr bwMode="auto">
            <a:xfrm>
              <a:off x="2932741" y="1948787"/>
              <a:ext cx="299147" cy="365658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802" tIns="43901" rIns="87802" bIns="43901" numCol="1" rtlCol="0" anchor="ctr" anchorCtr="0" compatLnSpc="1">
              <a:spAutoFit/>
            </a:bodyPr>
            <a:lstStyle/>
            <a:p>
              <a:pPr fontAlgn="ctr">
                <a:lnSpc>
                  <a:spcPct val="150000"/>
                </a:lnSpc>
              </a:pPr>
              <a:r>
                <a:rPr lang="en-US" altLang="zh-CN" sz="1200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.1</a:t>
              </a:r>
              <a:endParaRPr lang="zh-CN" altLang="en-US" sz="12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</p:grpSp>
      <p:sp>
        <p:nvSpPr>
          <p:cNvPr id="33" name="文本框 32"/>
          <p:cNvSpPr txBox="1"/>
          <p:nvPr/>
        </p:nvSpPr>
        <p:spPr>
          <a:xfrm>
            <a:off x="6233143" y="1850127"/>
            <a:ext cx="1470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R3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配置如下：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33143" y="2298061"/>
            <a:ext cx="5304909" cy="2862322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pool HW-1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[R3-ip-pool-HW-1]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network 192.168.1.0 mask 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[R3-ip-pool-HW-1]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gateway-list 192.168.1.1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[R3-ip-pool-HW-1]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interface </a:t>
            </a:r>
            <a:r>
              <a:rPr lang="en-US" altLang="zh-CN" sz="1200" b="1" dirty="0" err="1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GigabitEthernet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0/0/1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[R3-GigabitEthernet0/0/1]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address 10.1.1.2 24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[R3-GigabitEthernet0/0/1]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select global 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[R3-GigabitEthernet0/0/1]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quit</a:t>
            </a:r>
            <a:endParaRPr lang="en-US" altLang="zh-CN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[R3]</a:t>
            </a:r>
            <a:r>
              <a:rPr lang="en-US" altLang="zh-CN" sz="1200" b="1" dirty="0"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 route-static 192.168.1.0 255.255.255.0 10.1.1.1</a:t>
            </a:r>
            <a:endParaRPr lang="zh-CN" altLang="en-US" sz="1200" b="1" dirty="0"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5" name="文本占位符 21"/>
          <p:cNvSpPr>
            <a:spLocks noGrp="1"/>
          </p:cNvSpPr>
          <p:nvPr>
            <p:ph type="body" sz="quarter" idx="10"/>
          </p:nvPr>
        </p:nvSpPr>
        <p:spPr>
          <a:xfrm>
            <a:off x="446088" y="2966217"/>
            <a:ext cx="5514472" cy="308188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>
                <a:sym typeface="Huawei Sans" panose="020C0503030203020204" pitchFamily="34" charset="0"/>
              </a:rPr>
              <a:t>配置要求：</a:t>
            </a:r>
            <a:endParaRPr lang="zh-CN" altLang="en-US" sz="1800" dirty="0"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GE0/0/0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接口通过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DHCP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获取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地址。</a:t>
            </a:r>
            <a:endParaRPr lang="en-US" altLang="zh-CN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GE0/0/0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接口开启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DHCP Relay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功能，并且指定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DHCP Server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地址为</a:t>
            </a:r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10.1.1.2</a:t>
            </a:r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sym typeface="Huawei Sans" panose="020C0503030203020204" pitchFamily="34" charset="0"/>
              </a:rPr>
              <a:t>。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sym typeface="Huawei Sans" panose="020C0503030203020204" pitchFamily="34" charset="0"/>
            </a:endParaRPr>
          </a:p>
          <a:p>
            <a:pPr lvl="1"/>
            <a:r>
              <a:rPr lang="en-US" altLang="zh-CN" sz="1600" dirty="0">
                <a:sym typeface="Huawei Sans" panose="020C0503030203020204" pitchFamily="34" charset="0"/>
              </a:rPr>
              <a:t>R3</a:t>
            </a:r>
            <a:r>
              <a:rPr lang="zh-CN" altLang="en-US" sz="1600" dirty="0">
                <a:sym typeface="Huawei Sans" panose="020C0503030203020204" pitchFamily="34" charset="0"/>
              </a:rPr>
              <a:t>创建名字为</a:t>
            </a:r>
            <a:r>
              <a:rPr lang="en-US" altLang="zh-CN" sz="1600" dirty="0">
                <a:sym typeface="Huawei Sans" panose="020C0503030203020204" pitchFamily="34" charset="0"/>
              </a:rPr>
              <a:t>”HW-1”</a:t>
            </a:r>
            <a:r>
              <a:rPr lang="zh-CN" altLang="en-US" sz="1600" dirty="0">
                <a:sym typeface="Huawei Sans" panose="020C0503030203020204" pitchFamily="34" charset="0"/>
              </a:rPr>
              <a:t>的地址池，地址范围为</a:t>
            </a:r>
            <a:r>
              <a:rPr lang="en-US" altLang="zh-CN" sz="1600" dirty="0">
                <a:sym typeface="Huawei Sans" panose="020C0503030203020204" pitchFamily="34" charset="0"/>
              </a:rPr>
              <a:t>192.168.1.0/24</a:t>
            </a:r>
            <a:r>
              <a:rPr lang="zh-CN" altLang="en-US" sz="1600" dirty="0">
                <a:sym typeface="Huawei Sans" panose="020C0503030203020204" pitchFamily="34" charset="0"/>
              </a:rPr>
              <a:t>，网关为</a:t>
            </a:r>
            <a:r>
              <a:rPr lang="en-US" altLang="zh-CN" sz="1600" dirty="0">
                <a:sym typeface="Huawei Sans" panose="020C0503030203020204" pitchFamily="34" charset="0"/>
              </a:rPr>
              <a:t>192.168.1.1</a:t>
            </a:r>
            <a:r>
              <a:rPr lang="zh-CN" altLang="en-US" sz="1600" dirty="0">
                <a:sym typeface="Huawei Sans" panose="020C0503030203020204" pitchFamily="34" charset="0"/>
              </a:rPr>
              <a:t>。</a:t>
            </a:r>
            <a:endParaRPr lang="zh-CN" altLang="en-US" sz="16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sym typeface="Huawei Sans" panose="020C0503030203020204" pitchFamily="34" charset="0"/>
              </a:rPr>
              <a:t>配置验证</a:t>
            </a:r>
            <a:endParaRPr lang="zh-CN" altLang="en-US" dirty="0">
              <a:sym typeface="Huawei Sans" panose="020C0503030203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369623" y="1336076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查看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R2 DHCP Relay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信息：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308231" y="1674630"/>
            <a:ext cx="5366302" cy="3477875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</a:t>
            </a:r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R2&gt;display DHCP 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relay all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DHCP relay agent running information of interfaceGigabitEthernet0/0/0 :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Server group name                           : HW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Gateway address in use                     : 192.168.1.1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</a:t>
            </a:r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R2&gt;display DHCP 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relay statistics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The statistics of DHCP RELAY: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packets received from clients     : 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packets sent to clients               : 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packets received from servers    : 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packets sent to servers              : 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……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54176" y="1689963"/>
            <a:ext cx="5304909" cy="3170099"/>
          </a:xfrm>
          <a:prstGeom prst="rect">
            <a:avLst/>
          </a:prstGeom>
          <a:solidFill>
            <a:srgbClr val="F4FBFE"/>
          </a:solidFill>
          <a:ln>
            <a:solidFill>
              <a:srgbClr val="99DFF9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&lt;</a:t>
            </a:r>
            <a:r>
              <a:rPr lang="en-US" altLang="zh-CN" sz="120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R1&gt;display DHCP 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client 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DHCP client lease information on interface GigabitEthernet0/0/0 :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Current machine state           : Bound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Internet address assigned via : DHCP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Physical address                    : 00e0-fce6-4691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IP address                             : 192.168.1.254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Subnet mask                         : 255.255.255.0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Gateway </a:t>
            </a:r>
            <a:r>
              <a:rPr lang="en-US" altLang="zh-CN" sz="1200" dirty="0" err="1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ip</a:t>
            </a: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address               : 192.168.1.1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 DHCP server                         : 10.1.1.2</a:t>
            </a:r>
            <a:endParaRPr lang="en-US" altLang="zh-CN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  <a:p>
            <a:pPr>
              <a:lnSpc>
                <a:spcPts val="2400"/>
              </a:lnSpc>
            </a:pPr>
            <a:r>
              <a:rPr lang="en-US" altLang="zh-CN" sz="1200" dirty="0">
                <a:solidFill>
                  <a:prstClr val="black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Courier New" panose="02070309020205020404" pitchFamily="49" charset="0"/>
                <a:sym typeface="Huawei Sans" panose="020C0503030203020204" pitchFamily="34" charset="0"/>
              </a:rPr>
              <a:t>……</a:t>
            </a:r>
            <a:endParaRPr lang="zh-CN" altLang="en-US" sz="1200" dirty="0">
              <a:solidFill>
                <a:prstClr val="black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Courier New" panose="02070309020205020404" pitchFamily="49" charset="0"/>
              <a:sym typeface="Huawei Sans" panose="020C0503030203020204" pitchFamily="3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73202" y="1336076"/>
            <a:ext cx="43107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查看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R1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GE0/0/0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接口获取到的</a:t>
            </a:r>
            <a:r>
              <a:rPr lang="en-US" altLang="zh-CN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sz="1600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地址信息：</a:t>
            </a:r>
            <a:endParaRPr lang="zh-CN" altLang="en-US" sz="1600" b="1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  <p:sp>
        <p:nvSpPr>
          <p:cNvPr id="37" name="文本占位符 21"/>
          <p:cNvSpPr>
            <a:spLocks noGrp="1"/>
          </p:cNvSpPr>
          <p:nvPr>
            <p:ph type="body" sz="quarter" idx="10"/>
          </p:nvPr>
        </p:nvSpPr>
        <p:spPr>
          <a:xfrm>
            <a:off x="554176" y="4920914"/>
            <a:ext cx="5304909" cy="99115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600" dirty="0">
                <a:sym typeface="Huawei Sans" panose="020C0503030203020204" pitchFamily="34" charset="0"/>
              </a:rPr>
              <a:t>从上图中可以看到</a:t>
            </a:r>
            <a:r>
              <a:rPr lang="en-US" altLang="zh-CN" sz="1600" dirty="0">
                <a:sym typeface="Huawei Sans" panose="020C0503030203020204" pitchFamily="34" charset="0"/>
              </a:rPr>
              <a:t>R1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GE0/0/0</a:t>
            </a:r>
            <a:r>
              <a:rPr lang="zh-CN" altLang="en-US" sz="1600" dirty="0">
                <a:sym typeface="Huawei Sans" panose="020C0503030203020204" pitchFamily="34" charset="0"/>
              </a:rPr>
              <a:t>接口已获取到</a:t>
            </a:r>
            <a:r>
              <a:rPr lang="en-US" altLang="zh-CN" sz="1600" dirty="0">
                <a:sym typeface="Huawei Sans" panose="020C0503030203020204" pitchFamily="34" charset="0"/>
              </a:rPr>
              <a:t>IP</a:t>
            </a:r>
            <a:r>
              <a:rPr lang="zh-CN" altLang="en-US" sz="1600" dirty="0">
                <a:sym typeface="Huawei Sans" panose="020C0503030203020204" pitchFamily="34" charset="0"/>
              </a:rPr>
              <a:t>地址和网关地址。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  <p:sp>
        <p:nvSpPr>
          <p:cNvPr id="38" name="文本占位符 21"/>
          <p:cNvSpPr txBox="1"/>
          <p:nvPr/>
        </p:nvSpPr>
        <p:spPr bwMode="auto">
          <a:xfrm>
            <a:off x="6308231" y="5152505"/>
            <a:ext cx="5304909" cy="9911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2260" indent="-302260" algn="just" defTabSz="913765" rtl="0" eaLnBrk="1" fontAlgn="auto" latinLnBrk="0" hangingPunct="1">
              <a:lnSpc>
                <a:spcPct val="140000"/>
              </a:lnSpc>
              <a:spcBef>
                <a:spcPts val="790"/>
              </a:spcBef>
              <a:buClrTx/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54685" indent="-252095" algn="l" defTabSz="913765" rtl="0" eaLnBrk="1" latinLnBrk="0" hangingPunct="1">
              <a:lnSpc>
                <a:spcPct val="140000"/>
              </a:lnSpc>
              <a:spcBef>
                <a:spcPts val="720"/>
              </a:spcBef>
              <a:buClrTx/>
              <a:buFont typeface="Huawei Sans" panose="020C0503030203020204" pitchFamily="34" charset="0"/>
              <a:buChar char="▫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3935" indent="-201295" algn="l" defTabSz="913765" rtl="0" eaLnBrk="1" latinLnBrk="0" hangingPunct="1">
              <a:lnSpc>
                <a:spcPct val="140000"/>
              </a:lnSpc>
              <a:spcBef>
                <a:spcPts val="650"/>
              </a:spcBef>
              <a:buClrTx/>
              <a:buFont typeface="微软雅黑" panose="020B0503020204020204" pitchFamily="34" charset="-122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99540" indent="-198120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2765" indent="-201295" algn="l" defTabSz="913765" rtl="0" eaLnBrk="1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~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sym typeface="Huawei Sans" panose="020C0503030203020204" pitchFamily="34" charset="0"/>
              </a:rPr>
              <a:t>从上图中可以看到</a:t>
            </a:r>
            <a:r>
              <a:rPr lang="en-US" altLang="zh-CN" sz="1600" dirty="0"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ym typeface="Huawei Sans" panose="020C0503030203020204" pitchFamily="34" charset="0"/>
              </a:rPr>
              <a:t>的</a:t>
            </a:r>
            <a:r>
              <a:rPr lang="en-US" altLang="zh-CN" sz="1600" dirty="0">
                <a:sym typeface="Huawei Sans" panose="020C0503030203020204" pitchFamily="34" charset="0"/>
              </a:rPr>
              <a:t>GE0/0/0</a:t>
            </a:r>
            <a:r>
              <a:rPr lang="zh-CN" altLang="en-US" sz="1600" dirty="0">
                <a:sym typeface="Huawei Sans" panose="020C0503030203020204" pitchFamily="34" charset="0"/>
              </a:rPr>
              <a:t>接口开启了</a:t>
            </a:r>
            <a:r>
              <a:rPr lang="en-US" altLang="zh-CN" sz="1600" dirty="0">
                <a:sym typeface="Huawei Sans" panose="020C0503030203020204" pitchFamily="34" charset="0"/>
              </a:rPr>
              <a:t>DHCP Relay</a:t>
            </a:r>
            <a:r>
              <a:rPr lang="zh-CN" altLang="en-US" sz="1600" dirty="0">
                <a:sym typeface="Huawei Sans" panose="020C0503030203020204" pitchFamily="34" charset="0"/>
              </a:rPr>
              <a:t>功能，且</a:t>
            </a:r>
            <a:r>
              <a:rPr lang="en-US" altLang="zh-CN" sz="1600" dirty="0">
                <a:sym typeface="Huawei Sans" panose="020C0503030203020204" pitchFamily="34" charset="0"/>
              </a:rPr>
              <a:t>R2</a:t>
            </a:r>
            <a:r>
              <a:rPr lang="zh-CN" altLang="en-US" sz="1600" dirty="0">
                <a:sym typeface="Huawei Sans" panose="020C0503030203020204" pitchFamily="34" charset="0"/>
              </a:rPr>
              <a:t>作为</a:t>
            </a:r>
            <a:r>
              <a:rPr lang="en-US" altLang="zh-CN" sz="1600" dirty="0">
                <a:sym typeface="Huawei Sans" panose="020C0503030203020204" pitchFamily="34" charset="0"/>
              </a:rPr>
              <a:t>DHCP Relay</a:t>
            </a:r>
            <a:r>
              <a:rPr lang="zh-CN" altLang="en-US" sz="1600" dirty="0">
                <a:sym typeface="Huawei Sans" panose="020C0503030203020204" pitchFamily="34" charset="0"/>
              </a:rPr>
              <a:t>分别和</a:t>
            </a:r>
            <a:r>
              <a:rPr lang="en-US" altLang="zh-CN" sz="1600" dirty="0">
                <a:sym typeface="Huawei Sans" panose="020C0503030203020204" pitchFamily="34" charset="0"/>
              </a:rPr>
              <a:t>DHCP Client</a:t>
            </a:r>
            <a:r>
              <a:rPr lang="zh-CN" altLang="en-US" sz="1600" dirty="0">
                <a:sym typeface="Huawei Sans" panose="020C0503030203020204" pitchFamily="34" charset="0"/>
              </a:rPr>
              <a:t>、</a:t>
            </a:r>
            <a:r>
              <a:rPr lang="en-US" altLang="zh-CN" sz="1600" dirty="0">
                <a:sym typeface="Huawei Sans" panose="020C0503030203020204" pitchFamily="34" charset="0"/>
              </a:rPr>
              <a:t>DHCP Server</a:t>
            </a:r>
            <a:r>
              <a:rPr lang="zh-CN" altLang="en-US" sz="1600" dirty="0">
                <a:sym typeface="Huawei Sans" panose="020C0503030203020204" pitchFamily="34" charset="0"/>
              </a:rPr>
              <a:t>交互</a:t>
            </a:r>
            <a:r>
              <a:rPr lang="en-US" altLang="zh-CN" sz="1600" dirty="0">
                <a:sym typeface="Huawei Sans" panose="020C0503030203020204" pitchFamily="34" charset="0"/>
              </a:rPr>
              <a:t>4</a:t>
            </a:r>
            <a:r>
              <a:rPr lang="zh-CN" altLang="en-US" sz="1600" dirty="0">
                <a:sym typeface="Huawei Sans" panose="020C0503030203020204" pitchFamily="34" charset="0"/>
              </a:rPr>
              <a:t>次报文。</a:t>
            </a:r>
            <a:endParaRPr lang="zh-CN" altLang="en-US" sz="1400" dirty="0"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（单选题）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客户端向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Server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进行续租时会发送哪种报文？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DISCOVER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OFFER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REQUEST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ACK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（单选题</a:t>
            </a:r>
            <a:r>
              <a:rPr lang="zh-CN" altLang="en-US" sz="18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）以下哪条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命令可以开启路由器接口的</a:t>
            </a:r>
            <a:r>
              <a:rPr lang="en-US" altLang="zh-CN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sz="18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中继功能？</a:t>
            </a:r>
            <a:endParaRPr lang="en-US" altLang="zh-CN" sz="18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select server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select global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select interface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pPr marL="744220" lvl="1" indent="-342900">
              <a:buFont typeface="+mj-lt"/>
              <a:buAutoNum type="alphaUcPeriod"/>
            </a:pPr>
            <a:r>
              <a:rPr lang="en-US" altLang="zh-CN" sz="160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</a:t>
            </a:r>
            <a:r>
              <a:rPr lang="en-US" altLang="zh-CN" sz="1600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select relay</a:t>
            </a:r>
            <a:endParaRPr lang="en-US" altLang="zh-CN" sz="1600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本章节主要讲解了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报文的格式及关键字段</a:t>
            </a:r>
            <a:r>
              <a: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的作用。通过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报文交互介绍了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服务器如何给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客户端分配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地址等网络参数的过程，同时阐述了地址续租与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客户端重启之后如何获取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IP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地址的原理。</a:t>
            </a:r>
            <a:endParaRPr lang="en-US" altLang="zh-CN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  <a:p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当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客户端与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服务器不在一个广播域的时候，通过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 Relay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的中继功能，实现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报文的跨网段传输，从而完成</a:t>
            </a:r>
            <a:r>
              <a:rPr lang="en-US" altLang="zh-CN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DHCP</a:t>
            </a:r>
            <a:r>
              <a:rPr lang="zh-CN" altLang="en-US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rPr>
              <a:t>客户端与服务器之间的报文协商。</a:t>
            </a:r>
            <a:endParaRPr lang="zh-CN" altLang="en-US" dirty="0">
              <a:latin typeface="Huawei Sans" panose="020C0503030203020204" pitchFamily="34" charset="0"/>
              <a:ea typeface="方正兰亭黑简体" panose="02000000000000000000" pitchFamily="2" charset="-122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F3FBFE"/>
      </a:dk2>
      <a:lt2>
        <a:srgbClr val="BAE6F6"/>
      </a:lt2>
      <a:accent1>
        <a:srgbClr val="1AABE2"/>
      </a:accent1>
      <a:accent2>
        <a:srgbClr val="EC7061"/>
      </a:accent2>
      <a:accent3>
        <a:srgbClr val="8BC9A0"/>
      </a:accent3>
      <a:accent4>
        <a:srgbClr val="BAE6F6"/>
      </a:accent4>
      <a:accent5>
        <a:srgbClr val="F3FBFE"/>
      </a:accent5>
      <a:accent6>
        <a:srgbClr val="FFD17D"/>
      </a:accent6>
      <a:hlink>
        <a:srgbClr val="FFF2CC"/>
      </a:hlink>
      <a:folHlink>
        <a:srgbClr val="7F7F7F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12237</Words>
  <Application>WPS 演示</Application>
  <PresentationFormat>宽屏</PresentationFormat>
  <Paragraphs>960</Paragraphs>
  <Slides>31</Slides>
  <Notes>33</Notes>
  <HiddenSlides>1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Courier New</vt:lpstr>
      <vt:lpstr>Huawei Sans</vt:lpstr>
      <vt:lpstr>Segoe Print</vt:lpstr>
      <vt:lpstr>微软雅黑</vt:lpstr>
      <vt:lpstr>方正兰亭黑简体</vt:lpstr>
      <vt:lpstr>黑体</vt:lpstr>
      <vt:lpstr>Arial Unicode MS</vt:lpstr>
      <vt:lpstr>自定义设计方案</vt:lpstr>
      <vt:lpstr>DHCP原理与配置</vt:lpstr>
      <vt:lpstr>PowerPoint 演示文稿</vt:lpstr>
      <vt:lpstr>PowerPoint 演示文稿</vt:lpstr>
      <vt:lpstr>PowerPoint 演示文稿</vt:lpstr>
      <vt:lpstr>手工配置网络参数存在的问题</vt:lpstr>
      <vt:lpstr>DHCP的基本概念</vt:lpstr>
      <vt:lpstr>PowerPoint 演示文稿</vt:lpstr>
      <vt:lpstr>DHCP客户端首次接入网络的工作原理</vt:lpstr>
      <vt:lpstr>DHCP报文格式</vt:lpstr>
      <vt:lpstr>Options预定义选项字段介绍</vt:lpstr>
      <vt:lpstr>DHCP的消息类型</vt:lpstr>
      <vt:lpstr>Options自定义选项字段介绍</vt:lpstr>
      <vt:lpstr>Option 43应用举例</vt:lpstr>
      <vt:lpstr>DHCP地址续租</vt:lpstr>
      <vt:lpstr>DHCP客户端重用曾经使用过的地址</vt:lpstr>
      <vt:lpstr>DHCP分配IP地址顺序</vt:lpstr>
      <vt:lpstr>DHCP配置命令介绍 (1)</vt:lpstr>
      <vt:lpstr>DHCP配置命令介绍 (2)</vt:lpstr>
      <vt:lpstr>DHCP配置举例</vt:lpstr>
      <vt:lpstr>DHCP配置举例</vt:lpstr>
      <vt:lpstr>DHCP配置结果</vt:lpstr>
      <vt:lpstr>PowerPoint 演示文稿</vt:lpstr>
      <vt:lpstr>什么是DHCP Relay</vt:lpstr>
      <vt:lpstr>DHCP Relay报文格式</vt:lpstr>
      <vt:lpstr>DHCP Relay工作原理</vt:lpstr>
      <vt:lpstr>DHCP Relay配置命令介绍</vt:lpstr>
      <vt:lpstr>DHCP Relay配置举例 (1)</vt:lpstr>
      <vt:lpstr>DHCP Relay配置举例 (2)</vt:lpstr>
      <vt:lpstr>DHCP Relay配置验证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Administrator</cp:lastModifiedBy>
  <cp:revision>602</cp:revision>
  <dcterms:created xsi:type="dcterms:W3CDTF">2018-11-29T10:16:00Z</dcterms:created>
  <dcterms:modified xsi:type="dcterms:W3CDTF">2026-05-28T02:14:52Z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(3)H0ZWB1A6q9gr3YXOFuA9iazY99dnRKGNDlxI5h0akCNgSJI9F6ruNbVer0ZxPGel7T2qsCnU
kTdMwcADrqov0HbroszyNfbeYeMRRGyuQ3SvPTYofvSRarXzgoTgTGsmVbcjOzUsBwIAaqHS
ftTdMGUmucpM/wZZ7snmHRK5EWv1vn1D1qIRzyawxZol0L+i9Xd+u9JnopoF6VbIqf8Z9JcQ
f09/6A6yJDFQ3YrLdJ</vt:lpwstr>
  </property>
  <property fmtid="{D5CDD505-2E9C-101B-9397-08002B2CF9AE}" pid="3" name="_2015_ms_pID_7253431">
    <vt:lpwstr>96htYF4Nw5yM8FFjQOGD7aaQ5wNIV3mntQjo1hyyidvbsqMrGvoeuu
0jirxLjE8FADOQk1kvX/1cejvDSteERRNl/iVgrVhoHjd4WEqshY29jdWyjML7KmLREtTDln
PkYafd05S2w39CLeDNEkn73fbd727cLDZipuRvTQfCs//zLQgGs6VANxQwweCgD3vHFPoZEQ
Da9Pfvn3v04UrIhk4tC01XxUTw6HNk649abS</vt:lpwstr>
  </property>
  <property fmtid="{D5CDD505-2E9C-101B-9397-08002B2CF9AE}" pid="4" name="_2015_ms_pID_7253432">
    <vt:lpwstr>WV8ZF2k+jjhU8k2oVyUgwMQ=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1608170023</vt:lpwstr>
  </property>
  <property fmtid="{D5CDD505-2E9C-101B-9397-08002B2CF9AE}" pid="9" name="ContentTypeId">
    <vt:lpwstr>0x01010002C5B4B712841F4C8A7AAEE2CD191271</vt:lpwstr>
  </property>
  <property fmtid="{D5CDD505-2E9C-101B-9397-08002B2CF9AE}" pid="10" name="KSOProductBuildVer">
    <vt:lpwstr>2052-11.1.0.10009</vt:lpwstr>
  </property>
</Properties>
</file>