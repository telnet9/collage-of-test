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8" r:id="rId3"/>
    <p:sldId id="287" r:id="rId4"/>
    <p:sldId id="256" r:id="rId5"/>
    <p:sldId id="257" r:id="rId7"/>
    <p:sldId id="258" r:id="rId8"/>
    <p:sldId id="259" r:id="rId9"/>
    <p:sldId id="260" r:id="rId10"/>
    <p:sldId id="266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92" r:id="rId34"/>
    <p:sldId id="291" r:id="rId35"/>
    <p:sldId id="289" r:id="rId36"/>
    <p:sldId id="2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97125" y="1544320"/>
            <a:ext cx="82416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 b="1">
                <a:sym typeface="+mn-ea"/>
              </a:rPr>
              <a:t>rpm </a:t>
            </a:r>
            <a:r>
              <a:rPr lang="zh-CN" altLang="en-US" sz="6000" b="1">
                <a:sym typeface="+mn-ea"/>
              </a:rPr>
              <a:t>包的管理</a:t>
            </a:r>
            <a:r>
              <a:rPr lang="en-US" altLang="zh-CN" sz="6000" b="1">
                <a:sym typeface="+mn-ea"/>
              </a:rPr>
              <a:t>&amp;</a:t>
            </a:r>
            <a:endParaRPr lang="en-US" altLang="zh-CN" sz="6000" b="1">
              <a:sym typeface="+mn-ea"/>
            </a:endParaRPr>
          </a:p>
          <a:p>
            <a:r>
              <a:rPr lang="zh-CN" altLang="en-US" sz="6000" b="1">
                <a:sym typeface="+mn-ea"/>
              </a:rPr>
              <a:t>常见网络配置</a:t>
            </a:r>
            <a:r>
              <a:rPr lang="en-US" altLang="zh-CN" sz="6000" b="1">
                <a:sym typeface="+mn-ea"/>
              </a:rPr>
              <a:t>&amp;</a:t>
            </a:r>
            <a:endParaRPr lang="en-US" altLang="zh-CN" sz="6000" b="1">
              <a:sym typeface="+mn-ea"/>
            </a:endParaRPr>
          </a:p>
          <a:p>
            <a:r>
              <a:rPr lang="en-US" altLang="zh-CN" sz="6000" b="1">
                <a:sym typeface="+mn-ea"/>
              </a:rPr>
              <a:t>vsFTP</a:t>
            </a:r>
            <a:r>
              <a:rPr lang="zh-CN" altLang="en-US" sz="6000" b="1">
                <a:sym typeface="+mn-ea"/>
              </a:rPr>
              <a:t>服务配置</a:t>
            </a:r>
            <a:endParaRPr lang="zh-CN" altLang="en-US" sz="6000" b="1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64000" y="2470150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ym typeface="+mn-ea"/>
              </a:rPr>
              <a:t>rpm </a:t>
            </a:r>
            <a:r>
              <a:rPr lang="zh-CN" altLang="en-US" sz="4800" b="1">
                <a:sym typeface="+mn-ea"/>
              </a:rPr>
              <a:t>包的管理</a:t>
            </a:r>
            <a:endParaRPr lang="zh-CN" altLang="en-US" sz="4800" b="1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5745" y="240030"/>
            <a:ext cx="11092815" cy="6617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/>
              <a:t>rpm </a:t>
            </a:r>
            <a:r>
              <a:rPr lang="zh-CN" altLang="en-US" sz="3200" b="1"/>
              <a:t>包的管理</a:t>
            </a:r>
            <a:endParaRPr lang="zh-CN" altLang="en-US" sz="3200" b="1"/>
          </a:p>
          <a:p>
            <a:endParaRPr lang="zh-CN" altLang="en-US" sz="2800"/>
          </a:p>
          <a:p>
            <a:r>
              <a:rPr lang="zh-CN" altLang="en-US" sz="2800" b="1"/>
              <a:t>1   介绍</a:t>
            </a:r>
            <a:endParaRPr lang="zh-CN" altLang="en-US" sz="2800" b="1"/>
          </a:p>
          <a:p>
            <a:r>
              <a:rPr lang="en-US" altLang="zh-CN" sz="2800"/>
              <a:t>rpm </a:t>
            </a:r>
            <a:r>
              <a:rPr lang="zh-CN" altLang="en-US" sz="2800"/>
              <a:t>用于互联网下载包的打包及安装工具，它包含在某些 </a:t>
            </a:r>
            <a:r>
              <a:rPr lang="en-US" altLang="zh-CN" sz="2800"/>
              <a:t>Linux </a:t>
            </a:r>
            <a:r>
              <a:rPr lang="zh-CN" altLang="en-US" sz="2800"/>
              <a:t>分发版中。它生成具有.</a:t>
            </a:r>
            <a:r>
              <a:rPr lang="en-US" altLang="zh-CN" sz="2800"/>
              <a:t>RPM </a:t>
            </a:r>
            <a:r>
              <a:rPr lang="zh-CN" altLang="en-US" sz="2800"/>
              <a:t>扩展名的文件。</a:t>
            </a:r>
            <a:r>
              <a:rPr lang="en-US" altLang="zh-CN" sz="2800"/>
              <a:t>RPM</a:t>
            </a:r>
            <a:r>
              <a:rPr lang="zh-CN" altLang="en-US" sz="2800"/>
              <a:t>是 </a:t>
            </a:r>
            <a:r>
              <a:rPr lang="en-US" altLang="zh-CN" sz="2800"/>
              <a:t>RedHat Package Manager（RedHat </a:t>
            </a:r>
            <a:r>
              <a:rPr lang="zh-CN" altLang="en-US" sz="2800"/>
              <a:t>软件包管理工具）的缩写，类似 </a:t>
            </a:r>
            <a:r>
              <a:rPr lang="en-US" altLang="zh-CN" sz="2800"/>
              <a:t>windows </a:t>
            </a:r>
            <a:r>
              <a:rPr lang="zh-CN" altLang="en-US" sz="2800"/>
              <a:t>的 </a:t>
            </a:r>
            <a:r>
              <a:rPr lang="en-US" altLang="zh-CN" sz="2800"/>
              <a:t>setup.exe ，</a:t>
            </a:r>
            <a:r>
              <a:rPr lang="zh-CN" altLang="en-US" sz="2800"/>
              <a:t>安卓的</a:t>
            </a:r>
            <a:r>
              <a:rPr lang="en-US" altLang="zh-CN" sz="2800"/>
              <a:t>APK</a:t>
            </a:r>
            <a:r>
              <a:rPr lang="zh-CN" altLang="en-US" sz="2800"/>
              <a:t>，苹果的</a:t>
            </a:r>
            <a:r>
              <a:rPr lang="en-US" altLang="zh-CN" sz="2800"/>
              <a:t>IPA</a:t>
            </a:r>
            <a:r>
              <a:rPr lang="zh-CN" altLang="en-US" sz="2800"/>
              <a:t>，华为的</a:t>
            </a:r>
            <a:r>
              <a:rPr lang="en-US" altLang="zh-CN" sz="2800"/>
              <a:t>HAP</a:t>
            </a:r>
            <a:r>
              <a:rPr lang="zh-CN" altLang="en-US" sz="2800"/>
              <a:t>（也就是说它是一个安装文件）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这一文件格式名称虽然打上了 </a:t>
            </a:r>
            <a:r>
              <a:rPr lang="en-US" altLang="zh-CN" sz="2800"/>
              <a:t>RedHat </a:t>
            </a:r>
            <a:r>
              <a:rPr lang="zh-CN" altLang="en-US" sz="2800"/>
              <a:t>的标志，但理念是通用的。</a:t>
            </a:r>
            <a:endParaRPr lang="zh-CN" altLang="en-US" sz="2800"/>
          </a:p>
          <a:p>
            <a:r>
              <a:rPr lang="zh-CN" altLang="en-US" sz="2800"/>
              <a:t>因此很多</a:t>
            </a:r>
            <a:r>
              <a:rPr lang="en-US" altLang="zh-CN" sz="2800"/>
              <a:t>Linux </a:t>
            </a:r>
            <a:r>
              <a:rPr lang="zh-CN" altLang="en-US" sz="2800"/>
              <a:t>的分发版本都有采用（</a:t>
            </a:r>
            <a:r>
              <a:rPr lang="en-US" altLang="zh-CN" sz="2800"/>
              <a:t>suse,redhat, centos  </a:t>
            </a:r>
            <a:r>
              <a:rPr lang="zh-CN" altLang="en-US" sz="2800"/>
              <a:t>等等），可以算是公认的行业标准了。</a:t>
            </a:r>
            <a:endParaRPr lang="zh-CN" altLang="en-US" sz="2800"/>
          </a:p>
          <a:p>
            <a:endParaRPr lang="en-US" altLang="zh-CN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8770" y="454660"/>
            <a:ext cx="10535285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2   rpm </a:t>
            </a:r>
            <a:r>
              <a:rPr lang="zh-CN" altLang="en-US" sz="2800" b="1">
                <a:sym typeface="+mn-ea"/>
              </a:rPr>
              <a:t>包的简单查询指令</a:t>
            </a:r>
            <a:endParaRPr lang="zh-CN" altLang="en-US" sz="2800" b="1"/>
          </a:p>
          <a:p>
            <a:r>
              <a:rPr lang="zh-CN" altLang="en-US" sz="2800">
                <a:sym typeface="+mn-ea"/>
              </a:rPr>
              <a:t>查询已安装的 </a:t>
            </a:r>
            <a:r>
              <a:rPr lang="en-US" altLang="zh-CN" sz="2800">
                <a:sym typeface="+mn-ea"/>
              </a:rPr>
              <a:t>rpm </a:t>
            </a:r>
            <a:r>
              <a:rPr lang="zh-CN" altLang="en-US" sz="2800">
                <a:sym typeface="+mn-ea"/>
              </a:rPr>
              <a:t>列表  </a:t>
            </a:r>
            <a:r>
              <a:rPr lang="en-US" altLang="zh-CN" sz="2800">
                <a:sym typeface="+mn-ea"/>
              </a:rPr>
              <a:t>rpm    –qa|grep xx</a:t>
            </a:r>
            <a:endParaRPr lang="en-US" altLang="zh-CN" sz="2800"/>
          </a:p>
          <a:p>
            <a:r>
              <a:rPr lang="zh-CN" altLang="en-US" sz="2800">
                <a:sym typeface="+mn-ea"/>
              </a:rPr>
              <a:t>举例： 看看当前系统，是否安装了 </a:t>
            </a:r>
            <a:r>
              <a:rPr lang="en-US" altLang="zh-CN" sz="2800">
                <a:sym typeface="+mn-ea"/>
              </a:rPr>
              <a:t>firefox</a:t>
            </a:r>
            <a:endParaRPr lang="en-US" altLang="zh-CN" sz="2800"/>
          </a:p>
          <a:p>
            <a:r>
              <a:rPr lang="zh-CN" altLang="en-US" sz="2800">
                <a:sym typeface="+mn-ea"/>
              </a:rPr>
              <a:t>指令:    </a:t>
            </a:r>
            <a:r>
              <a:rPr lang="en-US" altLang="zh-CN" sz="2800">
                <a:sym typeface="+mn-ea"/>
              </a:rPr>
              <a:t>rpm -qa | grep firefox</a:t>
            </a:r>
            <a:endParaRPr lang="en-US" altLang="zh-CN" sz="2800" b="1"/>
          </a:p>
          <a:p>
            <a:r>
              <a:rPr lang="en-US" altLang="zh-CN" sz="2800"/>
              <a:t>查到：firefox-68.10.0-1.el7.centos.x86_64</a:t>
            </a:r>
            <a:endParaRPr lang="en-US" altLang="zh-CN" sz="2800"/>
          </a:p>
          <a:p>
            <a:endParaRPr lang="en-US" altLang="zh-CN" sz="2800" b="1"/>
          </a:p>
          <a:p>
            <a:r>
              <a:rPr lang="en-US" altLang="zh-CN" sz="2800" b="1"/>
              <a:t>3   rpm </a:t>
            </a:r>
            <a:r>
              <a:rPr lang="zh-CN" altLang="en-US" sz="2800" b="1"/>
              <a:t>包名基本格式</a:t>
            </a:r>
            <a:endParaRPr lang="zh-CN" altLang="en-US" sz="2800" b="1"/>
          </a:p>
          <a:p>
            <a:r>
              <a:rPr lang="zh-CN" altLang="en-US" sz="2800"/>
              <a:t>一个 </a:t>
            </a:r>
            <a:r>
              <a:rPr lang="en-US" altLang="zh-CN" sz="2800"/>
              <a:t>rpm </a:t>
            </a:r>
            <a:r>
              <a:rPr lang="zh-CN" altLang="en-US" sz="2800"/>
              <a:t>包名：</a:t>
            </a:r>
            <a:r>
              <a:rPr lang="en-US" altLang="zh-CN" sz="2800">
                <a:sym typeface="+mn-ea"/>
              </a:rPr>
              <a:t>firefox-68.10.0-1.el7.centos.x86_64.rpm</a:t>
            </a:r>
            <a:endParaRPr lang="en-US" altLang="zh-CN" sz="2800"/>
          </a:p>
          <a:p>
            <a:r>
              <a:rPr lang="zh-CN" altLang="en-US" sz="2800"/>
              <a:t>名称:</a:t>
            </a:r>
            <a:r>
              <a:rPr lang="en-US" altLang="zh-CN" sz="2800"/>
              <a:t>firefox</a:t>
            </a:r>
            <a:endParaRPr lang="en-US" altLang="zh-CN" sz="2800"/>
          </a:p>
          <a:p>
            <a:r>
              <a:rPr lang="zh-CN" altLang="en-US" sz="2800"/>
              <a:t>版本号：60.</a:t>
            </a:r>
            <a:r>
              <a:rPr lang="en-US" altLang="zh-CN" sz="2800"/>
              <a:t>10</a:t>
            </a:r>
            <a:r>
              <a:rPr lang="zh-CN" altLang="en-US" sz="2800"/>
              <a:t>.</a:t>
            </a:r>
            <a:r>
              <a:rPr lang="en-US" altLang="zh-CN" sz="2800"/>
              <a:t>0</a:t>
            </a:r>
            <a:r>
              <a:rPr lang="zh-CN" altLang="en-US" sz="2800"/>
              <a:t>-1</a:t>
            </a:r>
            <a:endParaRPr lang="zh-CN" altLang="en-US" sz="2800"/>
          </a:p>
          <a:p>
            <a:r>
              <a:rPr lang="zh-CN" altLang="en-US" sz="2800"/>
              <a:t>适用操作系统: </a:t>
            </a:r>
            <a:r>
              <a:rPr lang="en-US" altLang="zh-CN" sz="2800"/>
              <a:t>el7.centos.x86_64</a:t>
            </a:r>
            <a:endParaRPr lang="en-US" altLang="zh-CN" sz="2800"/>
          </a:p>
          <a:p>
            <a:r>
              <a:rPr lang="zh-CN" altLang="en-US" sz="2800"/>
              <a:t>表示 </a:t>
            </a:r>
            <a:r>
              <a:rPr lang="en-US" altLang="zh-CN" sz="2800"/>
              <a:t>centos7.x </a:t>
            </a:r>
            <a:r>
              <a:rPr lang="zh-CN" altLang="en-US" sz="2800"/>
              <a:t>的 64 位系统</a:t>
            </a:r>
            <a:endParaRPr lang="zh-CN" altLang="en-US" sz="2800"/>
          </a:p>
          <a:p>
            <a:r>
              <a:rPr lang="zh-CN" altLang="en-US" sz="2800"/>
              <a:t>如果是 </a:t>
            </a:r>
            <a:r>
              <a:rPr lang="en-US" altLang="zh-CN" sz="2800"/>
              <a:t>i686、i386 </a:t>
            </a:r>
            <a:r>
              <a:rPr lang="zh-CN" altLang="en-US" sz="2800"/>
              <a:t>表示 32 位系统，</a:t>
            </a:r>
            <a:r>
              <a:rPr lang="en-US" altLang="zh-CN" sz="2800"/>
              <a:t>noarch </a:t>
            </a:r>
            <a:r>
              <a:rPr lang="zh-CN" altLang="en-US" sz="2800"/>
              <a:t>表示通用</a:t>
            </a:r>
            <a:endParaRPr lang="zh-CN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0190" y="303530"/>
            <a:ext cx="1169098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4  rpm </a:t>
            </a:r>
            <a:r>
              <a:rPr lang="zh-CN" altLang="en-US" sz="2800" b="1"/>
              <a:t>包的其它查询指令：</a:t>
            </a:r>
            <a:endParaRPr lang="en-US" altLang="zh-CN" sz="2800" b="1"/>
          </a:p>
          <a:p>
            <a:r>
              <a:rPr lang="en-US" altLang="zh-CN" sz="2800"/>
              <a:t>rpm -qa :</a:t>
            </a:r>
            <a:r>
              <a:rPr lang="zh-CN" altLang="en-US" sz="2800"/>
              <a:t>查询已经安装好的所有 </a:t>
            </a:r>
            <a:r>
              <a:rPr lang="en-US" altLang="zh-CN" sz="2800"/>
              <a:t>rpm </a:t>
            </a:r>
            <a:r>
              <a:rPr lang="zh-CN" altLang="en-US" sz="2800"/>
              <a:t>软件包（相当于查看已安装软件列表）</a:t>
            </a:r>
            <a:endParaRPr lang="zh-CN" altLang="en-US" sz="2800"/>
          </a:p>
          <a:p>
            <a:r>
              <a:rPr lang="en-US" altLang="zh-CN" sz="2800"/>
              <a:t>rpm -qa | more</a:t>
            </a:r>
            <a:endParaRPr lang="en-US" altLang="zh-CN" sz="2800"/>
          </a:p>
          <a:p>
            <a:r>
              <a:rPr lang="en-US" altLang="zh-CN" sz="2800"/>
              <a:t>rpm -qa | grep X        </a:t>
            </a:r>
            <a:endParaRPr lang="en-US" altLang="zh-CN" sz="2800"/>
          </a:p>
          <a:p>
            <a:r>
              <a:rPr lang="zh-CN" altLang="en-US" sz="2800"/>
              <a:t>案例</a:t>
            </a:r>
            <a:r>
              <a:rPr lang="zh-CN" altLang="en-US" sz="2800"/>
              <a:t>：</a:t>
            </a:r>
            <a:r>
              <a:rPr lang="en-US" altLang="zh-CN" sz="2800"/>
              <a:t>rpm -qa | grep firefox </a:t>
            </a:r>
            <a:endParaRPr lang="en-US" altLang="zh-CN" sz="2800"/>
          </a:p>
          <a:p>
            <a:r>
              <a:rPr lang="en-US" altLang="zh-CN" sz="2800"/>
              <a:t>rpm -q  </a:t>
            </a:r>
            <a:r>
              <a:rPr lang="zh-CN" altLang="en-US" sz="2800"/>
              <a:t>软件包名 :查询软件包是否安装</a:t>
            </a:r>
            <a:endParaRPr lang="zh-CN" altLang="en-US" sz="2800"/>
          </a:p>
          <a:p>
            <a:r>
              <a:rPr lang="zh-CN" altLang="en-US" sz="2800"/>
              <a:t>案例：</a:t>
            </a:r>
            <a:r>
              <a:rPr lang="en-US" altLang="zh-CN" sz="2800"/>
              <a:t>rpm -q firefox            </a:t>
            </a:r>
            <a:r>
              <a:rPr lang="en-US" altLang="zh-CN" sz="2800">
                <a:sym typeface="+mn-ea"/>
              </a:rPr>
              <a:t>rpm -q firefoxxx</a:t>
            </a:r>
            <a:endParaRPr lang="en-US" altLang="zh-CN" sz="2800"/>
          </a:p>
          <a:p>
            <a:r>
              <a:rPr lang="en-US" altLang="zh-CN" sz="2800"/>
              <a:t>rpm -qi  </a:t>
            </a:r>
            <a:r>
              <a:rPr lang="zh-CN" altLang="en-US" sz="2800"/>
              <a:t>软件包名 ：查询软件包信息</a:t>
            </a:r>
            <a:endParaRPr lang="zh-CN" altLang="en-US" sz="2800"/>
          </a:p>
          <a:p>
            <a:r>
              <a:rPr lang="zh-CN" altLang="en-US" sz="2800"/>
              <a:t>案例: </a:t>
            </a:r>
            <a:r>
              <a:rPr lang="en-US" altLang="zh-CN" sz="2800"/>
              <a:t>rpm -qi firefox</a:t>
            </a:r>
            <a:endParaRPr lang="en-US" altLang="zh-CN" sz="2800"/>
          </a:p>
          <a:p>
            <a:r>
              <a:rPr lang="en-US" altLang="zh-CN" sz="2800"/>
              <a:t>rpm -ql  </a:t>
            </a:r>
            <a:r>
              <a:rPr lang="zh-CN" altLang="en-US" sz="2800"/>
              <a:t>软件包名 :查询软件包中的文件</a:t>
            </a:r>
            <a:endParaRPr lang="zh-CN" altLang="en-US" sz="2800"/>
          </a:p>
          <a:p>
            <a:r>
              <a:rPr lang="zh-CN" altLang="en-US" sz="2800"/>
              <a:t>案例： </a:t>
            </a:r>
            <a:r>
              <a:rPr lang="en-US" altLang="zh-CN" sz="2800"/>
              <a:t>rpm -ql firefox</a:t>
            </a:r>
            <a:endParaRPr lang="en-US" altLang="zh-CN" sz="2800"/>
          </a:p>
          <a:p>
            <a:r>
              <a:rPr lang="en-US" altLang="zh-CN" sz="2800"/>
              <a:t>rpm -qf </a:t>
            </a:r>
            <a:r>
              <a:rPr lang="zh-CN" altLang="en-US" sz="2800"/>
              <a:t>文件全路径名：查询文件归属于哪一个软件包</a:t>
            </a:r>
            <a:endParaRPr lang="zh-CN" altLang="en-US" sz="2800"/>
          </a:p>
          <a:p>
            <a:r>
              <a:rPr lang="en-US" altLang="zh-CN" sz="2800"/>
              <a:t>rpm -qf /etc/passwd</a:t>
            </a:r>
            <a:endParaRPr lang="en-US" altLang="zh-CN" sz="2800"/>
          </a:p>
          <a:p>
            <a:r>
              <a:rPr lang="en-US" altLang="zh-CN" sz="2800"/>
              <a:t>rpm -qf /root/install.log</a:t>
            </a:r>
            <a:endParaRPr lang="en-US" altLang="zh-CN" sz="2800"/>
          </a:p>
          <a:p>
            <a:r>
              <a:rPr lang="en-US" altLang="zh-CN" sz="2800"/>
              <a:t>rpm -qf /usr/share/man/man1/firefox.1.gz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5965" y="2217420"/>
            <a:ext cx="4611370" cy="2694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7495" y="290195"/>
            <a:ext cx="1179004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5   卸载 </a:t>
            </a:r>
            <a:r>
              <a:rPr lang="en-US" altLang="zh-CN" sz="2800" b="1"/>
              <a:t>rpm </a:t>
            </a:r>
            <a:r>
              <a:rPr lang="zh-CN" altLang="en-US" sz="2800" b="1"/>
              <a:t>包：</a:t>
            </a:r>
            <a:endParaRPr lang="zh-CN" altLang="en-US" sz="2800" b="1"/>
          </a:p>
          <a:p>
            <a:r>
              <a:rPr lang="zh-CN" altLang="en-US" sz="2800"/>
              <a:t>  基本语法</a:t>
            </a:r>
            <a:endParaRPr lang="zh-CN" altLang="en-US" sz="2800"/>
          </a:p>
          <a:p>
            <a:r>
              <a:rPr lang="en-US" altLang="zh-CN" sz="2800"/>
              <a:t>rpm -e RPM</a:t>
            </a:r>
            <a:r>
              <a:rPr lang="zh-CN" altLang="en-US" sz="2800"/>
              <a:t>包的名称 </a:t>
            </a:r>
            <a:r>
              <a:rPr lang="en-US" altLang="zh-CN" sz="2800"/>
              <a:t>   //erase</a:t>
            </a:r>
            <a:endParaRPr lang="en-US" altLang="zh-CN" sz="2800"/>
          </a:p>
          <a:p>
            <a:r>
              <a:rPr lang="zh-CN" altLang="en-US" sz="2800"/>
              <a:t>  应用案例</a:t>
            </a:r>
            <a:endParaRPr lang="zh-CN" altLang="en-US" sz="2800"/>
          </a:p>
          <a:p>
            <a:r>
              <a:rPr lang="zh-CN" altLang="en-US" sz="2800"/>
              <a:t>删除 </a:t>
            </a:r>
            <a:r>
              <a:rPr lang="en-US" altLang="zh-CN" sz="2800"/>
              <a:t>firefox</a:t>
            </a:r>
            <a:r>
              <a:rPr lang="zh-CN" altLang="en-US" sz="2800"/>
              <a:t>软件包</a:t>
            </a:r>
            <a:r>
              <a:rPr lang="en-US" altLang="zh-CN" sz="2800"/>
              <a:t>      (</a:t>
            </a:r>
            <a:r>
              <a:rPr lang="en-US" altLang="zh-CN" sz="2800">
                <a:sym typeface="+mn-ea"/>
              </a:rPr>
              <a:t>firefox-68.10.0-1.el7.centos.x86_64,</a:t>
            </a:r>
            <a:r>
              <a:rPr lang="zh-CN" altLang="en-US" sz="2800">
                <a:sym typeface="+mn-ea"/>
              </a:rPr>
              <a:t>只写</a:t>
            </a:r>
            <a:r>
              <a:rPr lang="en-US" altLang="zh-CN" sz="2800">
                <a:sym typeface="+mn-ea"/>
              </a:rPr>
              <a:t>firefox</a:t>
            </a:r>
            <a:r>
              <a:rPr lang="zh-CN" altLang="en-US" sz="2800">
                <a:sym typeface="+mn-ea"/>
              </a:rPr>
              <a:t>就可以</a:t>
            </a:r>
            <a:r>
              <a:rPr lang="en-US" altLang="zh-CN" sz="2800"/>
              <a:t>)</a:t>
            </a:r>
            <a:endParaRPr lang="zh-CN" altLang="en-US" sz="2800"/>
          </a:p>
          <a:p>
            <a:r>
              <a:rPr lang="en-US" altLang="zh-CN" sz="2800"/>
              <a:t>rpm -e  firefox           </a:t>
            </a:r>
            <a:r>
              <a:rPr lang="zh-CN" altLang="en-US" sz="2800"/>
              <a:t>卸载后查询还</a:t>
            </a:r>
            <a:r>
              <a:rPr lang="en-US" altLang="zh-CN" sz="2800"/>
              <a:t>·</a:t>
            </a:r>
            <a:r>
              <a:rPr lang="zh-CN" altLang="en-US" sz="2800"/>
              <a:t>是否有火狐软件：</a:t>
            </a:r>
            <a:r>
              <a:rPr lang="en-US" altLang="zh-CN" sz="2800"/>
              <a:t>rpm -q firefox  </a:t>
            </a:r>
            <a:endParaRPr lang="en-US" altLang="zh-CN" sz="2800"/>
          </a:p>
          <a:p>
            <a:r>
              <a:rPr lang="zh-CN" altLang="en-US" sz="2800"/>
              <a:t>  细节讨论</a:t>
            </a:r>
            <a:endParaRPr lang="zh-CN" altLang="en-US" sz="2800"/>
          </a:p>
          <a:p>
            <a:r>
              <a:rPr lang="zh-CN" altLang="en-US" sz="2800"/>
              <a:t>1)   如果其它软件包</a:t>
            </a:r>
            <a:r>
              <a:rPr lang="zh-CN" altLang="en-US" sz="2800" b="1"/>
              <a:t>依赖</a:t>
            </a:r>
            <a:r>
              <a:rPr lang="zh-CN" altLang="en-US" sz="2800"/>
              <a:t>于您要卸载的软件包，卸载时则会产生错误信息。</a:t>
            </a:r>
            <a:endParaRPr lang="zh-CN" altLang="en-US" sz="2800"/>
          </a:p>
          <a:p>
            <a:r>
              <a:rPr lang="zh-CN" altLang="en-US" sz="2800"/>
              <a:t>如：   </a:t>
            </a:r>
            <a:r>
              <a:rPr lang="en-US" altLang="zh-CN" sz="2800"/>
              <a:t>rpm -e    foo</a:t>
            </a:r>
            <a:endParaRPr lang="en-US" altLang="zh-CN" sz="2800"/>
          </a:p>
          <a:p>
            <a:r>
              <a:rPr lang="en-US" altLang="zh-CN" sz="2800"/>
              <a:t>removing these packages would break dependencies:foo is needed by bar-1.0-1</a:t>
            </a:r>
            <a:endParaRPr lang="en-US" altLang="zh-CN" sz="2800"/>
          </a:p>
          <a:p>
            <a:r>
              <a:rPr lang="zh-CN" altLang="en-US" sz="2800"/>
              <a:t>移除这些包将会破坏依赖关系：</a:t>
            </a:r>
            <a:r>
              <a:rPr lang="en-US" altLang="zh-CN" sz="2800"/>
              <a:t>bar</a:t>
            </a:r>
            <a:r>
              <a:rPr lang="en-US" altLang="zh-CN" sz="2800">
                <a:sym typeface="+mn-ea"/>
              </a:rPr>
              <a:t>-1.0-1</a:t>
            </a:r>
            <a:r>
              <a:rPr lang="zh-CN" altLang="en-US" sz="2800"/>
              <a:t>需要</a:t>
            </a:r>
            <a:r>
              <a:rPr lang="en-US" altLang="zh-CN" sz="2800"/>
              <a:t>foo</a:t>
            </a:r>
            <a:endParaRPr lang="en-US" altLang="zh-CN" sz="2800"/>
          </a:p>
          <a:p>
            <a:r>
              <a:rPr lang="zh-CN" altLang="en-US" sz="2800"/>
              <a:t>2)   如果我们就是要删除 </a:t>
            </a:r>
            <a:r>
              <a:rPr lang="en-US" altLang="zh-CN" sz="2800"/>
              <a:t>foo </a:t>
            </a:r>
            <a:r>
              <a:rPr lang="zh-CN" altLang="en-US" sz="2800"/>
              <a:t>这个 </a:t>
            </a:r>
            <a:r>
              <a:rPr lang="en-US" altLang="zh-CN" sz="2800"/>
              <a:t>rpm  </a:t>
            </a:r>
            <a:r>
              <a:rPr lang="zh-CN" altLang="en-US" sz="2800"/>
              <a:t>包，可以增加参数 --</a:t>
            </a:r>
            <a:r>
              <a:rPr lang="en-US" altLang="zh-CN" sz="2800"/>
              <a:t>nodeps ,</a:t>
            </a:r>
            <a:r>
              <a:rPr lang="zh-CN" altLang="en-US" sz="2800"/>
              <a:t>就可以强制删除，但是一般不推荐这样做，因为依赖于该软件包的程序可能无法运行</a:t>
            </a:r>
            <a:endParaRPr lang="zh-CN" altLang="en-US" sz="2800"/>
          </a:p>
          <a:p>
            <a:r>
              <a:rPr lang="zh-CN" altLang="en-US" sz="2800"/>
              <a:t>如：</a:t>
            </a:r>
            <a:r>
              <a:rPr lang="en-US" altLang="zh-CN" sz="2800"/>
              <a:t>rpm -e --nodeps foo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290195"/>
            <a:ext cx="3200400" cy="149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6105" y="414020"/>
            <a:ext cx="1025779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6 </a:t>
            </a:r>
            <a:r>
              <a:rPr lang="zh-CN" altLang="en-US" sz="2800" b="1"/>
              <a:t>安装 </a:t>
            </a:r>
            <a:r>
              <a:rPr lang="en-US" altLang="zh-CN" sz="2800" b="1"/>
              <a:t>rpm </a:t>
            </a:r>
            <a:r>
              <a:rPr lang="zh-CN" altLang="en-US" sz="2800" b="1"/>
              <a:t>包</a:t>
            </a:r>
            <a:endParaRPr lang="en-US" altLang="zh-CN" sz="2800"/>
          </a:p>
          <a:p>
            <a:r>
              <a:rPr lang="zh-CN" altLang="en-US" sz="2800"/>
              <a:t>  基本语法</a:t>
            </a:r>
            <a:endParaRPr lang="zh-CN" altLang="en-US" sz="2800"/>
          </a:p>
          <a:p>
            <a:r>
              <a:rPr lang="en-US" altLang="zh-CN" sz="2800"/>
              <a:t>rpm -ivh   RPM </a:t>
            </a:r>
            <a:r>
              <a:rPr lang="zh-CN" altLang="en-US" sz="2800"/>
              <a:t>包全路径名称</a:t>
            </a:r>
            <a:endParaRPr lang="zh-CN" altLang="en-US" sz="2800"/>
          </a:p>
          <a:p>
            <a:r>
              <a:rPr lang="zh-CN" altLang="en-US" sz="2800"/>
              <a:t>安装的时候一定要有安装文件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  参数说明</a:t>
            </a:r>
            <a:endParaRPr lang="zh-CN" altLang="en-US" sz="2800"/>
          </a:p>
          <a:p>
            <a:r>
              <a:rPr lang="en-US" altLang="zh-CN" sz="2800"/>
              <a:t>i=install  </a:t>
            </a:r>
            <a:r>
              <a:rPr lang="zh-CN" altLang="en-US" sz="2800"/>
              <a:t>安装  </a:t>
            </a:r>
            <a:endParaRPr lang="zh-CN" altLang="en-US" sz="2800"/>
          </a:p>
          <a:p>
            <a:r>
              <a:rPr lang="en-US" altLang="zh-CN" sz="2800"/>
              <a:t>v=verbose  </a:t>
            </a:r>
            <a:r>
              <a:rPr lang="zh-CN" altLang="en-US" sz="2800"/>
              <a:t>提示</a:t>
            </a:r>
            <a:endParaRPr lang="zh-CN" altLang="en-US" sz="2800"/>
          </a:p>
          <a:p>
            <a:r>
              <a:rPr lang="en-US" altLang="zh-CN" sz="2800"/>
              <a:t>h=hash    </a:t>
            </a:r>
            <a:r>
              <a:rPr lang="zh-CN" altLang="en-US" sz="2800"/>
              <a:t>进度条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  应用实例</a:t>
            </a:r>
            <a:endParaRPr lang="zh-CN" altLang="en-US" sz="2800"/>
          </a:p>
          <a:p>
            <a:r>
              <a:rPr lang="zh-CN" altLang="en-US" sz="2800"/>
              <a:t>演示卸载和安装 </a:t>
            </a:r>
            <a:r>
              <a:rPr lang="en-US" altLang="zh-CN" sz="2800"/>
              <a:t>firefox </a:t>
            </a:r>
            <a:r>
              <a:rPr lang="zh-CN" altLang="en-US" sz="2800"/>
              <a:t>浏览器</a:t>
            </a:r>
            <a:endParaRPr lang="zh-CN" altLang="en-US" sz="2800"/>
          </a:p>
          <a:p>
            <a:r>
              <a:rPr lang="en-US" altLang="zh-CN" sz="2800"/>
              <a:t>rpm -e firefox</a:t>
            </a:r>
            <a:endParaRPr lang="en-US" altLang="zh-CN" sz="2800"/>
          </a:p>
          <a:p>
            <a:r>
              <a:rPr lang="en-US" altLang="zh-CN" sz="2800"/>
              <a:t>rpm -ivh firefox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6350635" y="2551430"/>
            <a:ext cx="533209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1. 光盘是硬件  /</a:t>
            </a:r>
            <a:r>
              <a:rPr lang="en-US" altLang="zh-CN"/>
              <a:t>dev/sr1 ，Linux</a:t>
            </a:r>
            <a:r>
              <a:rPr lang="zh-CN" altLang="en-US"/>
              <a:t>不能直接访问硬件</a:t>
            </a:r>
            <a:endParaRPr lang="zh-CN" altLang="en-US"/>
          </a:p>
          <a:p>
            <a:r>
              <a:rPr lang="zh-CN" altLang="en-US"/>
              <a:t>2. 必须挂载：把硬件绑定到一个文件夹（挂载点），才能读文件</a:t>
            </a:r>
            <a:endParaRPr lang="zh-CN" altLang="en-US"/>
          </a:p>
          <a:p>
            <a:r>
              <a:rPr lang="zh-CN" altLang="en-US"/>
              <a:t>3. 建挂载目录： </a:t>
            </a:r>
            <a:r>
              <a:rPr lang="en-US" altLang="zh-CN"/>
              <a:t>mkdir -p /mnt/cdrom </a:t>
            </a:r>
            <a:endParaRPr lang="en-US" altLang="zh-CN"/>
          </a:p>
          <a:p>
            <a:r>
              <a:rPr lang="zh-CN" altLang="en-US"/>
              <a:t>4. 挂载光盘： </a:t>
            </a:r>
            <a:r>
              <a:rPr lang="en-US" altLang="zh-CN"/>
              <a:t>mount /dev/sr1 /mnt/cdrom </a:t>
            </a:r>
            <a:endParaRPr lang="en-US" altLang="zh-CN"/>
          </a:p>
          <a:p>
            <a:r>
              <a:rPr lang="zh-CN" altLang="en-US"/>
              <a:t>5. 安装软件：</a:t>
            </a:r>
            <a:endParaRPr lang="zh-CN" altLang="en-US"/>
          </a:p>
          <a:p>
            <a:r>
              <a:rPr lang="zh-CN" altLang="en-US"/>
              <a:t> </a:t>
            </a:r>
            <a:r>
              <a:rPr lang="en-US" altLang="zh-CN"/>
              <a:t>rpm -ivh /mnt/cdrom/Packages/firefox*.rpm </a:t>
            </a:r>
            <a:endParaRPr lang="en-US" altLang="zh-CN"/>
          </a:p>
          <a:p>
            <a:r>
              <a:rPr lang="zh-CN" altLang="en-US"/>
              <a:t>6. 用完卸载： </a:t>
            </a:r>
            <a:r>
              <a:rPr lang="en-US" altLang="zh-CN"/>
              <a:t>umount /mnt/cdrom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421755" y="513588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回忆</a:t>
            </a:r>
            <a:r>
              <a:rPr lang="en-US" altLang="zh-CN"/>
              <a:t>mkdir</a:t>
            </a:r>
            <a:r>
              <a:rPr lang="zh-CN" altLang="en-US"/>
              <a:t>中</a:t>
            </a:r>
            <a:r>
              <a:rPr lang="en-US" altLang="zh-CN"/>
              <a:t>-p</a:t>
            </a:r>
            <a:r>
              <a:rPr lang="zh-CN" altLang="en-US"/>
              <a:t>的作用：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如果创建的是已存在的目录不报错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可以一次性创建多级目录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63130" y="1771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虚拟机</a:t>
            </a:r>
            <a:r>
              <a:rPr lang="en-US" altLang="zh-CN"/>
              <a:t>-&gt;</a:t>
            </a:r>
            <a:r>
              <a:rPr lang="zh-CN" altLang="en-US"/>
              <a:t>设置，</a:t>
            </a:r>
            <a:r>
              <a:rPr lang="en-US" altLang="zh-CN"/>
              <a:t>cd/DVD</a:t>
            </a:r>
            <a:r>
              <a:rPr lang="zh-CN" altLang="en-US"/>
              <a:t>选择好路径，右下角点光盘连接，桌面上就有光盘了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6380" y="465455"/>
            <a:ext cx="11008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3718560" y="250253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/>
              <a:t>常见网络配置</a:t>
            </a:r>
            <a:endParaRPr lang="zh-CN" altLang="en-US" sz="4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52755" y="434340"/>
            <a:ext cx="66167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ym typeface="+mn-ea"/>
              </a:rPr>
              <a:t>查看 windows 环境的中 VMnet8 网络配置</a:t>
            </a:r>
            <a:endParaRPr lang="zh-CN" altLang="en-US" sz="2800" b="1"/>
          </a:p>
          <a:p>
            <a:r>
              <a:rPr lang="zh-CN" altLang="en-US" sz="2800">
                <a:sym typeface="+mn-ea"/>
              </a:rPr>
              <a:t>ipconfig </a:t>
            </a:r>
            <a:endParaRPr lang="zh-CN" altLang="en-US" sz="2800" b="1"/>
          </a:p>
          <a:p>
            <a:endParaRPr lang="zh-CN" altLang="en-US"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r>
              <a:rPr lang="zh-CN" altLang="en-US" sz="2800" b="1">
                <a:sym typeface="+mn-ea"/>
              </a:rPr>
              <a:t>查看 linux 的网络配置</a:t>
            </a:r>
            <a:endParaRPr lang="zh-CN" altLang="en-US" sz="2800" b="1"/>
          </a:p>
          <a:p>
            <a:pPr algn="l">
              <a:buClrTx/>
              <a:buSzTx/>
              <a:buFontTx/>
            </a:pPr>
            <a:r>
              <a:rPr lang="zh-CN" altLang="en-US" sz="2800">
                <a:sym typeface="+mn-ea"/>
              </a:rPr>
              <a:t>ifconfig</a:t>
            </a:r>
            <a:endParaRPr lang="zh-CN" altLang="en-US" sz="2800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88100" y="5380355"/>
            <a:ext cx="55765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192.168.113.128  就是这台 </a:t>
            </a:r>
            <a:r>
              <a:rPr lang="en-US" altLang="zh-CN" sz="2400"/>
              <a:t>CentOS </a:t>
            </a:r>
            <a:r>
              <a:rPr lang="zh-CN" altLang="en-US" sz="2400"/>
              <a:t>虚拟机的 </a:t>
            </a:r>
            <a:r>
              <a:rPr lang="en-US" altLang="zh-CN" sz="2400"/>
              <a:t>IP（Linux</a:t>
            </a:r>
            <a:r>
              <a:rPr lang="zh-CN" altLang="en-US" sz="2400"/>
              <a:t>虚拟机的真实网卡  </a:t>
            </a:r>
            <a:r>
              <a:rPr lang="en-US" altLang="zh-CN" sz="2400"/>
              <a:t>ens33 ）</a:t>
            </a:r>
            <a:endParaRPr lang="en-US" altLang="zh-CN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4543425"/>
            <a:ext cx="5631180" cy="1889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1651635"/>
            <a:ext cx="6164580" cy="1333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88175" y="1038860"/>
            <a:ext cx="509143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VMnet8：</a:t>
            </a:r>
            <a:r>
              <a:rPr lang="zh-CN" altLang="en-US"/>
              <a:t>是</a:t>
            </a:r>
            <a:r>
              <a:rPr lang="en-US" altLang="zh-CN"/>
              <a:t>VMware</a:t>
            </a:r>
            <a:r>
              <a:rPr lang="zh-CN" altLang="en-US"/>
              <a:t>虚拟机软件安装后，自动在</a:t>
            </a:r>
            <a:r>
              <a:rPr lang="en-US" altLang="zh-CN"/>
              <a:t>Windows</a:t>
            </a:r>
            <a:r>
              <a:rPr lang="zh-CN" altLang="en-US"/>
              <a:t>系统里生成的一块虚拟网卡，相当于一根看不见的网线，专门用来连接 </a:t>
            </a:r>
            <a:r>
              <a:rPr lang="en-US" altLang="zh-CN"/>
              <a:t>Windows </a:t>
            </a:r>
            <a:r>
              <a:rPr lang="zh-CN" altLang="en-US"/>
              <a:t>主机和 </a:t>
            </a:r>
            <a:r>
              <a:rPr lang="en-US" altLang="zh-CN"/>
              <a:t>Linux </a:t>
            </a:r>
            <a:r>
              <a:rPr lang="zh-CN" altLang="en-US"/>
              <a:t>虚拟机。</a:t>
            </a:r>
            <a:endParaRPr lang="zh-CN" altLang="en-US"/>
          </a:p>
          <a:p>
            <a:r>
              <a:rPr lang="zh-CN" altLang="en-US"/>
              <a:t>这块虚拟网卡的</a:t>
            </a:r>
            <a:r>
              <a:rPr lang="en-US" altLang="zh-CN"/>
              <a:t>IP</a:t>
            </a:r>
            <a:r>
              <a:rPr lang="zh-CN" altLang="en-US"/>
              <a:t>是</a:t>
            </a:r>
            <a:r>
              <a:rPr lang="en-US" altLang="zh-CN"/>
              <a:t>1</a:t>
            </a:r>
            <a:r>
              <a:rPr lang="zh-CN" altLang="en-US">
                <a:sym typeface="+mn-ea"/>
              </a:rPr>
              <a:t>92.168.113.1</a:t>
            </a:r>
            <a:endParaRPr lang="zh-CN" altLang="en-US">
              <a:sym typeface="+mn-ea"/>
            </a:endParaRPr>
          </a:p>
          <a:p>
            <a:r>
              <a:rPr lang="zh-CN"/>
              <a:t>这块网卡可以</a:t>
            </a:r>
            <a:r>
              <a:rPr lang="zh-CN" altLang="en-US"/>
              <a:t>实现 </a:t>
            </a:r>
            <a:r>
              <a:rPr lang="en-US" altLang="zh-CN"/>
              <a:t>Windows </a:t>
            </a:r>
            <a:r>
              <a:rPr lang="zh-CN" altLang="en-US"/>
              <a:t>和 </a:t>
            </a:r>
            <a:r>
              <a:rPr lang="en-US" altLang="zh-CN"/>
              <a:t>Linux </a:t>
            </a:r>
            <a:r>
              <a:rPr lang="zh-CN" altLang="en-US"/>
              <a:t>虚拟机互相通信。虚拟机</a:t>
            </a:r>
            <a:r>
              <a:rPr lang="en-US" altLang="zh-CN"/>
              <a:t>IP：192.168.113.128，</a:t>
            </a:r>
            <a:r>
              <a:rPr lang="zh-CN" altLang="en-US"/>
              <a:t>和它在同一个网段，只要 </a:t>
            </a:r>
            <a:r>
              <a:rPr lang="en-US" altLang="zh-CN"/>
              <a:t>Windows </a:t>
            </a:r>
            <a:r>
              <a:rPr lang="zh-CN" altLang="en-US"/>
              <a:t>防火墙允许，双方就能互相 </a:t>
            </a:r>
            <a:r>
              <a:rPr lang="en-US" altLang="zh-CN"/>
              <a:t>ping </a:t>
            </a:r>
            <a:r>
              <a:rPr lang="zh-CN" altLang="en-US"/>
              <a:t>通、传输文件。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虚拟机上网，靠的是 </a:t>
            </a:r>
            <a:r>
              <a:rPr lang="en-US" altLang="zh-CN"/>
              <a:t>NAT </a:t>
            </a:r>
            <a:r>
              <a:rPr lang="zh-CN" altLang="en-US"/>
              <a:t>网关设备（113.2）。数据交给 </a:t>
            </a:r>
            <a:r>
              <a:rPr lang="en-US" altLang="zh-CN"/>
              <a:t>NAT </a:t>
            </a:r>
            <a:r>
              <a:rPr lang="zh-CN" altLang="en-US"/>
              <a:t>网关，</a:t>
            </a:r>
            <a:r>
              <a:rPr lang="en-US" altLang="zh-CN"/>
              <a:t>NAT </a:t>
            </a:r>
            <a:r>
              <a:rPr lang="zh-CN" altLang="en-US"/>
              <a:t>把虚拟机的内网地址转成主机的上网地址，虚拟机就能访问外网了。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18770" y="248920"/>
            <a:ext cx="11276330" cy="6430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/>
              <a:t>ping  </a:t>
            </a:r>
            <a:r>
              <a:rPr lang="zh-CN" altLang="en-US" sz="2800" b="1"/>
              <a:t>测试主机之间网络连通性</a:t>
            </a:r>
            <a:endParaRPr lang="zh-CN" altLang="en-US" sz="2800" b="1"/>
          </a:p>
          <a:p>
            <a:r>
              <a:rPr lang="zh-CN" altLang="en-US" sz="2800"/>
              <a:t>1   基本语法</a:t>
            </a:r>
            <a:endParaRPr lang="zh-CN" altLang="en-US" sz="2800"/>
          </a:p>
          <a:p>
            <a:r>
              <a:rPr lang="en-US" altLang="zh-CN" sz="2800"/>
              <a:t>ping  </a:t>
            </a:r>
            <a:r>
              <a:rPr lang="zh-CN" altLang="en-US" sz="2800"/>
              <a:t>目的主机 （功能描述：测试当前服务器是否可以连接目的主机）</a:t>
            </a:r>
            <a:endParaRPr lang="zh-CN" altLang="en-US" sz="2800"/>
          </a:p>
          <a:p>
            <a:r>
              <a:rPr lang="zh-CN" altLang="en-US" sz="2800"/>
              <a:t>2   应用实例</a:t>
            </a:r>
            <a:endParaRPr lang="zh-CN" altLang="en-US" sz="2800"/>
          </a:p>
          <a:p>
            <a:r>
              <a:rPr lang="zh-CN" altLang="en-US" sz="2800"/>
              <a:t>测试当前服务器是否可以连接百度</a:t>
            </a:r>
            <a:endParaRPr lang="zh-CN" altLang="en-US" sz="2800"/>
          </a:p>
          <a:p>
            <a:r>
              <a:rPr lang="en-US" altLang="zh-CN" sz="2800"/>
              <a:t>ping www.baidu.com</a:t>
            </a:r>
            <a:endParaRPr lang="en-US" altLang="zh-CN" sz="2800"/>
          </a:p>
          <a:p>
            <a:endParaRPr lang="zh-CN" altLang="en-US" sz="2800" b="1">
              <a:sym typeface="+mn-ea"/>
            </a:endParaRPr>
          </a:p>
          <a:p>
            <a:r>
              <a:rPr lang="zh-CN" altLang="en-US" sz="2800" b="1">
                <a:sym typeface="+mn-ea"/>
              </a:rPr>
              <a:t>设置主机名</a:t>
            </a:r>
            <a:endParaRPr lang="zh-CN" altLang="en-US" sz="2800" b="1">
              <a:sym typeface="+mn-ea"/>
            </a:endParaRPr>
          </a:p>
          <a:p>
            <a:r>
              <a:rPr lang="zh-CN" altLang="en-US" sz="2800">
                <a:sym typeface="+mn-ea"/>
              </a:rPr>
              <a:t>1   设置主机名</a:t>
            </a:r>
            <a:endParaRPr lang="en-US" altLang="zh-CN" sz="2800"/>
          </a:p>
          <a:p>
            <a:r>
              <a:rPr lang="zh-CN" altLang="en-US" sz="2800">
                <a:sym typeface="+mn-ea"/>
              </a:rPr>
              <a:t>1)   为了方便记忆，可以给 </a:t>
            </a:r>
            <a:r>
              <a:rPr lang="en-US" altLang="zh-CN" sz="2800">
                <a:sym typeface="+mn-ea"/>
              </a:rPr>
              <a:t>linux </a:t>
            </a:r>
            <a:r>
              <a:rPr lang="zh-CN" altLang="en-US" sz="2800">
                <a:sym typeface="+mn-ea"/>
              </a:rPr>
              <a:t>系统设置主机名,  也可以根据需要修改主机名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2)   指令 </a:t>
            </a:r>
            <a:r>
              <a:rPr lang="en-US" altLang="zh-CN" sz="2800">
                <a:sym typeface="+mn-ea"/>
              </a:rPr>
              <a:t>hostname  ： </a:t>
            </a:r>
            <a:r>
              <a:rPr lang="zh-CN" altLang="en-US" sz="2800">
                <a:sym typeface="+mn-ea"/>
              </a:rPr>
              <a:t>查看主机名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3)   修改文件在 /</a:t>
            </a:r>
            <a:r>
              <a:rPr lang="en-US" altLang="zh-CN" sz="2800">
                <a:sym typeface="+mn-ea"/>
              </a:rPr>
              <a:t>etc/hostname  </a:t>
            </a:r>
            <a:r>
              <a:rPr lang="zh-CN" altLang="en-US" sz="2800">
                <a:sym typeface="+mn-ea"/>
              </a:rPr>
              <a:t>指定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4)   修改后，重启生效</a:t>
            </a:r>
            <a:endParaRPr lang="zh-CN" altLang="en-US" sz="2800">
              <a:sym typeface="+mn-ea"/>
            </a:endParaRPr>
          </a:p>
          <a:p>
            <a:endParaRPr lang="en-US" altLang="zh-CN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63900" y="2375535"/>
            <a:ext cx="6096000" cy="1053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800" b="1">
                <a:sym typeface="+mn-ea"/>
              </a:rPr>
              <a:t>vsFTP</a:t>
            </a:r>
            <a:r>
              <a:rPr lang="zh-CN" altLang="en-US" sz="4800" b="1">
                <a:sym typeface="+mn-ea"/>
              </a:rPr>
              <a:t>服务配置</a:t>
            </a:r>
            <a:endParaRPr lang="zh-CN" altLang="en-US" sz="4800" b="1"/>
          </a:p>
          <a:p>
            <a:endParaRPr lang="zh-CN" altLang="en-US" sz="4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8770" y="537210"/>
            <a:ext cx="1098740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FTP </a:t>
            </a:r>
            <a:r>
              <a:rPr lang="zh-CN" altLang="en-US" sz="2800" b="1"/>
              <a:t>服务概述：</a:t>
            </a:r>
            <a:endParaRPr lang="zh-CN" altLang="en-US" sz="2800" b="1"/>
          </a:p>
          <a:p>
            <a:r>
              <a:rPr lang="en-US" altLang="zh-CN" sz="2800"/>
              <a:t>FTP </a:t>
            </a:r>
            <a:r>
              <a:rPr lang="zh-CN" altLang="en-US" sz="2800"/>
              <a:t>服务器( </a:t>
            </a:r>
            <a:r>
              <a:rPr lang="en-US" altLang="zh-CN" sz="2800"/>
              <a:t>File Transfer Protocol Server)</a:t>
            </a:r>
            <a:r>
              <a:rPr lang="zh-CN" altLang="en-US" sz="2800"/>
              <a:t>是在互联网上提供文件存储和访问服务的计算机，它们依照</a:t>
            </a:r>
            <a:r>
              <a:rPr lang="en-US" altLang="zh-CN" sz="2800"/>
              <a:t>FTP</a:t>
            </a:r>
            <a:r>
              <a:rPr lang="zh-CN" altLang="en-US" sz="2800"/>
              <a:t>协议提供服务。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FTP </a:t>
            </a:r>
            <a:r>
              <a:rPr lang="zh-CN" altLang="en-US" sz="2800"/>
              <a:t>协议</a:t>
            </a:r>
            <a:r>
              <a:rPr lang="en-US" altLang="zh-CN" sz="2800"/>
              <a:t> ( File Transfer Protocol: </a:t>
            </a:r>
            <a:r>
              <a:rPr lang="zh-CN" altLang="en-US" sz="2800"/>
              <a:t>文件传输协议）</a:t>
            </a:r>
            <a:endParaRPr lang="zh-CN" altLang="en-US" sz="2800"/>
          </a:p>
          <a:p>
            <a:r>
              <a:rPr lang="zh-CN" altLang="en-US" sz="2800"/>
              <a:t>作用：</a:t>
            </a:r>
            <a:r>
              <a:rPr lang="en-US" altLang="zh-CN" sz="2800"/>
              <a:t>Internet </a:t>
            </a:r>
            <a:r>
              <a:rPr lang="zh-CN" altLang="en-US" sz="2800"/>
              <a:t>上用来传送文件的协议</a:t>
            </a:r>
            <a:endParaRPr lang="zh-CN" altLang="en-US" sz="2800"/>
          </a:p>
          <a:p>
            <a:endParaRPr lang="en-US" altLang="zh-CN" sz="2800"/>
          </a:p>
          <a:p>
            <a:pPr algn="l">
              <a:buClrTx/>
              <a:buSzTx/>
              <a:buFontTx/>
            </a:pPr>
            <a:r>
              <a:rPr lang="en-US" altLang="zh-CN" sz="2800" b="1"/>
              <a:t>常见 FTP服务器：</a:t>
            </a:r>
            <a:endParaRPr lang="en-US" altLang="zh-CN" sz="2800" b="1"/>
          </a:p>
          <a:p>
            <a:r>
              <a:rPr lang="en-US" altLang="zh-CN" sz="2800"/>
              <a:t>windows : Serv-U FTP Server,</a:t>
            </a:r>
            <a:endParaRPr lang="en-US" altLang="zh-CN" sz="2800"/>
          </a:p>
          <a:p>
            <a:r>
              <a:rPr lang="en-US" altLang="zh-CN" sz="2800"/>
              <a:t>Linux: ProFTPD</a:t>
            </a:r>
            <a:r>
              <a:rPr lang="zh-CN" altLang="en-US" sz="2800"/>
              <a:t>和</a:t>
            </a:r>
            <a:r>
              <a:rPr lang="en-US" altLang="zh-CN" sz="2800"/>
              <a:t>vsFTP</a:t>
            </a:r>
            <a:endParaRPr lang="en-US" altLang="zh-CN" sz="2800"/>
          </a:p>
          <a:p>
            <a:r>
              <a:rPr lang="en-US" altLang="zh-CN" sz="2800"/>
              <a:t>ProFTPD(Professional FTP daemon)</a:t>
            </a:r>
            <a:r>
              <a:rPr lang="zh-CN" altLang="en-US" sz="2800"/>
              <a:t>一个 </a:t>
            </a:r>
            <a:r>
              <a:rPr lang="en-US" altLang="zh-CN" sz="2800"/>
              <a:t>Unix </a:t>
            </a:r>
            <a:r>
              <a:rPr lang="zh-CN" altLang="en-US" sz="2800"/>
              <a:t>平台上或是类 </a:t>
            </a:r>
            <a:r>
              <a:rPr lang="en-US" altLang="zh-CN" sz="2800"/>
              <a:t>Unix </a:t>
            </a:r>
            <a:r>
              <a:rPr lang="zh-CN" altLang="en-US" sz="2800"/>
              <a:t>平台上（如 </a:t>
            </a:r>
            <a:r>
              <a:rPr lang="en-US" altLang="zh-CN" sz="2800"/>
              <a:t>Linux, FreeBSD</a:t>
            </a:r>
            <a:r>
              <a:rPr lang="zh-CN" altLang="en-US" sz="2800"/>
              <a:t>等)的</a:t>
            </a:r>
            <a:r>
              <a:rPr lang="en-US" altLang="zh-CN" sz="2800"/>
              <a:t>FTP</a:t>
            </a:r>
            <a:r>
              <a:rPr lang="zh-CN" altLang="en-US" sz="2800"/>
              <a:t>服务器程序。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3395" y="516890"/>
            <a:ext cx="1024699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vsftp</a:t>
            </a:r>
            <a:r>
              <a:rPr lang="zh-CN" altLang="en-US" sz="2800" b="1"/>
              <a:t>服务器</a:t>
            </a:r>
            <a:endParaRPr lang="en-US" altLang="zh-CN" sz="2800" b="1"/>
          </a:p>
          <a:p>
            <a:r>
              <a:rPr lang="en-US" altLang="zh-CN" sz="2800"/>
              <a:t>VSFTP</a:t>
            </a:r>
            <a:r>
              <a:rPr lang="zh-CN" altLang="en-US" sz="2800"/>
              <a:t>是基于</a:t>
            </a:r>
            <a:r>
              <a:rPr lang="en-US" altLang="zh-CN" sz="2800"/>
              <a:t>GPL</a:t>
            </a:r>
            <a:r>
              <a:rPr lang="zh-CN" altLang="en-US" sz="2800"/>
              <a:t>协议、运行在类</a:t>
            </a:r>
            <a:r>
              <a:rPr lang="en-US" altLang="zh-CN" sz="2800"/>
              <a:t>Unix</a:t>
            </a:r>
            <a:r>
              <a:rPr lang="zh-CN" altLang="en-US" sz="2800"/>
              <a:t>系统上的</a:t>
            </a:r>
            <a:r>
              <a:rPr lang="en-US" altLang="zh-CN" sz="2800"/>
              <a:t>FTP</a:t>
            </a:r>
            <a:r>
              <a:rPr lang="zh-CN" altLang="en-US" sz="2800"/>
              <a:t>服务器软件，全称 </a:t>
            </a:r>
            <a:r>
              <a:rPr lang="en-US" altLang="zh-CN" sz="2800"/>
              <a:t>Very Secure FTP，</a:t>
            </a:r>
            <a:r>
              <a:rPr lang="zh-CN" altLang="en-US" sz="2800"/>
              <a:t>开发初衷是保障安全性。</a:t>
            </a:r>
            <a:endParaRPr lang="zh-CN" altLang="en-US" sz="2800"/>
          </a:p>
          <a:p>
            <a:r>
              <a:rPr lang="zh-CN" altLang="en-US" sz="2800" b="1"/>
              <a:t>特点：</a:t>
            </a:r>
            <a:r>
              <a:rPr lang="zh-CN" altLang="en-US" sz="2800"/>
              <a:t>安全、高速、稳定。</a:t>
            </a:r>
            <a:endParaRPr lang="zh-CN" altLang="en-US" sz="2800"/>
          </a:p>
          <a:p>
            <a:r>
              <a:rPr lang="zh-CN" altLang="en-US" sz="2800" b="1"/>
              <a:t>模式：</a:t>
            </a:r>
            <a:r>
              <a:rPr lang="en-US" altLang="zh-CN" sz="2800"/>
              <a:t>C/S（Client/Server，</a:t>
            </a:r>
            <a:r>
              <a:rPr lang="zh-CN" altLang="en-US" sz="2800"/>
              <a:t>客户端/服务端）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在我们的电脑中，</a:t>
            </a:r>
            <a:endParaRPr lang="zh-CN" altLang="en-US" sz="2800"/>
          </a:p>
          <a:p>
            <a:r>
              <a:rPr lang="zh-CN" altLang="en-US" sz="2800"/>
              <a:t>在</a:t>
            </a:r>
            <a:r>
              <a:rPr lang="en-US" altLang="zh-CN" sz="2800"/>
              <a:t>Linux</a:t>
            </a:r>
            <a:r>
              <a:rPr lang="zh-CN" altLang="en-US" sz="2800"/>
              <a:t>上开启</a:t>
            </a:r>
            <a:r>
              <a:rPr lang="en-US" altLang="zh-CN" sz="2800"/>
              <a:t>vsftp</a:t>
            </a:r>
            <a:r>
              <a:rPr lang="zh-CN" altLang="en-US" sz="2800"/>
              <a:t>服务后，</a:t>
            </a:r>
            <a:r>
              <a:rPr lang="en-US" altLang="zh-CN" sz="2800"/>
              <a:t>Linux</a:t>
            </a:r>
            <a:r>
              <a:rPr lang="zh-CN" altLang="en-US" sz="2800"/>
              <a:t>即为</a:t>
            </a:r>
            <a:r>
              <a:rPr lang="en-US" altLang="zh-CN" sz="2800"/>
              <a:t>FTP</a:t>
            </a:r>
            <a:r>
              <a:rPr lang="zh-CN" altLang="en-US" sz="2800"/>
              <a:t>服务器，用于存放文件；</a:t>
            </a:r>
            <a:endParaRPr lang="zh-CN" altLang="en-US" sz="2800"/>
          </a:p>
          <a:p>
            <a:r>
              <a:rPr lang="en-US" altLang="zh-CN" sz="2800"/>
              <a:t>Windows</a:t>
            </a:r>
            <a:r>
              <a:rPr lang="zh-CN" altLang="en-US" sz="2800"/>
              <a:t>中自带</a:t>
            </a:r>
            <a:r>
              <a:rPr lang="en-US" altLang="zh-CN" sz="2800"/>
              <a:t>ftp</a:t>
            </a:r>
            <a:r>
              <a:rPr lang="zh-CN" altLang="en-US" sz="2800"/>
              <a:t>客户端工具，作为</a:t>
            </a:r>
            <a:r>
              <a:rPr lang="en-US" altLang="zh-CN" sz="2800"/>
              <a:t>FTP</a:t>
            </a:r>
            <a:r>
              <a:rPr lang="zh-CN" altLang="en-US" sz="2800"/>
              <a:t>客户端，可连接</a:t>
            </a:r>
            <a:r>
              <a:rPr lang="en-US" altLang="zh-CN" sz="2800"/>
              <a:t>Linux</a:t>
            </a:r>
            <a:r>
              <a:rPr lang="zh-CN" altLang="en-US" sz="2800"/>
              <a:t>搭建的</a:t>
            </a:r>
            <a:r>
              <a:rPr lang="en-US" altLang="zh-CN" sz="2800"/>
              <a:t>FTP</a:t>
            </a:r>
            <a:r>
              <a:rPr lang="zh-CN" altLang="en-US" sz="2800"/>
              <a:t>服务器，在权限允许的前提下，实现文件的上传、新建、下载等功能。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9410" y="444500"/>
            <a:ext cx="1036066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查看</a:t>
            </a:r>
            <a:r>
              <a:rPr lang="en-US" altLang="zh-CN" sz="2800" b="1"/>
              <a:t>FTP</a:t>
            </a:r>
            <a:r>
              <a:rPr lang="zh-CN" altLang="en-US" sz="2800" b="1"/>
              <a:t>端口号</a:t>
            </a:r>
            <a:endParaRPr lang="zh-CN" altLang="en-US" sz="2800" b="1"/>
          </a:p>
          <a:p>
            <a:r>
              <a:rPr lang="zh-CN" altLang="en-US" sz="2800"/>
              <a:t>命令： </a:t>
            </a:r>
            <a:r>
              <a:rPr lang="en-US" altLang="zh-CN" sz="2800"/>
              <a:t>vim /etc/services </a:t>
            </a:r>
            <a:endParaRPr lang="en-US" altLang="zh-CN" sz="2800"/>
          </a:p>
          <a:p>
            <a:r>
              <a:rPr lang="zh-CN" altLang="en-US" sz="2800"/>
              <a:t>进入</a:t>
            </a:r>
            <a:r>
              <a:rPr lang="en-US" altLang="zh-CN" sz="2800"/>
              <a:t>vim</a:t>
            </a:r>
            <a:r>
              <a:rPr lang="zh-CN" altLang="en-US" sz="2800"/>
              <a:t>后，按 </a:t>
            </a:r>
            <a:r>
              <a:rPr lang="en-US" altLang="zh-CN" sz="2800"/>
              <a:t>Esc ，</a:t>
            </a:r>
            <a:r>
              <a:rPr lang="zh-CN" altLang="en-US" sz="2800"/>
              <a:t>输入/</a:t>
            </a:r>
            <a:r>
              <a:rPr lang="en-US" altLang="zh-CN" sz="2800"/>
              <a:t>ftp</a:t>
            </a:r>
            <a:r>
              <a:rPr lang="zh-CN" altLang="en-US" sz="2800"/>
              <a:t>查找端口信息</a:t>
            </a:r>
            <a:endParaRPr lang="zh-CN" altLang="en-US" sz="2800"/>
          </a:p>
          <a:p>
            <a:r>
              <a:rPr lang="en-US" altLang="zh-CN" sz="2800"/>
              <a:t> </a:t>
            </a:r>
            <a:endParaRPr lang="en-US" altLang="zh-CN" sz="2800"/>
          </a:p>
          <a:p>
            <a:r>
              <a:rPr lang="zh-CN" altLang="en-US" sz="2800"/>
              <a:t>1. 21端口（控制端口）：客户端发送命令</a:t>
            </a:r>
            <a:endParaRPr lang="zh-CN" altLang="en-US" sz="2800"/>
          </a:p>
          <a:p>
            <a:r>
              <a:rPr lang="en-US" altLang="zh-CN" sz="2800"/>
              <a:t>Windows（</a:t>
            </a:r>
            <a:r>
              <a:rPr lang="zh-CN" altLang="en-US" sz="2800"/>
              <a:t>客户端）向</a:t>
            </a:r>
            <a:r>
              <a:rPr lang="en-US" altLang="zh-CN" sz="2800"/>
              <a:t>Linux（</a:t>
            </a:r>
            <a:r>
              <a:rPr lang="zh-CN" altLang="en-US" sz="2800"/>
              <a:t>服务器）发送登录、查看文件、上传/下载等指令。</a:t>
            </a:r>
            <a:endParaRPr lang="zh-CN" altLang="en-US" sz="2800"/>
          </a:p>
          <a:p>
            <a:r>
              <a:rPr lang="zh-CN" altLang="en-US" sz="2800"/>
              <a:t>2. 20 端口（数据端口）：仅主动模式使用</a:t>
            </a:r>
            <a:endParaRPr lang="zh-CN" altLang="en-US" sz="2800"/>
          </a:p>
          <a:p>
            <a:r>
              <a:rPr lang="zh-CN" altLang="en-US" sz="2800"/>
              <a:t>主动模式下，服务器收到 21 端口指令后，由服务器的 20 端口发起数据传输。</a:t>
            </a:r>
            <a:endParaRPr lang="zh-CN" altLang="en-US" sz="2800"/>
          </a:p>
          <a:p>
            <a:r>
              <a:rPr lang="zh-CN" altLang="en-US" sz="2800"/>
              <a:t>实际主流为被动模式：服务器随机开放高位端口，由客户端连接获取数据，不易被防火墙拦截。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0205" y="243840"/>
            <a:ext cx="981456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安装：</a:t>
            </a:r>
            <a:endParaRPr lang="zh-CN" altLang="en-US" sz="2400" b="1"/>
          </a:p>
          <a:p>
            <a:r>
              <a:rPr lang="zh-CN" altLang="en-US" sz="2400" b="1"/>
              <a:t>首先磁盘挂载</a:t>
            </a:r>
            <a:endParaRPr lang="zh-CN" altLang="en-US" sz="2400" b="1"/>
          </a:p>
          <a:p>
            <a:r>
              <a:rPr lang="en-US" altLang="zh-CN" sz="2400"/>
              <a:t>mkdir -p /mnt/cdrom</a:t>
            </a:r>
            <a:endParaRPr lang="en-US" altLang="zh-CN" sz="2400"/>
          </a:p>
          <a:p>
            <a:r>
              <a:rPr lang="en-US" altLang="zh-CN" sz="2400"/>
              <a:t>mount /dev/sr1 /mnt/cdrom</a:t>
            </a:r>
            <a:endParaRPr lang="en-US" altLang="zh-CN" sz="2400"/>
          </a:p>
          <a:p>
            <a:pPr algn="l">
              <a:buClrTx/>
              <a:buSzTx/>
              <a:buNone/>
            </a:pPr>
            <a:r>
              <a:rPr lang="zh-CN" altLang="en-US" sz="2400" b="1"/>
              <a:t>安装vsFTP（vsftpd：Linux当服务器）</a:t>
            </a:r>
            <a:endParaRPr lang="zh-CN" altLang="en-US" sz="2400" b="1"/>
          </a:p>
          <a:p>
            <a:r>
              <a:rPr lang="en-US" altLang="zh-CN" sz="2400"/>
              <a:t>rpm -ivh /mnt/cdrom/Packages/vsftpd*.rpm</a:t>
            </a:r>
            <a:endParaRPr lang="en-US" altLang="zh-CN" sz="2400"/>
          </a:p>
          <a:p>
            <a:pPr algn="l">
              <a:buClrTx/>
              <a:buSzTx/>
              <a:buFontTx/>
            </a:pPr>
            <a:r>
              <a:rPr lang="zh-CN" altLang="en-US" sz="2400" b="1"/>
              <a:t>安装以后，查看是否安装成功</a:t>
            </a:r>
            <a:endParaRPr lang="zh-CN" altLang="en-US" sz="2400" b="1"/>
          </a:p>
          <a:p>
            <a:r>
              <a:rPr lang="en-US" altLang="zh-CN" sz="2400"/>
              <a:t>rpm -qa |grep vsftpd</a:t>
            </a:r>
            <a:endParaRPr lang="en-US" altLang="zh-CN" sz="2400"/>
          </a:p>
          <a:p>
            <a:r>
              <a:rPr lang="zh-CN" altLang="en-US" sz="2400" b="1"/>
              <a:t>查看vsftpd服务运行情况，检测是否运行  </a:t>
            </a:r>
            <a:endParaRPr lang="zh-CN" altLang="en-US" sz="2400" b="1"/>
          </a:p>
          <a:p>
            <a:r>
              <a:rPr lang="en-US" altLang="zh-CN" sz="2400"/>
              <a:t>systemctl status vsftpd   </a:t>
            </a:r>
            <a:r>
              <a:rPr lang="zh-CN" altLang="en-US" sz="2400"/>
              <a:t>（</a:t>
            </a:r>
            <a:r>
              <a:rPr lang="en-US" altLang="zh-CN" sz="2400"/>
              <a:t>systemctl </a:t>
            </a:r>
            <a:r>
              <a:rPr lang="zh-CN" altLang="en-US" sz="2400"/>
              <a:t>是</a:t>
            </a:r>
            <a:r>
              <a:rPr lang="en-US" altLang="zh-CN" sz="2400"/>
              <a:t>CentOS7</a:t>
            </a:r>
            <a:r>
              <a:rPr lang="zh-CN" altLang="en-US" sz="2400"/>
              <a:t>中用来管理软件开关的命令）</a:t>
            </a:r>
            <a:endParaRPr lang="zh-CN" altLang="en-US" sz="2400"/>
          </a:p>
          <a:p>
            <a:r>
              <a:rPr lang="zh-CN" altLang="en-US" sz="2400" b="1"/>
              <a:t>启动</a:t>
            </a:r>
            <a:r>
              <a:rPr lang="en-US" altLang="zh-CN" sz="2400" b="1"/>
              <a:t>vsFTP</a:t>
            </a:r>
            <a:endParaRPr lang="en-US" altLang="zh-CN" sz="2400" b="1"/>
          </a:p>
          <a:p>
            <a:r>
              <a:rPr lang="en-US" altLang="zh-CN" sz="2400"/>
              <a:t>systemctl start vsftpd</a:t>
            </a:r>
            <a:endParaRPr lang="en-US" altLang="zh-CN" sz="2400"/>
          </a:p>
          <a:p>
            <a:r>
              <a:rPr lang="zh-CN" altLang="en-US" sz="2400" b="1"/>
              <a:t>再次检测运行情况</a:t>
            </a:r>
            <a:endParaRPr lang="zh-CN" altLang="en-US" sz="2400" b="1"/>
          </a:p>
          <a:p>
            <a:r>
              <a:rPr lang="en-US" altLang="zh-CN" sz="2400"/>
              <a:t>systemctl status vsftpd</a:t>
            </a:r>
            <a:endParaRPr lang="en-US" altLang="zh-CN" sz="2400"/>
          </a:p>
          <a:p>
            <a:pPr algn="l">
              <a:buClrTx/>
              <a:buSzTx/>
              <a:buFontTx/>
            </a:pPr>
            <a:r>
              <a:rPr lang="zh-CN" altLang="en-US" sz="2400" b="1"/>
              <a:t>关闭防火墙</a:t>
            </a:r>
            <a:endParaRPr lang="zh-CN" altLang="en-US" sz="2400" b="1"/>
          </a:p>
          <a:p>
            <a:r>
              <a:rPr lang="en-US" altLang="zh-CN" sz="2400"/>
              <a:t>systemctl stop firewalld</a:t>
            </a:r>
            <a:endParaRPr lang="en-US" altLang="zh-CN" sz="2400"/>
          </a:p>
          <a:p>
            <a:r>
              <a:rPr lang="zh-CN" altLang="en-US" sz="2400" b="1"/>
              <a:t>关闭安全软件SELinux</a:t>
            </a:r>
            <a:r>
              <a:rPr lang="en-US" altLang="zh-CN" sz="2400"/>
              <a:t>：setenforce 0</a:t>
            </a:r>
            <a:endParaRPr lang="en-US" altLang="zh-CN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9725" y="464185"/>
            <a:ext cx="1034923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接下来，在</a:t>
            </a:r>
            <a:r>
              <a:rPr lang="en-US" altLang="zh-CN" sz="2800"/>
              <a:t>windows</a:t>
            </a:r>
            <a:r>
              <a:rPr lang="zh-CN" altLang="en-US" sz="2800"/>
              <a:t>中，打开此电脑，输入</a:t>
            </a:r>
            <a:r>
              <a:rPr lang="en-US" altLang="zh-CN" sz="2800"/>
              <a:t>ftp://linux</a:t>
            </a:r>
            <a:r>
              <a:rPr lang="zh-CN" altLang="en-US" sz="2800"/>
              <a:t>的</a:t>
            </a:r>
            <a:r>
              <a:rPr lang="en-US" altLang="zh-CN" sz="2800"/>
              <a:t>ip，</a:t>
            </a:r>
            <a:r>
              <a:rPr lang="zh-CN" altLang="en-US" sz="2800"/>
              <a:t>访问</a:t>
            </a:r>
            <a:r>
              <a:rPr lang="en-US" altLang="zh-CN" sz="2800"/>
              <a:t>ftp</a:t>
            </a:r>
            <a:r>
              <a:rPr lang="zh-CN" altLang="en-US" sz="2800"/>
              <a:t>服务。输入可以看到</a:t>
            </a:r>
            <a:r>
              <a:rPr lang="en-US" altLang="zh-CN" sz="2800"/>
              <a:t>pub</a:t>
            </a:r>
            <a:r>
              <a:rPr lang="zh-CN" altLang="en-US" sz="2800"/>
              <a:t>目录 这是</a:t>
            </a:r>
            <a:r>
              <a:rPr lang="en-US" altLang="zh-CN" sz="2800"/>
              <a:t>ftp</a:t>
            </a:r>
            <a:r>
              <a:rPr lang="zh-CN" altLang="en-US" sz="2800"/>
              <a:t>默认的共享目录。</a:t>
            </a:r>
            <a:endParaRPr lang="zh-CN" altLang="en-US" sz="2800"/>
          </a:p>
          <a:p>
            <a:r>
              <a:rPr lang="zh-CN" altLang="en-US" sz="2800"/>
              <a:t>这个</a:t>
            </a:r>
            <a:r>
              <a:rPr lang="en-US" altLang="zh-CN" sz="2800"/>
              <a:t>pub</a:t>
            </a:r>
            <a:r>
              <a:rPr lang="zh-CN" altLang="en-US" sz="2800"/>
              <a:t>目录实际上是</a:t>
            </a:r>
            <a:r>
              <a:rPr lang="en-US" altLang="zh-CN" sz="2800"/>
              <a:t>linux</a:t>
            </a:r>
            <a:r>
              <a:rPr lang="zh-CN" altLang="en-US" sz="2800"/>
              <a:t>的/</a:t>
            </a:r>
            <a:r>
              <a:rPr lang="en-US" altLang="zh-CN" sz="2800"/>
              <a:t>var/ftp/pub。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 b="1"/>
              <a:t>/var/ftp/pub    #</a:t>
            </a:r>
            <a:r>
              <a:rPr lang="zh-CN" altLang="en-US" sz="2800" b="1"/>
              <a:t>默认的共享目录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/>
              <a:t>我们拷贝一个文件到</a:t>
            </a:r>
            <a:r>
              <a:rPr lang="zh-CN" altLang="en-US" sz="2800">
                <a:sym typeface="+mn-ea"/>
              </a:rPr>
              <a:t>/var/ftp/pub</a:t>
            </a:r>
            <a:r>
              <a:rPr lang="zh-CN" altLang="en-US" sz="2800"/>
              <a:t>目录中</a:t>
            </a:r>
            <a:endParaRPr lang="zh-CN" altLang="en-US" sz="2800"/>
          </a:p>
          <a:p>
            <a:r>
              <a:rPr lang="zh-CN" altLang="en-US" sz="2800"/>
              <a:t>cp /etc/passwd /var/ftp/pub</a:t>
            </a:r>
            <a:endParaRPr lang="zh-CN" altLang="en-US" sz="2800"/>
          </a:p>
          <a:p>
            <a:r>
              <a:rPr lang="zh-CN" altLang="en-US" sz="2800"/>
              <a:t>在windows中就可以看到passwd文件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 b="1">
                <a:sym typeface="+mn-ea"/>
              </a:rPr>
              <a:t>而</a:t>
            </a:r>
            <a:r>
              <a:rPr lang="en-US" altLang="zh-CN" sz="2800" b="1">
                <a:sym typeface="+mn-ea"/>
              </a:rPr>
              <a:t>/var/ftp/  </a:t>
            </a:r>
            <a:r>
              <a:rPr lang="zh-CN" altLang="en-US" sz="2800" b="1">
                <a:sym typeface="+mn-ea"/>
              </a:rPr>
              <a:t>#默认情况下匿名用户的根目录</a:t>
            </a:r>
            <a:endParaRPr lang="zh-CN" altLang="en-US" sz="2800" b="1">
              <a:sym typeface="+mn-ea"/>
            </a:endParaRPr>
          </a:p>
          <a:p>
            <a:r>
              <a:rPr lang="zh-CN" altLang="en-US" sz="2800"/>
              <a:t>我们在</a:t>
            </a:r>
            <a:r>
              <a:rPr lang="en-US" altLang="zh-CN" sz="2800"/>
              <a:t>windows</a:t>
            </a:r>
            <a:r>
              <a:rPr lang="zh-CN" altLang="en-US" sz="2800"/>
              <a:t>中，输入</a:t>
            </a:r>
            <a:r>
              <a:rPr lang="en-US" altLang="zh-CN" sz="2800"/>
              <a:t>ftp：//Linux</a:t>
            </a:r>
            <a:r>
              <a:rPr lang="zh-CN" altLang="en-US" sz="2800"/>
              <a:t>的</a:t>
            </a:r>
            <a:r>
              <a:rPr lang="en-US" altLang="zh-CN" sz="2800"/>
              <a:t>ip</a:t>
            </a:r>
            <a:r>
              <a:rPr lang="zh-CN" altLang="en-US" sz="2800"/>
              <a:t>直接就进去了，没让输入用户名和密码，实际上就是匿名登录。我们登录后进入到的位置就是/</a:t>
            </a:r>
            <a:r>
              <a:rPr lang="en-US" altLang="zh-CN" sz="2800"/>
              <a:t>var/ftp/。</a:t>
            </a:r>
            <a:endParaRPr lang="en-US" altLang="zh-CN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3510" y="84455"/>
            <a:ext cx="999998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600" b="1"/>
              <a:t>/etc</a:t>
            </a:r>
            <a:r>
              <a:rPr lang="zh-CN" altLang="en-US" sz="2600" b="1"/>
              <a:t>是专门放软件配置文件的</a:t>
            </a:r>
            <a:endParaRPr lang="zh-CN" altLang="en-US" sz="2600" b="1"/>
          </a:p>
          <a:p>
            <a:r>
              <a:rPr lang="zh-CN" altLang="en-US" sz="2600"/>
              <a:t>我们看一下/</a:t>
            </a:r>
            <a:r>
              <a:rPr lang="en-US" altLang="zh-CN" sz="2600"/>
              <a:t>etc/vsftpd</a:t>
            </a:r>
            <a:r>
              <a:rPr lang="zh-CN" altLang="en-US" sz="2600"/>
              <a:t>中有哪些文件</a:t>
            </a:r>
            <a:endParaRPr lang="zh-CN" altLang="en-US" sz="2600"/>
          </a:p>
          <a:p>
            <a:r>
              <a:rPr lang="en-US" altLang="zh-CN" sz="2600"/>
              <a:t>ls /etc/vsftpd</a:t>
            </a:r>
            <a:endParaRPr lang="en-US" altLang="zh-CN" sz="2600"/>
          </a:p>
          <a:p>
            <a:r>
              <a:rPr lang="en-US" altLang="zh-CN" sz="2600" b="1"/>
              <a:t>1./etc/vsftpd/vsftpd.conf</a:t>
            </a:r>
            <a:endParaRPr lang="en-US" altLang="zh-CN" sz="2600" b="1"/>
          </a:p>
          <a:p>
            <a:r>
              <a:rPr lang="en-US" altLang="zh-CN" sz="2600"/>
              <a:t>#vsftpd</a:t>
            </a:r>
            <a:r>
              <a:rPr lang="zh-CN" altLang="en-US" sz="2600"/>
              <a:t>的核心配置文件</a:t>
            </a:r>
            <a:endParaRPr lang="zh-CN" altLang="en-US" sz="2600"/>
          </a:p>
          <a:p>
            <a:pPr algn="l">
              <a:buClrTx/>
              <a:buSzTx/>
              <a:buFontTx/>
            </a:pPr>
            <a:r>
              <a:rPr lang="en-US" altLang="zh-CN" sz="2600" b="1"/>
              <a:t>2./etc/vsftpd/ftpusers</a:t>
            </a:r>
            <a:endParaRPr lang="en-US" altLang="zh-CN" sz="2600" b="1"/>
          </a:p>
          <a:p>
            <a:r>
              <a:rPr lang="zh-CN" altLang="en-US" sz="2600"/>
              <a:t>#用于指定哪些用户不能登录</a:t>
            </a:r>
            <a:r>
              <a:rPr lang="en-US" altLang="zh-CN" sz="2600"/>
              <a:t>ftp</a:t>
            </a:r>
            <a:r>
              <a:rPr lang="zh-CN" altLang="en-US" sz="2600"/>
              <a:t>服务器，黑名单，封号了！</a:t>
            </a:r>
            <a:endParaRPr lang="zh-CN" altLang="en-US" sz="2600"/>
          </a:p>
          <a:p>
            <a:r>
              <a:rPr lang="zh-CN" altLang="en-US" sz="2600"/>
              <a:t>举个例子：张三有一个</a:t>
            </a:r>
            <a:r>
              <a:rPr lang="en-US" altLang="zh-CN" sz="2600"/>
              <a:t>Linux</a:t>
            </a:r>
            <a:r>
              <a:rPr lang="zh-CN" altLang="en-US" sz="2600"/>
              <a:t>账号。然后他在</a:t>
            </a:r>
            <a:r>
              <a:rPr lang="en-US" altLang="zh-CN" sz="2600"/>
              <a:t>Windows</a:t>
            </a:r>
            <a:r>
              <a:rPr lang="zh-CN" altLang="en-US" sz="2600"/>
              <a:t>系统上想要上传文件到</a:t>
            </a:r>
            <a:r>
              <a:rPr lang="en-US" altLang="zh-CN" sz="2600"/>
              <a:t>FTP</a:t>
            </a:r>
            <a:r>
              <a:rPr lang="zh-CN" altLang="en-US" sz="2600"/>
              <a:t>服务器中，需要登录他的</a:t>
            </a:r>
            <a:r>
              <a:rPr lang="en-US" altLang="zh-CN" sz="2600"/>
              <a:t>Linux</a:t>
            </a:r>
            <a:r>
              <a:rPr lang="zh-CN" altLang="en-US" sz="2600"/>
              <a:t>的账号才能上传。如果他的</a:t>
            </a:r>
            <a:r>
              <a:rPr lang="en-US" altLang="zh-CN" sz="2600"/>
              <a:t>Linux</a:t>
            </a:r>
            <a:r>
              <a:rPr lang="zh-CN" altLang="en-US" sz="2600"/>
              <a:t>账号加入到黑名单了，就无法上传。</a:t>
            </a:r>
            <a:endParaRPr lang="en-US" altLang="zh-CN" sz="2600"/>
          </a:p>
          <a:p>
            <a:pPr algn="l">
              <a:buClrTx/>
              <a:buSzTx/>
              <a:buFontTx/>
            </a:pPr>
            <a:r>
              <a:rPr lang="en-US" altLang="zh-CN" sz="2600" b="1"/>
              <a:t>3./etc/vsftpd/user_list</a:t>
            </a:r>
            <a:endParaRPr lang="en-US" altLang="zh-CN" sz="2600" b="1"/>
          </a:p>
          <a:p>
            <a:r>
              <a:rPr lang="zh-CN" altLang="en-US" sz="2600"/>
              <a:t>#用来控制哪些用户可以登录</a:t>
            </a:r>
            <a:r>
              <a:rPr lang="en-US" altLang="zh-CN" sz="2600"/>
              <a:t>ftp。</a:t>
            </a:r>
            <a:endParaRPr lang="en-US" altLang="zh-CN" sz="2600"/>
          </a:p>
          <a:p>
            <a:r>
              <a:rPr lang="zh-CN" altLang="en-US" sz="2600"/>
              <a:t>它的行为取决于 </a:t>
            </a:r>
            <a:r>
              <a:rPr lang="en-US" altLang="zh-CN" sz="2600"/>
              <a:t>vsftpd.conf </a:t>
            </a:r>
            <a:r>
              <a:rPr lang="zh-CN" altLang="en-US" sz="2600"/>
              <a:t>里的 </a:t>
            </a:r>
            <a:r>
              <a:rPr lang="en-US" altLang="zh-CN" sz="2600"/>
              <a:t>userlist_deny </a:t>
            </a:r>
            <a:r>
              <a:rPr lang="zh-CN" altLang="en-US" sz="2600"/>
              <a:t>设置：</a:t>
            </a:r>
            <a:endParaRPr lang="zh-CN" altLang="en-US" sz="2600"/>
          </a:p>
          <a:p>
            <a:r>
              <a:rPr lang="en-US" altLang="zh-CN" sz="2600"/>
              <a:t>userlist_deny=YES（</a:t>
            </a:r>
            <a:r>
              <a:rPr lang="zh-CN" altLang="en-US" sz="2600"/>
              <a:t>默认）：</a:t>
            </a:r>
            <a:r>
              <a:rPr lang="en-US" altLang="zh-CN" sz="2600"/>
              <a:t>user_list </a:t>
            </a:r>
            <a:r>
              <a:rPr lang="zh-CN" altLang="en-US" sz="2600"/>
              <a:t>是黑名单。</a:t>
            </a:r>
            <a:endParaRPr lang="zh-CN" altLang="en-US" sz="2600"/>
          </a:p>
          <a:p>
            <a:r>
              <a:rPr lang="zh-CN" altLang="en-US" sz="2600"/>
              <a:t>如果</a:t>
            </a:r>
            <a:r>
              <a:rPr lang="en-US" altLang="zh-CN" sz="2600"/>
              <a:t>userlist_deny=NO：user_list </a:t>
            </a:r>
            <a:r>
              <a:rPr lang="zh-CN" altLang="en-US" sz="2600"/>
              <a:t>会变成白名单，也就是只有名单中的用户可以登录</a:t>
            </a:r>
            <a:r>
              <a:rPr lang="en-US" altLang="zh-CN" sz="2600"/>
              <a:t>FTP</a:t>
            </a:r>
            <a:endParaRPr lang="en-US" altLang="zh-CN"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87325"/>
            <a:ext cx="1085469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vsftpd</a:t>
            </a:r>
            <a:r>
              <a:rPr lang="zh-CN" altLang="en-US" sz="2800"/>
              <a:t>我们可以配置为开机自动启动</a:t>
            </a:r>
            <a:endParaRPr lang="zh-CN" altLang="en-US" sz="2800"/>
          </a:p>
          <a:p>
            <a:r>
              <a:rPr lang="en-US" altLang="zh-CN" sz="2800"/>
              <a:t>systemctl enable vsftpd</a:t>
            </a:r>
            <a:endParaRPr lang="en-US" altLang="zh-CN" sz="2800"/>
          </a:p>
          <a:p>
            <a:r>
              <a:rPr lang="zh-CN" altLang="en-US" sz="2800"/>
              <a:t>查看网络连接端口监听的状态用</a:t>
            </a:r>
            <a:r>
              <a:rPr lang="en-US" altLang="zh-CN" sz="2800"/>
              <a:t>netstat</a:t>
            </a:r>
            <a:endParaRPr lang="en-US" altLang="zh-CN" sz="2800"/>
          </a:p>
          <a:p>
            <a:r>
              <a:rPr lang="en-US" altLang="zh-CN" sz="2800"/>
              <a:t>netstat -anptu |grep ftp</a:t>
            </a:r>
            <a:endParaRPr lang="en-US" altLang="zh-CN" sz="2800"/>
          </a:p>
          <a:p>
            <a:r>
              <a:rPr lang="zh-CN" altLang="en-US" sz="2800" b="1"/>
              <a:t>结果：</a:t>
            </a:r>
            <a:endParaRPr lang="en-US" altLang="zh-CN" sz="2800" b="1"/>
          </a:p>
          <a:p>
            <a:r>
              <a:rPr lang="en-US" altLang="zh-CN" sz="2800"/>
              <a:t>tcp    0    0 0.0.0.0:21    0.0.0.0:*    LISTEN    2877/vsftpd</a:t>
            </a:r>
            <a:endParaRPr lang="en-US" altLang="zh-CN" sz="2800"/>
          </a:p>
          <a:p>
            <a:r>
              <a:rPr lang="zh-CN" altLang="en-US" sz="2800" b="1"/>
              <a:t>含义：</a:t>
            </a:r>
            <a:endParaRPr lang="en-US" altLang="zh-CN" sz="2800" b="1"/>
          </a:p>
          <a:p>
            <a:r>
              <a:rPr lang="en-US" altLang="zh-CN" sz="2800"/>
              <a:t>tcp ：TCP</a:t>
            </a:r>
            <a:r>
              <a:rPr lang="zh-CN" altLang="en-US" sz="2800"/>
              <a:t>协议（</a:t>
            </a:r>
            <a:r>
              <a:rPr lang="en-US" altLang="zh-CN" sz="2800"/>
              <a:t>FTP</a:t>
            </a:r>
            <a:r>
              <a:rPr lang="zh-CN" altLang="en-US" sz="2800"/>
              <a:t>用的就是</a:t>
            </a:r>
            <a:r>
              <a:rPr lang="en-US" altLang="zh-CN" sz="2800"/>
              <a:t>TCP）</a:t>
            </a:r>
            <a:endParaRPr lang="en-US" altLang="zh-CN" sz="2800"/>
          </a:p>
          <a:p>
            <a:r>
              <a:rPr lang="zh-CN" altLang="en-US" sz="2800"/>
              <a:t>0.0.0.0:21 ：21端口</a:t>
            </a:r>
            <a:endParaRPr lang="zh-CN" altLang="en-US" sz="2800"/>
          </a:p>
          <a:p>
            <a:r>
              <a:rPr lang="en-US" altLang="zh-CN" sz="2800"/>
              <a:t>LISTEN ：</a:t>
            </a:r>
            <a:r>
              <a:rPr lang="zh-CN" altLang="en-US" sz="2800"/>
              <a:t>正在监听，代表</a:t>
            </a:r>
            <a:r>
              <a:rPr lang="en-US" altLang="zh-CN" sz="2800"/>
              <a:t>FTP</a:t>
            </a:r>
            <a:r>
              <a:rPr lang="zh-CN" altLang="en-US" sz="2800"/>
              <a:t>服务已经正常开启、等待别人连接</a:t>
            </a:r>
            <a:endParaRPr lang="zh-CN" altLang="en-US" sz="2800"/>
          </a:p>
          <a:p>
            <a:r>
              <a:rPr lang="en-US" altLang="zh-CN" sz="2800"/>
              <a:t>2877/vsftpd ：</a:t>
            </a:r>
            <a:r>
              <a:rPr lang="zh-CN" altLang="en-US" sz="2800"/>
              <a:t>进程号2877，进程是 </a:t>
            </a:r>
            <a:r>
              <a:rPr lang="en-US" altLang="zh-CN" sz="2800"/>
              <a:t>vsftpd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我们发现只有21端口，没有看到20端口。因为我们没有做数据通信。</a:t>
            </a:r>
            <a:endParaRPr lang="zh-CN" altLang="en-US" sz="2800"/>
          </a:p>
          <a:p>
            <a:r>
              <a:rPr lang="en-US" altLang="zh-CN" sz="2800"/>
              <a:t>21</a:t>
            </a:r>
            <a:r>
              <a:rPr lang="zh-CN" altLang="en-US" sz="2800"/>
              <a:t>端口是一直开启的，</a:t>
            </a:r>
            <a:r>
              <a:rPr lang="en-US" altLang="zh-CN" sz="2800"/>
              <a:t>20</a:t>
            </a:r>
            <a:r>
              <a:rPr lang="zh-CN" altLang="en-US" sz="2800"/>
              <a:t>端口只有在传输数据时开启。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6545" y="836295"/>
            <a:ext cx="3778885" cy="1203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7745" y="845185"/>
            <a:ext cx="87236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例1：公司技术部准备搭建一台功能简单的</a:t>
            </a:r>
            <a:r>
              <a:rPr lang="en-US" altLang="zh-CN" sz="3200"/>
              <a:t>FTP</a:t>
            </a:r>
            <a:r>
              <a:rPr lang="zh-CN" altLang="en-US" sz="3200"/>
              <a:t>服务器，允许所有员工上传、下载文件，并允许用户创建自己的目录。（采用匿名登录的方式实现）</a:t>
            </a:r>
            <a:endParaRPr lang="zh-CN" altLang="en-US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9570" y="300355"/>
            <a:ext cx="11120755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0.修改配置文件之前可以做一个备份</a:t>
            </a:r>
            <a:endParaRPr lang="zh-CN" altLang="en-US" sz="2000" b="1"/>
          </a:p>
          <a:p>
            <a:r>
              <a:rPr lang="en-US" altLang="zh-CN" sz="2000"/>
              <a:t>cp /etc/vsftpd/vsftpd.conf /etc/vsftpd/vsftpd.bak</a:t>
            </a:r>
            <a:endParaRPr lang="en-US" altLang="zh-CN" sz="2000"/>
          </a:p>
          <a:p>
            <a:pPr algn="l">
              <a:buClrTx/>
              <a:buSzTx/>
              <a:buFontTx/>
            </a:pPr>
            <a:r>
              <a:rPr lang="zh-CN" altLang="en-US" sz="2000" b="1"/>
              <a:t>1.查看并修改配置文件</a:t>
            </a:r>
            <a:endParaRPr lang="zh-CN" altLang="en-US" sz="2000" b="1"/>
          </a:p>
          <a:p>
            <a:r>
              <a:rPr lang="en-US" altLang="zh-CN" sz="2000"/>
              <a:t>vim /etc/vsftpd/vsftpd.conf</a:t>
            </a:r>
            <a:endParaRPr lang="zh-CN" altLang="en-US" sz="2000"/>
          </a:p>
          <a:p>
            <a:r>
              <a:rPr lang="zh-CN" altLang="en-US" sz="2000" b="1"/>
              <a:t>内容：</a:t>
            </a:r>
            <a:endParaRPr lang="en-US" altLang="zh-CN" sz="2000" b="1"/>
          </a:p>
          <a:p>
            <a:r>
              <a:rPr lang="en-US" altLang="zh-CN" sz="2000"/>
              <a:t>anonymous_enable=YES       </a:t>
            </a:r>
            <a:endParaRPr lang="en-US" altLang="zh-CN" sz="2000"/>
          </a:p>
          <a:p>
            <a:r>
              <a:rPr lang="zh-CN" altLang="en-US" sz="2000"/>
              <a:t># 是否允许匿名登录</a:t>
            </a:r>
            <a:endParaRPr lang="zh-CN" altLang="en-US" sz="2000"/>
          </a:p>
          <a:p>
            <a:r>
              <a:rPr lang="en-US" altLang="zh-CN" sz="2000"/>
              <a:t>local_enable=YES           </a:t>
            </a:r>
            <a:endParaRPr lang="en-US" altLang="zh-CN" sz="2000"/>
          </a:p>
          <a:p>
            <a:r>
              <a:rPr lang="zh-CN" altLang="en-US" sz="2000"/>
              <a:t># 是否允许本地用户登录</a:t>
            </a:r>
            <a:endParaRPr lang="zh-CN" altLang="en-US" sz="2000"/>
          </a:p>
          <a:p>
            <a:r>
              <a:rPr lang="en-US" altLang="zh-CN" sz="2000"/>
              <a:t>write_enable=YES           </a:t>
            </a:r>
            <a:endParaRPr lang="en-US" altLang="zh-CN" sz="2000"/>
          </a:p>
          <a:p>
            <a:r>
              <a:rPr lang="zh-CN" altLang="en-US" sz="2000"/>
              <a:t># 是否允许写入</a:t>
            </a:r>
            <a:endParaRPr lang="zh-CN" altLang="en-US" sz="2000"/>
          </a:p>
          <a:p>
            <a:r>
              <a:rPr lang="en-US" altLang="zh-CN" sz="2000"/>
              <a:t>anon_upload_enable=YES     </a:t>
            </a:r>
            <a:endParaRPr lang="en-US" altLang="zh-CN" sz="2000"/>
          </a:p>
          <a:p>
            <a:r>
              <a:rPr lang="zh-CN" altLang="en-US" sz="2000"/>
              <a:t># 是否允许匿名上传</a:t>
            </a:r>
            <a:endParaRPr lang="zh-CN" altLang="en-US" sz="2000"/>
          </a:p>
          <a:p>
            <a:r>
              <a:rPr lang="en-US" altLang="zh-CN" sz="2000"/>
              <a:t>anon_mkdir_write_enable=YES</a:t>
            </a:r>
            <a:endParaRPr lang="en-US" altLang="zh-CN" sz="2000"/>
          </a:p>
          <a:p>
            <a:r>
              <a:rPr lang="zh-CN" altLang="en-US" sz="2000"/>
              <a:t># 是否允许匿名写入、创建目录</a:t>
            </a:r>
            <a:endParaRPr lang="zh-CN" altLang="en-US" sz="2000"/>
          </a:p>
          <a:p>
            <a:r>
              <a:rPr lang="en-US" altLang="zh-CN" sz="2000"/>
              <a:t>local_umask=022            </a:t>
            </a:r>
            <a:endParaRPr lang="en-US" altLang="zh-CN" sz="2000"/>
          </a:p>
          <a:p>
            <a:r>
              <a:rPr lang="zh-CN" altLang="en-US" sz="2000"/>
              <a:t># 设置默认权限，同组、其他人去掉写的权限 所有者没去权限</a:t>
            </a:r>
            <a:endParaRPr lang="en-US" altLang="zh-CN" sz="2000"/>
          </a:p>
          <a:p>
            <a:pPr algn="l">
              <a:buClrTx/>
              <a:buSzTx/>
              <a:buFontTx/>
            </a:pPr>
            <a:r>
              <a:rPr lang="zh-CN" altLang="en-US" sz="2000" b="1"/>
              <a:t>重启服务</a:t>
            </a:r>
            <a:endParaRPr lang="zh-CN" altLang="en-US" sz="2000" b="1"/>
          </a:p>
          <a:p>
            <a:r>
              <a:rPr lang="en-US" altLang="zh-CN" sz="2000"/>
              <a:t>systemctl restart vsftpd</a:t>
            </a:r>
            <a:endParaRPr lang="en-US" altLang="zh-CN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0845" y="269875"/>
            <a:ext cx="10648315" cy="3515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在</a:t>
            </a:r>
            <a:r>
              <a:rPr lang="en-US" altLang="zh-CN" sz="2800"/>
              <a:t>windows</a:t>
            </a:r>
            <a:r>
              <a:rPr lang="zh-CN" altLang="en-US" sz="2800"/>
              <a:t>中测试，发现在</a:t>
            </a:r>
            <a:r>
              <a:rPr lang="en-US" altLang="zh-CN" sz="2800"/>
              <a:t>pub</a:t>
            </a:r>
            <a:r>
              <a:rPr lang="zh-CN" altLang="en-US" sz="2800"/>
              <a:t>里不能新建文件夹，不能上传，其实是权限的问题。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看一下/</a:t>
            </a:r>
            <a:r>
              <a:rPr lang="en-US" altLang="zh-CN" sz="2800"/>
              <a:t>var/ftp/pub</a:t>
            </a:r>
            <a:r>
              <a:rPr lang="zh-CN" altLang="en-US" sz="2800"/>
              <a:t>目录本身的信息。</a:t>
            </a:r>
            <a:endParaRPr lang="zh-CN" altLang="en-US" sz="2800"/>
          </a:p>
          <a:p>
            <a:r>
              <a:rPr lang="en-US" altLang="zh-CN" sz="2800"/>
              <a:t>ls -l </a:t>
            </a:r>
            <a:r>
              <a:rPr lang="zh-CN" altLang="en-US" sz="2800"/>
              <a:t>是查看目录里边的信息 </a:t>
            </a:r>
            <a:endParaRPr lang="zh-CN" altLang="en-US" sz="2800"/>
          </a:p>
          <a:p>
            <a:r>
              <a:rPr lang="zh-CN" altLang="en-US" sz="2800"/>
              <a:t>要想查看目录本身的信息是</a:t>
            </a:r>
            <a:r>
              <a:rPr lang="en-US" altLang="zh-CN" sz="2800"/>
              <a:t>ls -ld</a:t>
            </a:r>
            <a:endParaRPr lang="en-US" altLang="zh-CN" sz="2800"/>
          </a:p>
          <a:p>
            <a:r>
              <a:rPr lang="en-US" altLang="zh-CN" sz="2800"/>
              <a:t>ls -ld /var/ftp/pub</a:t>
            </a:r>
            <a:endParaRPr lang="en-US" altLang="zh-CN" sz="2800"/>
          </a:p>
          <a:p>
            <a:r>
              <a:rPr lang="zh-CN" altLang="en-US" sz="2800"/>
              <a:t>结果：</a:t>
            </a:r>
            <a:r>
              <a:rPr lang="en-US" altLang="zh-CN" sz="2800"/>
              <a:t>drwxr-x</a:t>
            </a:r>
            <a:r>
              <a:rPr lang="en-US" altLang="zh-CN" sz="2800" b="1"/>
              <a:t>r-x</a:t>
            </a:r>
            <a:r>
              <a:rPr lang="en-US" altLang="zh-CN" sz="2800"/>
              <a:t>. 2 root root … /var/ftp/pub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197485" y="4020820"/>
            <a:ext cx="117970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可以看到/</a:t>
            </a:r>
            <a:r>
              <a:rPr lang="en-US" altLang="zh-CN" sz="2400"/>
              <a:t>var/ftp/pub </a:t>
            </a:r>
            <a:r>
              <a:rPr lang="zh-CN" altLang="en-US" sz="2400"/>
              <a:t>目录所有者是</a:t>
            </a:r>
            <a:r>
              <a:rPr lang="en-US" altLang="zh-CN" sz="2400"/>
              <a:t>root，</a:t>
            </a:r>
            <a:r>
              <a:rPr lang="zh-CN" altLang="en-US" sz="2400"/>
              <a:t>所属组是</a:t>
            </a:r>
            <a:r>
              <a:rPr lang="en-US" altLang="zh-CN" sz="2400"/>
              <a:t>root</a:t>
            </a:r>
            <a:r>
              <a:rPr lang="zh-CN" altLang="en-US" sz="2400"/>
              <a:t>组，因为匿名用户不是</a:t>
            </a:r>
            <a:r>
              <a:rPr lang="en-US" altLang="zh-CN" sz="2400"/>
              <a:t>root、</a:t>
            </a:r>
            <a:r>
              <a:rPr lang="zh-CN" altLang="en-US" sz="2400"/>
              <a:t>不在</a:t>
            </a:r>
            <a:r>
              <a:rPr lang="en-US" altLang="zh-CN" sz="2400"/>
              <a:t>root</a:t>
            </a:r>
            <a:r>
              <a:rPr lang="zh-CN" altLang="en-US" sz="2400"/>
              <a:t>组里，所以算其他人。我们可以看到其他人没有写的权限，因此我们加上这一个权限。</a:t>
            </a:r>
            <a:endParaRPr lang="zh-CN" altLang="en-US" sz="2400"/>
          </a:p>
          <a:p>
            <a:r>
              <a:rPr lang="en-US" altLang="zh-CN" sz="2400" b="1"/>
              <a:t>chmod -R o+w /var/ftp/pub             </a:t>
            </a:r>
            <a:r>
              <a:rPr lang="zh-CN" altLang="en-US" sz="2000" b="1"/>
              <a:t>注意：要对</a:t>
            </a:r>
            <a:r>
              <a:rPr lang="en-US" altLang="zh-CN" sz="2000" b="1">
                <a:sym typeface="+mn-ea"/>
              </a:rPr>
              <a:t>pub</a:t>
            </a:r>
            <a:r>
              <a:rPr lang="zh-CN" altLang="en-US" sz="2000" b="1">
                <a:sym typeface="+mn-ea"/>
              </a:rPr>
              <a:t>修改权限，根目录</a:t>
            </a:r>
            <a:r>
              <a:rPr lang="en-US" altLang="zh-CN" sz="2000" b="1">
                <a:sym typeface="+mn-ea"/>
              </a:rPr>
              <a:t>/var/ftp</a:t>
            </a:r>
            <a:r>
              <a:rPr lang="zh-CN" altLang="en-US" sz="2000" b="1">
                <a:sym typeface="+mn-ea"/>
              </a:rPr>
              <a:t>权限</a:t>
            </a:r>
            <a:r>
              <a:rPr lang="en-US" altLang="zh-CN" sz="2000" b="1">
                <a:sym typeface="+mn-ea"/>
              </a:rPr>
              <a:t>755</a:t>
            </a:r>
            <a:r>
              <a:rPr lang="zh-CN" altLang="en-US" sz="2000" b="1">
                <a:sym typeface="+mn-ea"/>
              </a:rPr>
              <a:t>不能动</a:t>
            </a:r>
            <a:endParaRPr lang="en-US" altLang="zh-CN" sz="2400" b="1"/>
          </a:p>
          <a:p>
            <a:r>
              <a:rPr lang="zh-CN" altLang="en-US" sz="2400"/>
              <a:t>注：-</a:t>
            </a:r>
            <a:r>
              <a:rPr lang="en-US" altLang="zh-CN" sz="2400"/>
              <a:t>R</a:t>
            </a:r>
            <a:r>
              <a:rPr lang="zh-CN" altLang="en-US" sz="2400"/>
              <a:t>是递归，给/</a:t>
            </a:r>
            <a:r>
              <a:rPr lang="en-US" altLang="zh-CN" sz="2400"/>
              <a:t>var/ftp/pub</a:t>
            </a:r>
            <a:r>
              <a:rPr lang="zh-CN" altLang="en-US" sz="2400"/>
              <a:t>目录本身还有子目录子文件所有的都加上写的权限。</a:t>
            </a:r>
            <a:endParaRPr lang="zh-CN" altLang="en-US" sz="2400"/>
          </a:p>
          <a:p>
            <a:r>
              <a:rPr lang="zh-CN" altLang="en-US" sz="2400"/>
              <a:t>或者修改所有者为匿名用户，匿名用户在</a:t>
            </a:r>
            <a:r>
              <a:rPr lang="en-US" altLang="zh-CN" sz="2400"/>
              <a:t>Linux</a:t>
            </a:r>
            <a:r>
              <a:rPr lang="zh-CN" altLang="en-US" sz="2400"/>
              <a:t>中对应的用户名就是</a:t>
            </a:r>
            <a:r>
              <a:rPr lang="en-US" altLang="zh-CN" sz="2400"/>
              <a:t>ftp。</a:t>
            </a:r>
            <a:endParaRPr lang="en-US" altLang="zh-CN" sz="2400"/>
          </a:p>
          <a:p>
            <a:r>
              <a:rPr lang="en-US" altLang="zh-CN" sz="2400" b="1"/>
              <a:t>chown ftp /var/ftp/pub</a:t>
            </a:r>
            <a:endParaRPr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5120" y="320675"/>
            <a:ext cx="1132205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接下来进行测试</a:t>
            </a:r>
            <a:endParaRPr lang="zh-CN" altLang="en-US" sz="2400"/>
          </a:p>
          <a:p>
            <a:r>
              <a:rPr lang="zh-CN" altLang="en-US" sz="2400"/>
              <a:t>在</a:t>
            </a:r>
            <a:r>
              <a:rPr lang="en-US" altLang="zh-CN" sz="2400"/>
              <a:t>windows</a:t>
            </a:r>
            <a:r>
              <a:rPr lang="zh-CN" altLang="en-US" sz="2400"/>
              <a:t>中运行</a:t>
            </a:r>
            <a:r>
              <a:rPr lang="en-US" altLang="zh-CN" sz="2400"/>
              <a:t>cmd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cd Desktop</a:t>
            </a:r>
            <a:endParaRPr lang="en-US" altLang="zh-CN" sz="2400"/>
          </a:p>
          <a:p>
            <a:r>
              <a:rPr lang="zh-CN" altLang="en-US" sz="2400"/>
              <a:t>输入</a:t>
            </a:r>
            <a:r>
              <a:rPr lang="en-US" altLang="zh-CN" sz="2400"/>
              <a:t>ftp 192.168.xx.xx</a:t>
            </a:r>
            <a:endParaRPr lang="en-US" altLang="zh-CN" sz="2400"/>
          </a:p>
          <a:p>
            <a:r>
              <a:rPr lang="zh-CN" altLang="en-US" sz="2400"/>
              <a:t>用户名：</a:t>
            </a:r>
            <a:r>
              <a:rPr lang="en-US" altLang="zh-CN" sz="2400"/>
              <a:t>anonymous</a:t>
            </a:r>
            <a:r>
              <a:rPr lang="zh-CN" altLang="en-US" sz="2400">
                <a:sym typeface="+mn-ea"/>
              </a:rPr>
              <a:t>或者</a:t>
            </a:r>
            <a:r>
              <a:rPr lang="en-US" altLang="zh-CN" sz="2400">
                <a:sym typeface="+mn-ea"/>
              </a:rPr>
              <a:t>ftp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anonymous</a:t>
            </a:r>
            <a:r>
              <a:rPr lang="zh-CN" altLang="en-US" sz="2400">
                <a:sym typeface="+mn-ea"/>
              </a:rPr>
              <a:t>是</a:t>
            </a:r>
            <a:r>
              <a:rPr lang="zh-CN" altLang="en-US" sz="2400"/>
              <a:t>标准的匿名用户名；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ftp</a:t>
            </a:r>
            <a:r>
              <a:rPr lang="zh-CN" altLang="en-US" sz="2400">
                <a:sym typeface="+mn-ea"/>
              </a:rPr>
              <a:t>是</a:t>
            </a:r>
            <a:r>
              <a:rPr lang="en-US" altLang="zh-CN" sz="2400"/>
              <a:t>vsftpd</a:t>
            </a:r>
            <a:r>
              <a:rPr lang="zh-CN" altLang="en-US" sz="2400"/>
              <a:t>中匿名用户对应</a:t>
            </a:r>
            <a:r>
              <a:rPr lang="en-US" altLang="zh-CN" sz="2400"/>
              <a:t>Linux</a:t>
            </a:r>
            <a:r>
              <a:rPr lang="zh-CN" altLang="en-US" sz="2400"/>
              <a:t>系统的真实用户是</a:t>
            </a:r>
            <a:r>
              <a:rPr lang="en-US" altLang="zh-CN" sz="2400"/>
              <a:t>ftp</a:t>
            </a:r>
            <a:endParaRPr lang="en-US" altLang="zh-CN" sz="2400"/>
          </a:p>
          <a:p>
            <a:r>
              <a:rPr lang="zh-CN" altLang="en-US" sz="2400"/>
              <a:t>密码通常是匿名用户的邮箱：123@456.</a:t>
            </a:r>
            <a:r>
              <a:rPr lang="en-US" altLang="zh-CN" sz="2400"/>
              <a:t>com</a:t>
            </a:r>
            <a:endParaRPr lang="en-US" altLang="zh-CN" sz="2400"/>
          </a:p>
          <a:p>
            <a:r>
              <a:rPr lang="zh-CN" altLang="en-US" sz="2400"/>
              <a:t>匿名用户默认的根目录是/</a:t>
            </a:r>
            <a:r>
              <a:rPr lang="en-US" altLang="zh-CN" sz="2400"/>
              <a:t>var/ftp</a:t>
            </a:r>
            <a:r>
              <a:rPr lang="zh-CN" altLang="en-US" sz="2400"/>
              <a:t>中</a:t>
            </a:r>
            <a:endParaRPr lang="zh-CN" altLang="en-US" sz="2400"/>
          </a:p>
          <a:p>
            <a:r>
              <a:rPr lang="zh-CN" altLang="en-US" sz="2400" b="1"/>
              <a:t>(1)测试匿名用户上传文件（把</a:t>
            </a:r>
            <a:r>
              <a:rPr lang="en-US" altLang="zh-CN" sz="2400" b="1"/>
              <a:t>Windows</a:t>
            </a:r>
            <a:r>
              <a:rPr lang="zh-CN" altLang="en-US" sz="2400" b="1"/>
              <a:t>里的文件传到</a:t>
            </a:r>
            <a:r>
              <a:rPr lang="en-US" altLang="zh-CN" sz="2400" b="1"/>
              <a:t>Linux）</a:t>
            </a:r>
            <a:endParaRPr lang="en-US" altLang="zh-CN" sz="2400" b="1"/>
          </a:p>
          <a:p>
            <a:r>
              <a:rPr lang="en-US" altLang="zh-CN" sz="2400"/>
              <a:t>put </a:t>
            </a:r>
            <a:r>
              <a:rPr lang="zh-CN" altLang="en-US" sz="2400"/>
              <a:t>文件名</a:t>
            </a:r>
            <a:endParaRPr lang="zh-CN" altLang="en-US" sz="2400"/>
          </a:p>
          <a:p>
            <a:r>
              <a:rPr lang="zh-CN" altLang="en-US" sz="2400"/>
              <a:t>失败！！因为此时在/</a:t>
            </a:r>
            <a:r>
              <a:rPr lang="en-US" altLang="zh-CN" sz="2400"/>
              <a:t>var/ftp</a:t>
            </a:r>
            <a:r>
              <a:rPr lang="zh-CN" altLang="en-US" sz="2400"/>
              <a:t>中，刚才改权限对/</a:t>
            </a:r>
            <a:r>
              <a:rPr lang="en-US" altLang="zh-CN" sz="2400"/>
              <a:t>var/ftp/pub</a:t>
            </a:r>
            <a:r>
              <a:rPr lang="zh-CN" altLang="en-US" sz="2400"/>
              <a:t>进行修改的</a:t>
            </a:r>
            <a:endParaRPr lang="zh-CN" altLang="en-US" sz="2400"/>
          </a:p>
          <a:p>
            <a:r>
              <a:rPr lang="en-US" altLang="zh-CN" sz="2400"/>
              <a:t>cd /var/ftp/pub</a:t>
            </a:r>
            <a:endParaRPr lang="en-US" altLang="zh-CN" sz="2400"/>
          </a:p>
          <a:p>
            <a:r>
              <a:rPr lang="en-US" altLang="zh-CN" sz="2400"/>
              <a:t>put </a:t>
            </a:r>
            <a:r>
              <a:rPr lang="zh-CN" altLang="en-US" sz="2400"/>
              <a:t>文件名</a:t>
            </a:r>
            <a:r>
              <a:rPr lang="en-US" altLang="zh-CN" sz="2400"/>
              <a:t>  </a:t>
            </a:r>
            <a:r>
              <a:rPr lang="zh-CN" altLang="en-US" sz="2400"/>
              <a:t>：成功！</a:t>
            </a:r>
            <a:endParaRPr lang="zh-CN" altLang="en-US" sz="2400"/>
          </a:p>
          <a:p>
            <a:r>
              <a:rPr lang="zh-CN" altLang="en-US" sz="2400"/>
              <a:t>(2)测试匿名用户下载文件（把</a:t>
            </a:r>
            <a:r>
              <a:rPr lang="en-US" altLang="zh-CN" sz="2400"/>
              <a:t>Linux</a:t>
            </a:r>
            <a:r>
              <a:rPr lang="zh-CN" altLang="en-US" sz="2400"/>
              <a:t>里的文件取回</a:t>
            </a:r>
            <a:r>
              <a:rPr lang="en-US" altLang="zh-CN" sz="2400"/>
              <a:t>Windows）</a:t>
            </a:r>
            <a:endParaRPr lang="en-US" altLang="zh-CN" sz="2400"/>
          </a:p>
          <a:p>
            <a:r>
              <a:rPr lang="en-US" altLang="zh-CN" sz="2400"/>
              <a:t>get </a:t>
            </a:r>
            <a:r>
              <a:rPr lang="zh-CN" altLang="en-US" sz="2400"/>
              <a:t>文件名</a:t>
            </a:r>
            <a:endParaRPr lang="zh-CN" altLang="en-US" sz="2400"/>
          </a:p>
          <a:p>
            <a:r>
              <a:rPr lang="zh-CN" altLang="en-US" sz="2400" b="1"/>
              <a:t>退出</a:t>
            </a:r>
            <a:r>
              <a:rPr lang="en-US" altLang="zh-CN" sz="2400" b="1"/>
              <a:t>ftp</a:t>
            </a:r>
            <a:r>
              <a:rPr lang="zh-CN" altLang="en-US" sz="2400" b="1"/>
              <a:t>用</a:t>
            </a:r>
            <a:r>
              <a:rPr lang="en-US" altLang="zh-CN" sz="2400" b="1"/>
              <a:t>bye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1305" y="269875"/>
            <a:ext cx="1024001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如果采用本地用户登录上传/下载文件如何实现？</a:t>
            </a:r>
            <a:endParaRPr lang="zh-CN" altLang="en-US" sz="2000" b="1"/>
          </a:p>
          <a:p>
            <a:r>
              <a:rPr lang="zh-CN" altLang="en-US" sz="2000"/>
              <a:t>1. 在</a:t>
            </a:r>
            <a:r>
              <a:rPr lang="en-US" altLang="zh-CN" sz="2000"/>
              <a:t>Linux</a:t>
            </a:r>
            <a:r>
              <a:rPr lang="zh-CN" altLang="en-US" sz="2000"/>
              <a:t>创建一个用户，名字为</a:t>
            </a:r>
            <a:r>
              <a:rPr lang="en-US" altLang="zh-CN" sz="2000"/>
              <a:t>yys，</a:t>
            </a:r>
            <a:r>
              <a:rPr lang="zh-CN" altLang="en-US" sz="2000"/>
              <a:t>密码是1234</a:t>
            </a:r>
            <a:endParaRPr lang="zh-CN" altLang="en-US" sz="2000"/>
          </a:p>
          <a:p>
            <a:r>
              <a:rPr lang="en-US" altLang="zh-CN" sz="2000"/>
              <a:t>useradd yys</a:t>
            </a:r>
            <a:endParaRPr lang="en-US" altLang="zh-CN" sz="2000"/>
          </a:p>
          <a:p>
            <a:r>
              <a:rPr lang="en-US" altLang="zh-CN" sz="2000"/>
              <a:t>passwd yys</a:t>
            </a:r>
            <a:endParaRPr lang="en-US" altLang="zh-CN" sz="2000"/>
          </a:p>
          <a:p>
            <a:r>
              <a:rPr lang="zh-CN" altLang="en-US" sz="2000"/>
              <a:t>密码：1234</a:t>
            </a:r>
            <a:endParaRPr lang="zh-CN" altLang="en-US" sz="2000"/>
          </a:p>
          <a:p>
            <a:r>
              <a:rPr lang="en-US" altLang="zh-CN" sz="2000"/>
              <a:t>2. Windows</a:t>
            </a:r>
            <a:r>
              <a:rPr lang="zh-CN" altLang="en-US" sz="2000"/>
              <a:t>端登录</a:t>
            </a:r>
            <a:r>
              <a:rPr lang="en-US" altLang="zh-CN" sz="2000"/>
              <a:t>Linux</a:t>
            </a:r>
            <a:r>
              <a:rPr lang="zh-CN" altLang="en-US" sz="2000"/>
              <a:t>服务器</a:t>
            </a:r>
            <a:endParaRPr lang="zh-CN" altLang="en-US" sz="2000"/>
          </a:p>
          <a:p>
            <a:r>
              <a:rPr lang="en-US" altLang="zh-CN" sz="2000"/>
              <a:t>ftp 192.168.**.***</a:t>
            </a:r>
            <a:endParaRPr lang="en-US" altLang="zh-CN" sz="2000"/>
          </a:p>
          <a:p>
            <a:r>
              <a:rPr lang="zh-CN" altLang="en-US" sz="2000"/>
              <a:t>用户名：</a:t>
            </a:r>
            <a:r>
              <a:rPr lang="en-US" altLang="zh-CN" sz="2000"/>
              <a:t>yys</a:t>
            </a:r>
            <a:endParaRPr lang="en-US" altLang="zh-CN" sz="2000"/>
          </a:p>
          <a:p>
            <a:r>
              <a:rPr lang="zh-CN" altLang="en-US" sz="2000"/>
              <a:t>密码：1234</a:t>
            </a:r>
            <a:endParaRPr lang="zh-CN" altLang="en-US" sz="2000"/>
          </a:p>
          <a:p>
            <a:r>
              <a:rPr lang="zh-CN" altLang="en-US" sz="2000"/>
              <a:t>3.在</a:t>
            </a:r>
            <a:r>
              <a:rPr lang="en-US" altLang="zh-CN" sz="2000"/>
              <a:t>windows</a:t>
            </a:r>
            <a:r>
              <a:rPr lang="zh-CN" altLang="en-US" sz="2000"/>
              <a:t>中运行</a:t>
            </a:r>
            <a:r>
              <a:rPr lang="en-US" altLang="zh-CN" sz="2000"/>
              <a:t>cmd</a:t>
            </a:r>
            <a:endParaRPr lang="en-US" altLang="zh-CN" sz="2000"/>
          </a:p>
          <a:p>
            <a:r>
              <a:rPr lang="en-US" altLang="zh-CN" sz="2000"/>
              <a:t>ftp 192.168.xx.xx</a:t>
            </a:r>
            <a:endParaRPr lang="en-US" altLang="zh-CN" sz="2000"/>
          </a:p>
          <a:p>
            <a:r>
              <a:rPr lang="zh-CN" altLang="en-US" sz="2000"/>
              <a:t>输入用户名和密码</a:t>
            </a:r>
            <a:endParaRPr lang="zh-CN" altLang="en-US" sz="2000"/>
          </a:p>
          <a:p>
            <a:r>
              <a:rPr lang="zh-CN" altLang="en-US" sz="2000"/>
              <a:t>用户名：</a:t>
            </a:r>
            <a:r>
              <a:rPr lang="en-US" altLang="zh-CN" sz="2000"/>
              <a:t>yys</a:t>
            </a:r>
            <a:endParaRPr lang="en-US" altLang="zh-CN" sz="2000"/>
          </a:p>
          <a:p>
            <a:r>
              <a:rPr lang="zh-CN" altLang="en-US" sz="2000"/>
              <a:t>密码：1234</a:t>
            </a:r>
            <a:endParaRPr lang="zh-CN" altLang="en-US" sz="2000"/>
          </a:p>
          <a:p>
            <a:r>
              <a:rPr lang="zh-CN" altLang="en-US" sz="2000" b="1"/>
              <a:t>本地用户默认的根目录是自己的家目录/</a:t>
            </a:r>
            <a:r>
              <a:rPr lang="en-US" altLang="zh-CN" sz="2000" b="1"/>
              <a:t>home/yys</a:t>
            </a:r>
            <a:endParaRPr lang="en-US" altLang="zh-CN" sz="2000" b="1"/>
          </a:p>
          <a:p>
            <a:r>
              <a:rPr lang="zh-CN" altLang="en-US" sz="2000"/>
              <a:t>4.上传文件（把</a:t>
            </a:r>
            <a:r>
              <a:rPr lang="en-US" altLang="zh-CN" sz="2000"/>
              <a:t>Windows</a:t>
            </a:r>
            <a:r>
              <a:rPr lang="zh-CN" altLang="en-US" sz="2000"/>
              <a:t>里的文件传到</a:t>
            </a:r>
            <a:r>
              <a:rPr lang="en-US" altLang="zh-CN" sz="2000"/>
              <a:t>Linux）</a:t>
            </a:r>
            <a:endParaRPr lang="en-US" altLang="zh-CN" sz="2000"/>
          </a:p>
          <a:p>
            <a:r>
              <a:rPr lang="en-US" altLang="zh-CN" sz="2000"/>
              <a:t>put a.txt</a:t>
            </a:r>
            <a:endParaRPr lang="en-US" altLang="zh-CN" sz="2000"/>
          </a:p>
          <a:p>
            <a:r>
              <a:rPr lang="zh-CN" altLang="en-US" sz="2000"/>
              <a:t>5.下载文件（把</a:t>
            </a:r>
            <a:r>
              <a:rPr lang="en-US" altLang="zh-CN" sz="2000"/>
              <a:t>Linux</a:t>
            </a:r>
            <a:r>
              <a:rPr lang="zh-CN" altLang="en-US" sz="2000"/>
              <a:t>里的文件取回</a:t>
            </a:r>
            <a:r>
              <a:rPr lang="en-US" altLang="zh-CN" sz="2000"/>
              <a:t>Windows）</a:t>
            </a:r>
            <a:endParaRPr lang="en-US" altLang="zh-CN" sz="2000"/>
          </a:p>
          <a:p>
            <a:r>
              <a:rPr lang="zh-CN" altLang="en-US" sz="2000"/>
              <a:t>在家目录/</a:t>
            </a:r>
            <a:r>
              <a:rPr lang="en-US" altLang="zh-CN" sz="2000"/>
              <a:t>home/yys</a:t>
            </a:r>
            <a:r>
              <a:rPr lang="zh-CN" altLang="en-US" sz="2000"/>
              <a:t>中创建一个文件</a:t>
            </a:r>
            <a:r>
              <a:rPr lang="en-US" altLang="zh-CN" sz="2000"/>
              <a:t>b.txt</a:t>
            </a:r>
            <a:endParaRPr lang="en-US" altLang="zh-CN" sz="2000"/>
          </a:p>
          <a:p>
            <a:r>
              <a:rPr lang="en-US" altLang="zh-CN" sz="2000"/>
              <a:t>get b.txt</a:t>
            </a:r>
            <a:endParaRPr lang="en-US" altLang="zh-CN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455" y="410210"/>
            <a:ext cx="1132014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限制用户访问实验</a:t>
            </a:r>
            <a:endParaRPr lang="zh-CN" altLang="en-US" sz="2400" b="1"/>
          </a:p>
          <a:p>
            <a:r>
              <a:rPr lang="zh-CN" altLang="en-US" sz="2400"/>
              <a:t>1.限制指定的用户可以访问，而其他用户不可以访问。</a:t>
            </a:r>
            <a:endParaRPr lang="zh-CN" altLang="en-US" sz="2400"/>
          </a:p>
          <a:p>
            <a:r>
              <a:rPr lang="zh-CN" altLang="en-US" sz="2400" b="1"/>
              <a:t>（1）修改配置文件/</a:t>
            </a:r>
            <a:r>
              <a:rPr lang="en-US" altLang="zh-CN" sz="2400" b="1"/>
              <a:t>etc/vsftpd/vsftpd.conf</a:t>
            </a:r>
            <a:r>
              <a:rPr lang="zh-CN" altLang="en-US" sz="2400" b="1"/>
              <a:t>的内容：</a:t>
            </a:r>
            <a:endParaRPr lang="zh-CN" altLang="en-US" sz="2400" b="1"/>
          </a:p>
          <a:p>
            <a:r>
              <a:rPr lang="en-US" altLang="zh-CN" sz="2400" b="1"/>
              <a:t>①userlist_enable=YES   </a:t>
            </a:r>
            <a:r>
              <a:rPr lang="zh-CN" altLang="en-US" sz="2400" b="1"/>
              <a:t>名单是否生效</a:t>
            </a:r>
            <a:endParaRPr lang="en-US" altLang="zh-CN" sz="2400" b="1"/>
          </a:p>
          <a:p>
            <a:r>
              <a:rPr lang="en-US" altLang="zh-CN" sz="2400" b="1"/>
              <a:t>②userlist_deny=NO </a:t>
            </a:r>
            <a:r>
              <a:rPr lang="zh-CN" altLang="en-US" sz="2400" b="1"/>
              <a:t>白   </a:t>
            </a:r>
            <a:r>
              <a:rPr lang="en-US" altLang="zh-CN" sz="2400" b="1"/>
              <a:t>YES</a:t>
            </a:r>
            <a:r>
              <a:rPr lang="zh-CN" altLang="en-US" sz="2400" b="1"/>
              <a:t>黑名单</a:t>
            </a:r>
            <a:endParaRPr lang="en-US" altLang="zh-CN" sz="2400" b="1"/>
          </a:p>
          <a:p>
            <a:r>
              <a:rPr lang="en-US" altLang="zh-CN" sz="2400" b="1"/>
              <a:t>③userlist_file=/etc/vsftpd/user_list</a:t>
            </a:r>
            <a:endParaRPr lang="en-US" altLang="zh-CN" sz="2400" b="1"/>
          </a:p>
          <a:p>
            <a:r>
              <a:rPr lang="zh-CN" altLang="en-US" sz="2400"/>
              <a:t>说明：</a:t>
            </a:r>
            <a:endParaRPr lang="zh-CN" altLang="en-US" sz="2400"/>
          </a:p>
          <a:p>
            <a:r>
              <a:rPr lang="en-US" altLang="zh-CN" sz="2400"/>
              <a:t>userlist</a:t>
            </a:r>
            <a:r>
              <a:rPr lang="zh-CN" altLang="en-US" sz="2400"/>
              <a:t>用来控制</a:t>
            </a:r>
            <a:r>
              <a:rPr lang="zh-CN" altLang="en-US" sz="2400" b="1"/>
              <a:t>哪些用户可以登录</a:t>
            </a:r>
            <a:r>
              <a:rPr lang="en-US" altLang="zh-CN" sz="2400" b="1"/>
              <a:t>ftp</a:t>
            </a:r>
            <a:r>
              <a:rPr lang="en-US" altLang="zh-CN" sz="2400"/>
              <a:t>，</a:t>
            </a:r>
            <a:r>
              <a:rPr lang="zh-CN" altLang="en-US" sz="2400"/>
              <a:t>有两个配置项控制！</a:t>
            </a:r>
            <a:endParaRPr lang="zh-CN" altLang="en-US" sz="2400"/>
          </a:p>
          <a:p>
            <a:r>
              <a:rPr lang="zh-CN" altLang="en-US" sz="2400"/>
              <a:t>①为</a:t>
            </a:r>
            <a:r>
              <a:rPr lang="en-US" altLang="zh-CN" sz="2400"/>
              <a:t>YES</a:t>
            </a:r>
            <a:r>
              <a:rPr lang="zh-CN" altLang="en-US" sz="2400"/>
              <a:t>表示文件/</a:t>
            </a:r>
            <a:r>
              <a:rPr lang="en-US" altLang="zh-CN" sz="2400"/>
              <a:t>etc/vsftpd/user_list</a:t>
            </a:r>
            <a:r>
              <a:rPr lang="zh-CN" altLang="en-US" sz="2400"/>
              <a:t>里的名单生效，①为</a:t>
            </a:r>
            <a:r>
              <a:rPr lang="en-US" altLang="zh-CN" sz="2400"/>
              <a:t>NO</a:t>
            </a:r>
            <a:r>
              <a:rPr lang="zh-CN" altLang="en-US" sz="2400"/>
              <a:t>表示文件/</a:t>
            </a:r>
            <a:r>
              <a:rPr lang="en-US" altLang="zh-CN" sz="2400"/>
              <a:t>etc/vsftpd/user_list</a:t>
            </a:r>
            <a:r>
              <a:rPr lang="zh-CN" altLang="en-US" sz="2400"/>
              <a:t>里的名单不生效；</a:t>
            </a:r>
            <a:endParaRPr lang="zh-CN" altLang="en-US" sz="2400"/>
          </a:p>
          <a:p>
            <a:r>
              <a:rPr lang="zh-CN" altLang="en-US" sz="2400"/>
              <a:t>②为</a:t>
            </a:r>
            <a:r>
              <a:rPr lang="en-US" altLang="zh-CN" sz="2400"/>
              <a:t>YES</a:t>
            </a:r>
            <a:r>
              <a:rPr lang="zh-CN" altLang="en-US" sz="2400"/>
              <a:t>表示文件/</a:t>
            </a:r>
            <a:r>
              <a:rPr lang="en-US" altLang="zh-CN" sz="2400"/>
              <a:t>etc/vsftpd/user_list</a:t>
            </a:r>
            <a:r>
              <a:rPr lang="zh-CN" altLang="en-US" sz="2400"/>
              <a:t>为黑名单，②为</a:t>
            </a:r>
            <a:r>
              <a:rPr lang="en-US" altLang="zh-CN" sz="2400"/>
              <a:t>NO</a:t>
            </a:r>
            <a:r>
              <a:rPr lang="zh-CN" altLang="en-US" sz="2400"/>
              <a:t>表示文件/</a:t>
            </a:r>
            <a:r>
              <a:rPr lang="en-US" altLang="zh-CN" sz="2400"/>
              <a:t>etc/vsftpd/user_list</a:t>
            </a:r>
            <a:r>
              <a:rPr lang="zh-CN" altLang="en-US" sz="2400"/>
              <a:t>为白名单。</a:t>
            </a:r>
            <a:endParaRPr lang="zh-CN" altLang="en-US" sz="2400"/>
          </a:p>
          <a:p>
            <a:r>
              <a:rPr lang="zh-CN" altLang="en-US" sz="2400"/>
              <a:t>本操作：</a:t>
            </a:r>
            <a:r>
              <a:rPr lang="zh-CN" altLang="en-US" sz="2400" b="1"/>
              <a:t>①为</a:t>
            </a:r>
            <a:r>
              <a:rPr lang="en-US" altLang="zh-CN" sz="2400" b="1"/>
              <a:t>YES，②</a:t>
            </a:r>
            <a:r>
              <a:rPr lang="zh-CN" altLang="en-US" sz="2400" b="1"/>
              <a:t>为</a:t>
            </a:r>
            <a:r>
              <a:rPr lang="en-US" altLang="zh-CN" sz="2400" b="1"/>
              <a:t>NO</a:t>
            </a:r>
            <a:r>
              <a:rPr lang="en-US" altLang="zh-CN" sz="2400"/>
              <a:t>，</a:t>
            </a:r>
            <a:r>
              <a:rPr lang="zh-CN" altLang="en-US" sz="2400"/>
              <a:t>也就是说名单生效，并且是白名单，也就是只有名单里边的用户可以登录</a:t>
            </a:r>
            <a:r>
              <a:rPr lang="en-US" altLang="zh-CN" sz="2400"/>
              <a:t>ftp，</a:t>
            </a:r>
            <a:r>
              <a:rPr lang="zh-CN" altLang="en-US" sz="2400"/>
              <a:t>其他的都不行。</a:t>
            </a:r>
            <a:endParaRPr lang="zh-CN" altLang="en-US" sz="2400"/>
          </a:p>
          <a:p>
            <a:r>
              <a:rPr lang="zh-CN" altLang="en-US" sz="2400" b="1"/>
              <a:t>（2）在用户访问列表文件/etc/vsftpd/user_list中指定可以访问的用户。</a:t>
            </a:r>
            <a:endParaRPr lang="zh-CN" altLang="en-US" sz="2400" b="1"/>
          </a:p>
          <a:p>
            <a:r>
              <a:rPr lang="en-US" altLang="zh-CN" sz="2400"/>
              <a:t>vim /etc/vsftpd/user_list，</a:t>
            </a:r>
            <a:r>
              <a:rPr lang="zh-CN" altLang="en-US" sz="2400"/>
              <a:t>在该文件中把允许登录</a:t>
            </a:r>
            <a:r>
              <a:rPr lang="en-US" altLang="zh-CN" sz="2400"/>
              <a:t>ftp</a:t>
            </a:r>
            <a:r>
              <a:rPr lang="zh-CN" altLang="en-US" sz="2400"/>
              <a:t>的账号写进去。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9715" y="302260"/>
            <a:ext cx="11494770" cy="652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/>
              <a:t>2.指定用户可以访问其他目录</a:t>
            </a:r>
            <a:endParaRPr lang="zh-CN" altLang="en-US" sz="2200" b="1"/>
          </a:p>
          <a:p>
            <a:r>
              <a:rPr lang="zh-CN" altLang="en-US" sz="2200" b="1"/>
              <a:t>（1）修改配置文件/</a:t>
            </a:r>
            <a:r>
              <a:rPr lang="en-US" altLang="zh-CN" sz="2200" b="1"/>
              <a:t>etc/vsftpd/vsftpd.conf</a:t>
            </a:r>
            <a:r>
              <a:rPr lang="zh-CN" altLang="en-US" sz="2200" b="1"/>
              <a:t>的内容：</a:t>
            </a:r>
            <a:endParaRPr lang="zh-CN" altLang="en-US" sz="2200" b="1"/>
          </a:p>
          <a:p>
            <a:r>
              <a:rPr lang="en-US" altLang="zh-CN" sz="2200" b="1"/>
              <a:t>①chroot_local_user=YES</a:t>
            </a:r>
            <a:endParaRPr lang="en-US" altLang="zh-CN" sz="2200" b="1"/>
          </a:p>
          <a:p>
            <a:r>
              <a:rPr lang="en-US" altLang="zh-CN" sz="2200" b="1"/>
              <a:t>②chroot_list_enable=YES</a:t>
            </a:r>
            <a:endParaRPr lang="en-US" altLang="zh-CN" sz="2200" b="1"/>
          </a:p>
          <a:p>
            <a:r>
              <a:rPr lang="en-US" altLang="zh-CN" sz="2200"/>
              <a:t>③chroot_list_file=/etc/vsftpd/chroot_list</a:t>
            </a:r>
            <a:endParaRPr lang="en-US" altLang="zh-CN" sz="2200"/>
          </a:p>
          <a:p>
            <a:r>
              <a:rPr lang="zh-CN" altLang="en-US" sz="2200"/>
              <a:t>说明：</a:t>
            </a:r>
            <a:endParaRPr lang="zh-CN" altLang="en-US" sz="2200"/>
          </a:p>
          <a:p>
            <a:r>
              <a:rPr lang="en-US" altLang="zh-CN" sz="2200"/>
              <a:t>chroot</a:t>
            </a:r>
            <a:r>
              <a:rPr lang="zh-CN" altLang="en-US" sz="2200"/>
              <a:t>是</a:t>
            </a:r>
            <a:r>
              <a:rPr lang="zh-CN" altLang="en-US" sz="2200" b="1"/>
              <a:t>禁锢</a:t>
            </a:r>
            <a:r>
              <a:rPr lang="zh-CN" altLang="en-US" sz="2200"/>
              <a:t>的意思，用来</a:t>
            </a:r>
            <a:r>
              <a:rPr lang="zh-CN" altLang="en-US" sz="2200" b="1"/>
              <a:t>控制用户只能访问家目录，还是可以访问家目录以外的目录</a:t>
            </a:r>
            <a:r>
              <a:rPr lang="zh-CN" altLang="en-US" sz="2200"/>
              <a:t>。有两个配置项控制！</a:t>
            </a:r>
            <a:endParaRPr lang="zh-CN" altLang="en-US" sz="2200"/>
          </a:p>
          <a:p>
            <a:r>
              <a:rPr lang="zh-CN" altLang="en-US" sz="2200"/>
              <a:t>①为</a:t>
            </a:r>
            <a:r>
              <a:rPr lang="en-US" altLang="zh-CN" sz="2200"/>
              <a:t>YES</a:t>
            </a:r>
            <a:r>
              <a:rPr lang="zh-CN" altLang="en-US" sz="2200"/>
              <a:t>表示所有用户都不能访问服务器其它目录，只能访问家目录。</a:t>
            </a:r>
            <a:endParaRPr lang="zh-CN" altLang="en-US" sz="2200"/>
          </a:p>
          <a:p>
            <a:r>
              <a:rPr lang="zh-CN" altLang="en-US" sz="2200"/>
              <a:t>①为</a:t>
            </a:r>
            <a:r>
              <a:rPr lang="en-US" altLang="zh-CN" sz="2200"/>
              <a:t>NO</a:t>
            </a:r>
            <a:r>
              <a:rPr lang="zh-CN" altLang="en-US" sz="2200"/>
              <a:t>表示</a:t>
            </a:r>
            <a:r>
              <a:rPr lang="zh-CN" altLang="en-US" sz="2200">
                <a:sym typeface="+mn-ea"/>
              </a:rPr>
              <a:t>所有用户都能访问服务器其它目录。</a:t>
            </a:r>
            <a:endParaRPr lang="zh-CN" altLang="en-US" sz="2200"/>
          </a:p>
          <a:p>
            <a:r>
              <a:rPr lang="zh-CN" altLang="en-US" sz="2200" b="1"/>
              <a:t>②随着①的变化而变化</a:t>
            </a:r>
            <a:r>
              <a:rPr lang="zh-CN" altLang="en-US" sz="2200"/>
              <a:t>。</a:t>
            </a:r>
            <a:r>
              <a:rPr lang="en-US" altLang="zh-CN" sz="2200"/>
              <a:t>   </a:t>
            </a:r>
            <a:r>
              <a:rPr lang="zh-CN" altLang="en-US" sz="2200"/>
              <a:t>写在</a:t>
            </a:r>
            <a:r>
              <a:rPr lang="zh-CN" altLang="en-US" sz="2200" b="1"/>
              <a:t>②文件中的是例外</a:t>
            </a:r>
            <a:r>
              <a:rPr lang="zh-CN" altLang="en-US" sz="2200"/>
              <a:t>。</a:t>
            </a:r>
            <a:endParaRPr lang="zh-CN" altLang="en-US" sz="2200"/>
          </a:p>
          <a:p>
            <a:r>
              <a:rPr lang="zh-CN" altLang="en-US" sz="2200"/>
              <a:t>当①为</a:t>
            </a:r>
            <a:r>
              <a:rPr lang="en-US" altLang="zh-CN" sz="2200"/>
              <a:t>YES，②</a:t>
            </a:r>
            <a:r>
              <a:rPr lang="zh-CN" altLang="en-US" sz="2200"/>
              <a:t>是白名单</a:t>
            </a:r>
            <a:endParaRPr lang="zh-CN" altLang="en-US" sz="2200"/>
          </a:p>
          <a:p>
            <a:r>
              <a:rPr lang="zh-CN" altLang="en-US" sz="2200"/>
              <a:t>当①为</a:t>
            </a:r>
            <a:r>
              <a:rPr lang="en-US" altLang="zh-CN" sz="2200"/>
              <a:t>NO，②</a:t>
            </a:r>
            <a:r>
              <a:rPr lang="zh-CN" altLang="en-US" sz="2200"/>
              <a:t>是黑名单</a:t>
            </a:r>
            <a:endParaRPr lang="zh-CN" altLang="en-US" sz="2200"/>
          </a:p>
          <a:p>
            <a:r>
              <a:rPr lang="zh-CN" altLang="en-US" sz="2200"/>
              <a:t>本操作① </a:t>
            </a:r>
            <a:r>
              <a:rPr lang="en-US" altLang="zh-CN" sz="2200"/>
              <a:t>NO</a:t>
            </a:r>
            <a:r>
              <a:rPr lang="en-US" altLang="zh-CN" sz="2200"/>
              <a:t> ② YES  </a:t>
            </a:r>
            <a:endParaRPr lang="en-US" altLang="zh-CN" sz="2200"/>
          </a:p>
          <a:p>
            <a:r>
              <a:rPr lang="zh-CN" altLang="en-US" sz="2200"/>
              <a:t>只有文件/</a:t>
            </a:r>
            <a:r>
              <a:rPr lang="en-US" altLang="zh-CN" sz="2200"/>
              <a:t>etc/vsftpd/chroot_list</a:t>
            </a:r>
            <a:r>
              <a:rPr lang="zh-CN" altLang="en-US" sz="2200"/>
              <a:t>中指定的用户可访问其它目录，其它用户只能访问家目录。</a:t>
            </a:r>
            <a:endParaRPr lang="zh-CN" altLang="en-US" sz="2200"/>
          </a:p>
          <a:p>
            <a:pPr algn="l">
              <a:buClrTx/>
              <a:buSzTx/>
              <a:buFontTx/>
            </a:pPr>
            <a:r>
              <a:rPr lang="zh-CN" altLang="en-US" sz="2200" b="1"/>
              <a:t>（2）在chroot列表文件/etc/vsftpd/chroot_list中指定可以访问其他目录的用户。</a:t>
            </a:r>
            <a:endParaRPr lang="zh-CN" altLang="en-US" sz="2200" b="1"/>
          </a:p>
          <a:p>
            <a:r>
              <a:rPr lang="zh-CN" altLang="en-US" sz="2200"/>
              <a:t>默认没有/</a:t>
            </a:r>
            <a:r>
              <a:rPr lang="en-US" altLang="zh-CN" sz="2200"/>
              <a:t>etc/vsftpd/chroot_list</a:t>
            </a:r>
            <a:r>
              <a:rPr lang="zh-CN" altLang="en-US" sz="2200"/>
              <a:t>这个文件，需要手动创建：</a:t>
            </a:r>
            <a:endParaRPr lang="zh-CN" altLang="en-US" sz="2200"/>
          </a:p>
          <a:p>
            <a:r>
              <a:rPr lang="en-US" altLang="zh-CN" sz="2200"/>
              <a:t>touch /etc/vsftpd/chroot_list；</a:t>
            </a:r>
            <a:r>
              <a:rPr lang="zh-CN" altLang="en-US" sz="2200">
                <a:sym typeface="+mn-ea"/>
              </a:rPr>
              <a:t>（使用</a:t>
            </a:r>
            <a:r>
              <a:rPr lang="en-US" altLang="zh-CN" sz="2200">
                <a:sym typeface="+mn-ea"/>
              </a:rPr>
              <a:t>vim</a:t>
            </a:r>
            <a:r>
              <a:rPr lang="zh-CN" altLang="en-US" sz="2200">
                <a:sym typeface="+mn-ea"/>
              </a:rPr>
              <a:t>也可以自动创建）</a:t>
            </a:r>
            <a:endParaRPr lang="en-US" altLang="zh-CN" sz="2200"/>
          </a:p>
          <a:p>
            <a:r>
              <a:rPr lang="zh-CN" altLang="en-US" sz="2200"/>
              <a:t>编辑</a:t>
            </a:r>
            <a:r>
              <a:rPr lang="en-US" altLang="zh-CN" sz="2200"/>
              <a:t>vim /etc/vsftpd/chroot_list</a:t>
            </a:r>
            <a:r>
              <a:rPr lang="zh-CN" altLang="en-US" sz="2200"/>
              <a:t>把可以访问其他目录的用户名写到里边。</a:t>
            </a:r>
            <a:endParaRPr lang="zh-CN" altLang="en-US"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35965" y="321310"/>
            <a:ext cx="918083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例2：</a:t>
            </a:r>
            <a:endParaRPr lang="zh-CN" altLang="en-US" sz="2800"/>
          </a:p>
          <a:p>
            <a:r>
              <a:rPr lang="zh-CN" altLang="en-US" sz="2800"/>
              <a:t>公司内部现在有一台</a:t>
            </a:r>
            <a:r>
              <a:rPr lang="en-US" altLang="zh-CN" sz="2800"/>
              <a:t>FTP</a:t>
            </a:r>
            <a:r>
              <a:rPr lang="zh-CN" altLang="en-US" sz="2800"/>
              <a:t>和</a:t>
            </a:r>
            <a:r>
              <a:rPr lang="en-US" altLang="zh-CN" sz="2800"/>
              <a:t>WEB</a:t>
            </a:r>
            <a:r>
              <a:rPr lang="zh-CN" altLang="en-US" sz="2800"/>
              <a:t>服务器，</a:t>
            </a:r>
            <a:r>
              <a:rPr lang="en-US" altLang="zh-CN" sz="2800"/>
              <a:t>FTP</a:t>
            </a:r>
            <a:r>
              <a:rPr lang="zh-CN" altLang="en-US" sz="2800"/>
              <a:t>的功能主要用于维护公司的网站内容，包括上传文件、创建目录等。公司现有一个部门负责</a:t>
            </a:r>
            <a:r>
              <a:rPr lang="zh-CN" altLang="en-US" sz="2800" b="1"/>
              <a:t>维护</a:t>
            </a:r>
            <a:r>
              <a:rPr lang="zh-CN" altLang="en-US" sz="2800"/>
              <a:t>，使用</a:t>
            </a:r>
            <a:r>
              <a:rPr lang="en-US" altLang="zh-CN" sz="2800" b="1"/>
              <a:t>team</a:t>
            </a:r>
            <a:r>
              <a:rPr lang="zh-CN" altLang="en-US" sz="2800"/>
              <a:t>帐号进行管理。要求仅允许</a:t>
            </a:r>
            <a:r>
              <a:rPr lang="en-US" altLang="zh-CN" sz="2800"/>
              <a:t>team</a:t>
            </a:r>
            <a:r>
              <a:rPr lang="zh-CN" altLang="en-US" sz="2800"/>
              <a:t>帐号登录</a:t>
            </a:r>
            <a:r>
              <a:rPr lang="en-US" altLang="zh-CN" sz="2800"/>
              <a:t>FTP</a:t>
            </a:r>
            <a:r>
              <a:rPr lang="zh-CN" altLang="en-US" sz="2800"/>
              <a:t>服务器，但不能登录本地系统，并将这个帐号的根目录限制为/</a:t>
            </a:r>
            <a:r>
              <a:rPr lang="en-US" altLang="zh-CN" sz="2800"/>
              <a:t>var/www/html，</a:t>
            </a:r>
            <a:r>
              <a:rPr lang="zh-CN" altLang="en-US" sz="2800"/>
              <a:t>不能进入该目录以外的任何目录。（</a:t>
            </a:r>
            <a:r>
              <a:rPr lang="en-US" altLang="zh-CN" sz="2800"/>
              <a:t>chroot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671195" y="3699510"/>
            <a:ext cx="99047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解析：这道题是</a:t>
            </a:r>
            <a:r>
              <a:rPr lang="en-US" altLang="zh-CN" sz="2400"/>
              <a:t>ftp</a:t>
            </a:r>
            <a:r>
              <a:rPr lang="zh-CN" altLang="en-US" sz="2400"/>
              <a:t>和</a:t>
            </a:r>
            <a:r>
              <a:rPr lang="en-US" altLang="zh-CN" sz="2400"/>
              <a:t>web</a:t>
            </a:r>
            <a:r>
              <a:rPr lang="zh-CN" altLang="en-US" sz="2400"/>
              <a:t>的服务器结合。只允许</a:t>
            </a:r>
            <a:r>
              <a:rPr lang="en-US" altLang="zh-CN" sz="2400"/>
              <a:t>team</a:t>
            </a:r>
            <a:r>
              <a:rPr lang="zh-CN" altLang="en-US" sz="2400"/>
              <a:t>用户上传文件、创建目录等操作，其他用户都不行（设置</a:t>
            </a:r>
            <a:r>
              <a:rPr lang="en-US" altLang="zh-CN" sz="2400"/>
              <a:t>user_list），</a:t>
            </a:r>
            <a:r>
              <a:rPr lang="zh-CN" altLang="en-US" sz="2400"/>
              <a:t>匿名用户也不行，因此还要设置</a:t>
            </a:r>
            <a:r>
              <a:rPr lang="en-US" altLang="zh-CN" sz="2400"/>
              <a:t>vsftp</a:t>
            </a:r>
            <a:r>
              <a:rPr lang="zh-CN" altLang="en-US" sz="2400"/>
              <a:t>禁止匿名。公司的</a:t>
            </a:r>
            <a:r>
              <a:rPr lang="en-US" altLang="zh-CN" sz="2400"/>
              <a:t>web</a:t>
            </a:r>
            <a:r>
              <a:rPr lang="zh-CN" altLang="en-US" sz="2400"/>
              <a:t>服务器提供对外的访问，平时进行维护的时候用</a:t>
            </a:r>
            <a:r>
              <a:rPr lang="en-US" altLang="zh-CN" sz="2400"/>
              <a:t>ftp</a:t>
            </a:r>
            <a:r>
              <a:rPr lang="zh-CN" altLang="en-US" sz="2400"/>
              <a:t>服务器维护。</a:t>
            </a:r>
            <a:r>
              <a:rPr lang="en-US" altLang="zh-CN" sz="2400"/>
              <a:t>web</a:t>
            </a:r>
            <a:r>
              <a:rPr lang="zh-CN" altLang="en-US" sz="2400"/>
              <a:t>服务器有一个默认的网站根目录是/</a:t>
            </a:r>
            <a:r>
              <a:rPr lang="en-US" altLang="zh-CN" sz="2400"/>
              <a:t>var/www/html，</a:t>
            </a:r>
            <a:r>
              <a:rPr lang="zh-CN" altLang="en-US" sz="2400"/>
              <a:t>可以把</a:t>
            </a:r>
            <a:r>
              <a:rPr lang="en-US" altLang="zh-CN" sz="2400"/>
              <a:t>ftp</a:t>
            </a:r>
            <a:r>
              <a:rPr lang="zh-CN" altLang="en-US" sz="2400"/>
              <a:t>和</a:t>
            </a:r>
            <a:r>
              <a:rPr lang="en-US" altLang="zh-CN" sz="2400"/>
              <a:t>web</a:t>
            </a:r>
            <a:r>
              <a:rPr lang="zh-CN" altLang="en-US" sz="2400"/>
              <a:t>的根(家)目录放到同一目录下，这样通过</a:t>
            </a:r>
            <a:r>
              <a:rPr lang="en-US" altLang="zh-CN" sz="2400"/>
              <a:t>web（http）</a:t>
            </a:r>
            <a:r>
              <a:rPr lang="zh-CN" altLang="en-US" sz="2400"/>
              <a:t>和</a:t>
            </a:r>
            <a:r>
              <a:rPr lang="en-US" altLang="zh-CN" sz="2400"/>
              <a:t>ftp</a:t>
            </a:r>
            <a:r>
              <a:rPr lang="zh-CN" altLang="en-US" sz="2400"/>
              <a:t>访问到的都是一个网站目录。而且要保证</a:t>
            </a:r>
            <a:r>
              <a:rPr lang="en-US" altLang="zh-CN" sz="2400"/>
              <a:t>team</a:t>
            </a:r>
            <a:r>
              <a:rPr lang="zh-CN" altLang="en-US" sz="2400"/>
              <a:t>不能进入该目录以外的任何目录，也就是说只能访问自己的家目录。</a:t>
            </a:r>
            <a:r>
              <a:rPr lang="en-US" altLang="zh-CN" sz="2400"/>
              <a:t>(chroot)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7485" y="399415"/>
            <a:ext cx="1174813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第一步：创建用户</a:t>
            </a:r>
            <a:r>
              <a:rPr lang="en-US" altLang="zh-CN" sz="2800" b="1"/>
              <a:t>team  </a:t>
            </a:r>
            <a:r>
              <a:rPr lang="zh-CN" altLang="en-US" sz="2800" b="1"/>
              <a:t>（设置登录</a:t>
            </a:r>
            <a:r>
              <a:rPr lang="en-US" altLang="zh-CN" sz="2800" b="1"/>
              <a:t>shell</a:t>
            </a:r>
            <a:r>
              <a:rPr lang="zh-CN" altLang="en-US" sz="2800" b="1"/>
              <a:t>为</a:t>
            </a:r>
            <a:r>
              <a:rPr lang="en-US" altLang="zh-CN" sz="2800" b="1">
                <a:sym typeface="+mn-ea"/>
              </a:rPr>
              <a:t>/sbin/nologin</a:t>
            </a:r>
            <a:r>
              <a:rPr lang="zh-CN" altLang="en-US" sz="2800" b="1"/>
              <a:t>）</a:t>
            </a:r>
            <a:endParaRPr lang="en-US" altLang="zh-CN" sz="2800" b="1"/>
          </a:p>
          <a:p>
            <a:r>
              <a:rPr lang="en-US" altLang="zh-CN" sz="2800"/>
              <a:t>useradd </a:t>
            </a:r>
            <a:r>
              <a:rPr lang="en-US" altLang="zh-CN" sz="2800" b="1"/>
              <a:t>-s /sbin/nologin</a:t>
            </a:r>
            <a:r>
              <a:rPr lang="en-US" altLang="zh-CN" sz="2800"/>
              <a:t> team</a:t>
            </a:r>
            <a:endParaRPr lang="en-US" altLang="zh-CN" sz="2800"/>
          </a:p>
          <a:p>
            <a:r>
              <a:rPr lang="zh-CN" altLang="en-US" sz="2800"/>
              <a:t>禁止该用户</a:t>
            </a:r>
            <a:r>
              <a:rPr lang="en-US" altLang="zh-CN" sz="2800"/>
              <a:t>team</a:t>
            </a:r>
            <a:r>
              <a:rPr lang="zh-CN" altLang="en-US" sz="2800"/>
              <a:t>正常登录系统，仅能运行服务或作为进程的属主</a:t>
            </a:r>
            <a:endParaRPr lang="zh-CN" altLang="en-US" sz="2800"/>
          </a:p>
          <a:p>
            <a:r>
              <a:rPr lang="zh-CN" altLang="en-US" sz="2800"/>
              <a:t>（服务可以“借用”一个用户的身份去工作，不要求该用户能登录）</a:t>
            </a:r>
            <a:endParaRPr lang="zh-CN" altLang="en-US" sz="2800"/>
          </a:p>
          <a:p>
            <a:r>
              <a:rPr lang="zh-CN" altLang="en-US" sz="2800"/>
              <a:t>（</a:t>
            </a:r>
            <a:r>
              <a:rPr lang="zh-CN" altLang="en-US" sz="2600"/>
              <a:t>满足题意：不能登录本地系统）</a:t>
            </a:r>
            <a:endParaRPr lang="zh-CN" altLang="en-US" sz="2600"/>
          </a:p>
          <a:p>
            <a:pPr algn="l">
              <a:buClrTx/>
              <a:buSzTx/>
              <a:buFontTx/>
            </a:pPr>
            <a:r>
              <a:rPr lang="zh-CN" altLang="en-US" sz="2800" b="1"/>
              <a:t>第二步：设置密码</a:t>
            </a:r>
            <a:endParaRPr lang="zh-CN" altLang="en-US" sz="2800" b="1"/>
          </a:p>
          <a:p>
            <a:r>
              <a:rPr lang="en-US" altLang="zh-CN" sz="2800"/>
              <a:t>passwd team</a:t>
            </a:r>
            <a:endParaRPr lang="en-US" altLang="zh-CN" sz="2800"/>
          </a:p>
          <a:p>
            <a:r>
              <a:rPr lang="en-US" altLang="zh-CN" sz="2800"/>
              <a:t>123</a:t>
            </a:r>
            <a:endParaRPr lang="en-US" altLang="zh-CN" sz="2800"/>
          </a:p>
          <a:p>
            <a:pPr algn="l">
              <a:buClrTx/>
              <a:buSzTx/>
              <a:buFontTx/>
            </a:pPr>
            <a:r>
              <a:rPr lang="zh-CN" altLang="en-US" sz="2800" b="1"/>
              <a:t>第三步：修改配置文件</a:t>
            </a:r>
            <a:endParaRPr lang="zh-CN" altLang="en-US" sz="2800" b="1"/>
          </a:p>
          <a:p>
            <a:r>
              <a:rPr lang="en-US" altLang="zh-CN" sz="2800"/>
              <a:t>vim /etc/vsftpd/vsftpd.conf</a:t>
            </a:r>
            <a:endParaRPr lang="en-US" altLang="zh-CN" sz="2800"/>
          </a:p>
          <a:p>
            <a:pPr algn="l">
              <a:buClrTx/>
              <a:buSzTx/>
              <a:buFontTx/>
            </a:pPr>
            <a:r>
              <a:rPr lang="zh-CN" altLang="en-US" sz="2800" b="1"/>
              <a:t>1.anonymous_enable=NO</a:t>
            </a:r>
            <a:r>
              <a:rPr lang="en-US" altLang="zh-CN" sz="2800" b="1"/>
              <a:t>     </a:t>
            </a:r>
            <a:r>
              <a:rPr lang="zh-CN" altLang="en-US" sz="2800" b="1"/>
              <a:t>（默认值是</a:t>
            </a:r>
            <a:r>
              <a:rPr lang="en-US" altLang="zh-CN" sz="2800" b="1"/>
              <a:t>yes</a:t>
            </a:r>
            <a:r>
              <a:rPr lang="zh-CN" altLang="en-US" sz="2800" b="1"/>
              <a:t>）</a:t>
            </a:r>
            <a:endParaRPr lang="zh-CN" altLang="en-US" sz="2800" b="1"/>
          </a:p>
          <a:p>
            <a:pPr algn="l">
              <a:buClrTx/>
              <a:buSzTx/>
              <a:buFontTx/>
            </a:pPr>
            <a:r>
              <a:rPr lang="zh-CN" altLang="en-US" sz="2800" b="1"/>
              <a:t>2.匿名用户的上传修改注释掉</a:t>
            </a:r>
            <a:r>
              <a:rPr lang="en-US" altLang="zh-CN" sz="2800" b="1"/>
              <a:t> #anon_upload_enable=YES</a:t>
            </a:r>
            <a:endParaRPr lang="en-US" altLang="zh-CN" sz="2800" b="1"/>
          </a:p>
          <a:p>
            <a:pPr algn="l">
              <a:buClrTx/>
              <a:buSzTx/>
              <a:buFontTx/>
            </a:pPr>
            <a:r>
              <a:rPr lang="zh-CN" altLang="en-US" sz="2800" b="1"/>
              <a:t>3.指定根目录</a:t>
            </a:r>
            <a:endParaRPr lang="zh-CN" altLang="en-US" sz="2800" b="1"/>
          </a:p>
          <a:p>
            <a:r>
              <a:rPr lang="en-US" altLang="zh-CN" sz="2800"/>
              <a:t>local_root＝/var/www/html</a:t>
            </a:r>
            <a:endParaRPr lang="en-US" altLang="zh-CN"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0510" y="0"/>
            <a:ext cx="10748645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4.我们希望</a:t>
            </a:r>
            <a:r>
              <a:rPr lang="en-US" altLang="zh-CN" sz="2800" b="1"/>
              <a:t>team</a:t>
            </a:r>
            <a:r>
              <a:rPr lang="zh-CN" altLang="en-US" sz="2800" b="1"/>
              <a:t>用户只能访问家目录，不能访问其他服务器目录。找到</a:t>
            </a:r>
            <a:r>
              <a:rPr lang="en-US" altLang="zh-CN" sz="2800" b="1"/>
              <a:t>chroot</a:t>
            </a:r>
            <a:r>
              <a:rPr lang="zh-CN" altLang="en-US" sz="2800" b="1"/>
              <a:t>有关的内容，</a:t>
            </a:r>
            <a:r>
              <a:rPr lang="en-US" altLang="zh-CN" sz="2800" b="1"/>
              <a:t>chroot</a:t>
            </a:r>
            <a:r>
              <a:rPr lang="zh-CN" altLang="en-US" sz="2800" b="1"/>
              <a:t>用于禁锢用户。</a:t>
            </a:r>
            <a:endParaRPr lang="zh-CN" altLang="en-US" sz="2800" b="1"/>
          </a:p>
          <a:p>
            <a:r>
              <a:rPr lang="zh-CN" altLang="en-US" sz="2800"/>
              <a:t>关键词搜索/</a:t>
            </a:r>
            <a:r>
              <a:rPr lang="en-US" altLang="zh-CN" sz="2800"/>
              <a:t>chroot</a:t>
            </a:r>
            <a:r>
              <a:rPr lang="zh-CN" altLang="en-US" sz="2800"/>
              <a:t>看到有这么两项内容。</a:t>
            </a:r>
            <a:endParaRPr lang="zh-CN" altLang="en-US" sz="2800"/>
          </a:p>
          <a:p>
            <a:r>
              <a:rPr lang="en-US" altLang="zh-CN" sz="2800"/>
              <a:t>①chroot local_user=YES</a:t>
            </a:r>
            <a:endParaRPr lang="en-US" altLang="zh-CN" sz="2800"/>
          </a:p>
          <a:p>
            <a:r>
              <a:rPr lang="zh-CN" altLang="en-US" sz="2800"/>
              <a:t>表示所有用户都不能访问服务器其它目录，只能访问家目录。</a:t>
            </a:r>
            <a:endParaRPr lang="zh-CN" altLang="en-US" sz="2800"/>
          </a:p>
          <a:p>
            <a:r>
              <a:rPr lang="en-US" altLang="zh-CN" sz="2800"/>
              <a:t>②chroot list_enable=YES</a:t>
            </a:r>
            <a:endParaRPr lang="en-US" altLang="zh-CN" sz="2800"/>
          </a:p>
          <a:p>
            <a:r>
              <a:rPr lang="en-US" altLang="zh-CN" sz="2800"/>
              <a:t>③chroot_list_file=/etc/vsftpd/chroot_list</a:t>
            </a:r>
            <a:endParaRPr lang="en-US" altLang="zh-CN" sz="2800"/>
          </a:p>
          <a:p>
            <a:r>
              <a:rPr lang="zh-CN" altLang="en-US" sz="2800">
                <a:sym typeface="+mn-ea"/>
              </a:rPr>
              <a:t>②随着①的变化而变化。</a:t>
            </a:r>
            <a:r>
              <a:rPr lang="en-US" altLang="zh-CN" sz="2800">
                <a:sym typeface="+mn-ea"/>
              </a:rPr>
              <a:t>   </a:t>
            </a:r>
            <a:r>
              <a:rPr lang="zh-CN" altLang="en-US" sz="2800">
                <a:sym typeface="+mn-ea"/>
              </a:rPr>
              <a:t>写②中的是例外。</a:t>
            </a:r>
            <a:endParaRPr lang="en-US" altLang="zh-CN" sz="2800"/>
          </a:p>
          <a:p>
            <a:r>
              <a:rPr lang="zh-CN" altLang="en-US" sz="2800"/>
              <a:t>当①为</a:t>
            </a:r>
            <a:r>
              <a:rPr lang="en-US" altLang="zh-CN" sz="2800"/>
              <a:t>yes，②</a:t>
            </a:r>
            <a:r>
              <a:rPr lang="zh-CN" altLang="en-US" sz="2800"/>
              <a:t>是白名单</a:t>
            </a:r>
            <a:endParaRPr lang="zh-CN" altLang="en-US" sz="2800"/>
          </a:p>
          <a:p>
            <a:r>
              <a:rPr lang="zh-CN" altLang="en-US" sz="2800"/>
              <a:t>当①为</a:t>
            </a:r>
            <a:r>
              <a:rPr lang="en-US" altLang="zh-CN" sz="2800"/>
              <a:t>no，②</a:t>
            </a:r>
            <a:r>
              <a:rPr lang="zh-CN" altLang="en-US" sz="2800"/>
              <a:t>是黑名单</a:t>
            </a:r>
            <a:endParaRPr lang="zh-CN" altLang="en-US" sz="2800"/>
          </a:p>
          <a:p>
            <a:r>
              <a:rPr lang="zh-CN" altLang="en-US" sz="2800"/>
              <a:t>我们要求</a:t>
            </a:r>
            <a:r>
              <a:rPr lang="en-US" altLang="zh-CN" sz="2800"/>
              <a:t>team</a:t>
            </a:r>
            <a:r>
              <a:rPr lang="zh-CN" altLang="en-US" sz="2800"/>
              <a:t>只能访问到</a:t>
            </a:r>
            <a:r>
              <a:rPr lang="en-US" altLang="zh-CN" sz="2800"/>
              <a:t>ftp</a:t>
            </a:r>
            <a:r>
              <a:rPr lang="zh-CN" altLang="en-US" sz="2800"/>
              <a:t>的家目录，因此应该让</a:t>
            </a:r>
            <a:r>
              <a:rPr lang="zh-CN" altLang="en-US" sz="2800" b="1"/>
              <a:t>①为</a:t>
            </a:r>
            <a:r>
              <a:rPr lang="en-US" altLang="zh-CN" sz="2800" b="1"/>
              <a:t>NO，</a:t>
            </a:r>
            <a:r>
              <a:rPr lang="zh-CN" altLang="en-US" sz="2800" b="1"/>
              <a:t>让②为</a:t>
            </a:r>
            <a:r>
              <a:rPr lang="en-US" altLang="zh-CN" sz="2800" b="1"/>
              <a:t>YES</a:t>
            </a:r>
            <a:r>
              <a:rPr lang="en-US" altLang="zh-CN" sz="2800"/>
              <a:t>，</a:t>
            </a:r>
            <a:r>
              <a:rPr lang="zh-CN" altLang="en-US" sz="2800"/>
              <a:t>然后把</a:t>
            </a:r>
            <a:r>
              <a:rPr lang="en-US" altLang="zh-CN" sz="2800"/>
              <a:t>team</a:t>
            </a:r>
            <a:r>
              <a:rPr lang="zh-CN" altLang="en-US" sz="2800"/>
              <a:t>存到/</a:t>
            </a:r>
            <a:r>
              <a:rPr lang="en-US" altLang="zh-CN" sz="2800"/>
              <a:t>etc/vsftpd/chroot_list</a:t>
            </a:r>
            <a:r>
              <a:rPr lang="zh-CN" altLang="en-US" sz="2800"/>
              <a:t>中。</a:t>
            </a:r>
            <a:endParaRPr lang="zh-CN" altLang="en-US" sz="2800"/>
          </a:p>
          <a:p>
            <a:r>
              <a:rPr lang="zh-CN" altLang="en-US" sz="2800"/>
              <a:t>过程：</a:t>
            </a:r>
            <a:endParaRPr lang="zh-CN" altLang="en-US" sz="2800"/>
          </a:p>
          <a:p>
            <a:r>
              <a:rPr lang="zh-CN" altLang="en-US" sz="2800"/>
              <a:t>默认没有/</a:t>
            </a:r>
            <a:r>
              <a:rPr lang="en-US" altLang="zh-CN" sz="2800"/>
              <a:t>etc/vsftpd/chroot_list</a:t>
            </a:r>
            <a:r>
              <a:rPr lang="zh-CN" altLang="en-US" sz="2800"/>
              <a:t>这个文件，需要手动创建：</a:t>
            </a:r>
            <a:endParaRPr lang="zh-CN" altLang="en-US" sz="2800"/>
          </a:p>
          <a:p>
            <a:r>
              <a:rPr lang="en-US" altLang="zh-CN" sz="2800"/>
              <a:t>touch /etc/vsftpd/chroot_list；</a:t>
            </a:r>
            <a:r>
              <a:rPr lang="zh-CN" altLang="en-US" sz="2800"/>
              <a:t>（使用</a:t>
            </a:r>
            <a:r>
              <a:rPr lang="en-US" altLang="zh-CN" sz="2800"/>
              <a:t>vim</a:t>
            </a:r>
            <a:r>
              <a:rPr lang="zh-CN" altLang="en-US" sz="2800"/>
              <a:t>也可以自动创建）</a:t>
            </a:r>
            <a:endParaRPr lang="en-US" altLang="zh-CN" sz="2800"/>
          </a:p>
          <a:p>
            <a:r>
              <a:rPr lang="zh-CN" altLang="en-US" sz="2800"/>
              <a:t>编辑</a:t>
            </a:r>
            <a:r>
              <a:rPr lang="en-US" altLang="zh-CN" sz="2800"/>
              <a:t>vim /etc/vsftpd/chroot_list</a:t>
            </a:r>
            <a:r>
              <a:rPr lang="zh-CN" altLang="en-US" sz="2800"/>
              <a:t>把</a:t>
            </a:r>
            <a:r>
              <a:rPr lang="en-US" altLang="zh-CN" sz="2800"/>
              <a:t>team</a:t>
            </a:r>
            <a:r>
              <a:rPr lang="zh-CN" altLang="en-US" sz="2800"/>
              <a:t>写到里边。</a:t>
            </a:r>
            <a:endParaRPr lang="zh-CN" altLang="en-US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1305" y="388620"/>
            <a:ext cx="1020826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5.我们希望只有</a:t>
            </a:r>
            <a:r>
              <a:rPr lang="en-US" altLang="zh-CN" sz="2800" b="1"/>
              <a:t>team</a:t>
            </a:r>
            <a:r>
              <a:rPr lang="zh-CN" altLang="en-US" sz="2800" b="1"/>
              <a:t>可以登录，其他用户不能登录。找到</a:t>
            </a:r>
            <a:r>
              <a:rPr lang="en-US" altLang="zh-CN" sz="2800" b="1"/>
              <a:t>userlist</a:t>
            </a:r>
            <a:r>
              <a:rPr lang="zh-CN" altLang="en-US" sz="2800" b="1"/>
              <a:t>相关的内容。</a:t>
            </a:r>
            <a:endParaRPr lang="zh-CN" altLang="en-US" sz="2800" b="1"/>
          </a:p>
          <a:p>
            <a:r>
              <a:rPr lang="zh-CN" altLang="en-US" sz="2800"/>
              <a:t>我们设置</a:t>
            </a:r>
            <a:r>
              <a:rPr lang="en-US" altLang="zh-CN" sz="2800"/>
              <a:t>userlist_enable=YES；userlist_deny=NO。</a:t>
            </a:r>
            <a:endParaRPr lang="en-US" altLang="zh-CN" sz="2800"/>
          </a:p>
          <a:p>
            <a:r>
              <a:rPr lang="en-US" altLang="zh-CN" sz="2800" b="1">
                <a:sym typeface="+mn-ea"/>
              </a:rPr>
              <a:t>userlist_file=/etc/vsftpd/user_list</a:t>
            </a:r>
            <a:endParaRPr lang="en-US" altLang="zh-CN" sz="2800" b="1"/>
          </a:p>
          <a:p>
            <a:endParaRPr lang="en-US" altLang="zh-CN" sz="2800"/>
          </a:p>
          <a:p>
            <a:r>
              <a:rPr lang="en-US" altLang="zh-CN" sz="2800"/>
              <a:t>userlist_enable=YES，</a:t>
            </a:r>
            <a:r>
              <a:rPr lang="zh-CN" altLang="en-US" sz="2800"/>
              <a:t>表示文件/</a:t>
            </a:r>
            <a:r>
              <a:rPr lang="en-US" altLang="zh-CN" sz="2800"/>
              <a:t>etc/vsftpd/user_list</a:t>
            </a:r>
            <a:r>
              <a:rPr lang="zh-CN" altLang="en-US" sz="2800"/>
              <a:t>里的名单生效了。（</a:t>
            </a:r>
            <a:r>
              <a:rPr lang="en-US" altLang="zh-CN" sz="2800"/>
              <a:t>NO</a:t>
            </a:r>
            <a:r>
              <a:rPr lang="zh-CN" altLang="en-US" sz="2800"/>
              <a:t>表示文件里的名单不生效）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userlist_deny=NO，</a:t>
            </a:r>
            <a:r>
              <a:rPr lang="zh-CN" altLang="en-US" sz="2800"/>
              <a:t>表示名单是白名单，写入名单里的用户可以登录。（</a:t>
            </a:r>
            <a:r>
              <a:rPr lang="en-US" altLang="zh-CN" sz="2800"/>
              <a:t>YES</a:t>
            </a:r>
            <a:r>
              <a:rPr lang="zh-CN" altLang="en-US" sz="2800"/>
              <a:t>表示名单是黑名单，写入名单的用户不可登录）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（vim /etc/vsftpd/user_list</a:t>
            </a:r>
            <a:r>
              <a:rPr lang="zh-CN" altLang="en-US" sz="2800"/>
              <a:t>这个文件默认存在）</a:t>
            </a:r>
            <a:endParaRPr lang="zh-CN" altLang="en-US" sz="2800"/>
          </a:p>
          <a:p>
            <a:r>
              <a:rPr lang="zh-CN" altLang="en-US" sz="2800"/>
              <a:t>编辑</a:t>
            </a:r>
            <a:r>
              <a:rPr lang="en-US" altLang="zh-CN" sz="2800"/>
              <a:t>vim /etc/vsftpd/user_list，</a:t>
            </a:r>
            <a:r>
              <a:rPr lang="zh-CN" altLang="en-US" sz="2800"/>
              <a:t>把</a:t>
            </a:r>
            <a:r>
              <a:rPr lang="en-US" altLang="zh-CN" sz="2800"/>
              <a:t>team</a:t>
            </a:r>
            <a:r>
              <a:rPr lang="zh-CN" altLang="en-US" sz="2800"/>
              <a:t>写入其中，保存并退出。</a:t>
            </a:r>
            <a:endParaRPr lang="zh-CN" alt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9145" y="205105"/>
            <a:ext cx="11256645" cy="66160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第五步：修改权限</a:t>
            </a:r>
            <a:endParaRPr lang="zh-CN" altLang="en-US" sz="2800" b="1"/>
          </a:p>
          <a:p>
            <a:r>
              <a:rPr lang="en-US" altLang="zh-CN" sz="2800"/>
              <a:t>mkdir -p /var/www/html/upload  </a:t>
            </a:r>
            <a:r>
              <a:rPr lang="zh-CN" altLang="en-US" sz="2800"/>
              <a:t>：</a:t>
            </a:r>
            <a:endParaRPr lang="zh-CN" altLang="en-US" sz="2800"/>
          </a:p>
          <a:p>
            <a:r>
              <a:rPr lang="en-US" altLang="zh-CN" sz="2000" b="1">
                <a:sym typeface="+mn-ea"/>
              </a:rPr>
              <a:t>/var/www/html</a:t>
            </a:r>
            <a:r>
              <a:rPr lang="zh-CN" altLang="en-US" sz="2000" b="1"/>
              <a:t>是根目录，权限</a:t>
            </a:r>
            <a:r>
              <a:rPr lang="en-US" altLang="zh-CN" sz="2000" b="1"/>
              <a:t>755</a:t>
            </a:r>
            <a:r>
              <a:rPr lang="zh-CN" altLang="en-US" sz="2000" b="1"/>
              <a:t>不能动。</a:t>
            </a:r>
            <a:r>
              <a:rPr lang="en-US" altLang="zh-CN" sz="2000" b="1"/>
              <a:t>upload</a:t>
            </a:r>
            <a:r>
              <a:rPr lang="zh-CN" altLang="en-US" sz="2000" b="1"/>
              <a:t>作为共享目录</a:t>
            </a:r>
            <a:endParaRPr lang="en-US" altLang="zh-CN" sz="2000" b="1"/>
          </a:p>
          <a:p>
            <a:r>
              <a:rPr lang="en-US" altLang="zh-CN" sz="2800"/>
              <a:t>ls -ld /var/www/html/upload</a:t>
            </a:r>
            <a:endParaRPr lang="en-US" altLang="zh-CN" sz="2800"/>
          </a:p>
          <a:p>
            <a:r>
              <a:rPr lang="zh-CN" altLang="en-US" sz="2800"/>
              <a:t>发现所有者是</a:t>
            </a:r>
            <a:r>
              <a:rPr lang="en-US" altLang="zh-CN" sz="2800"/>
              <a:t>root，</a:t>
            </a:r>
            <a:r>
              <a:rPr lang="zh-CN" altLang="en-US" sz="2800"/>
              <a:t>所属组是</a:t>
            </a:r>
            <a:r>
              <a:rPr lang="en-US" altLang="zh-CN" sz="2800"/>
              <a:t>root</a:t>
            </a:r>
            <a:r>
              <a:rPr lang="zh-CN" altLang="en-US" sz="2800"/>
              <a:t>组。</a:t>
            </a:r>
            <a:endParaRPr lang="zh-CN" altLang="en-US" sz="2800"/>
          </a:p>
          <a:p>
            <a:r>
              <a:rPr lang="zh-CN" altLang="en-US" sz="2800"/>
              <a:t>对于所有者所属组其他人的权限分别是</a:t>
            </a:r>
            <a:r>
              <a:rPr lang="en-US" altLang="zh-CN" sz="2800"/>
              <a:t>rwx  r-x  r-x</a:t>
            </a:r>
            <a:endParaRPr lang="en-US" altLang="zh-CN" sz="2800"/>
          </a:p>
          <a:p>
            <a:r>
              <a:rPr lang="zh-CN" altLang="en-US" sz="2800"/>
              <a:t>而我们</a:t>
            </a:r>
            <a:r>
              <a:rPr lang="en-US" altLang="zh-CN" sz="2800"/>
              <a:t>team</a:t>
            </a:r>
            <a:r>
              <a:rPr lang="zh-CN" altLang="en-US" sz="2800"/>
              <a:t>用户登录以后是其他人，并不能写入。因此需要修改权限。</a:t>
            </a:r>
            <a:endParaRPr lang="zh-CN" altLang="en-US" sz="2800"/>
          </a:p>
          <a:p>
            <a:r>
              <a:rPr lang="en-US" altLang="zh-CN" sz="2800"/>
              <a:t>chmod -R o+w /var/www/html/upload</a:t>
            </a:r>
            <a:endParaRPr lang="en-US" altLang="zh-CN" sz="2800"/>
          </a:p>
          <a:p>
            <a:r>
              <a:rPr lang="en-US" altLang="zh-CN" sz="2800"/>
              <a:t>ls -ld /var/www/html/upload</a:t>
            </a:r>
            <a:r>
              <a:rPr lang="zh-CN" altLang="en-US" sz="2800"/>
              <a:t>再看权限</a:t>
            </a:r>
            <a:endParaRPr lang="zh-CN" altLang="en-US" sz="2800"/>
          </a:p>
          <a:p>
            <a:r>
              <a:rPr lang="zh-CN" altLang="en-US" sz="2800" b="1"/>
              <a:t>第六步：</a:t>
            </a:r>
            <a:endParaRPr lang="zh-CN" altLang="en-US" sz="2800" b="1"/>
          </a:p>
          <a:p>
            <a:r>
              <a:rPr lang="en-US" altLang="zh-CN" sz="2800"/>
              <a:t>vim /etc/pam.d/vsftpd</a:t>
            </a:r>
            <a:endParaRPr lang="en-US" altLang="zh-CN" sz="2800"/>
          </a:p>
          <a:p>
            <a:r>
              <a:rPr lang="zh-CN" altLang="en-US" sz="2800"/>
              <a:t>把</a:t>
            </a:r>
            <a:r>
              <a:rPr lang="en-US" altLang="zh-CN" sz="2800"/>
              <a:t>pam_shells.so </a:t>
            </a:r>
            <a:r>
              <a:rPr lang="zh-CN" altLang="en-US" sz="2800"/>
              <a:t>模块注释掉。</a:t>
            </a:r>
            <a:endParaRPr lang="zh-CN" altLang="en-US" sz="2800"/>
          </a:p>
          <a:p>
            <a:r>
              <a:rPr lang="en-US" altLang="zh-CN" sz="2000" b="1">
                <a:sym typeface="+mn-ea"/>
              </a:rPr>
              <a:t>pam_shells.so</a:t>
            </a:r>
            <a:r>
              <a:rPr lang="zh-CN" altLang="en-US" sz="2000" b="1"/>
              <a:t>会检查用户的登录 </a:t>
            </a:r>
            <a:r>
              <a:rPr lang="en-US" altLang="zh-CN" sz="2000" b="1"/>
              <a:t>shell </a:t>
            </a:r>
            <a:r>
              <a:rPr lang="zh-CN" altLang="en-US" sz="2000" b="1"/>
              <a:t>是否存在于 /</a:t>
            </a:r>
            <a:r>
              <a:rPr lang="en-US" altLang="zh-CN" sz="2000" b="1"/>
              <a:t>etc/shells </a:t>
            </a:r>
            <a:r>
              <a:rPr lang="zh-CN" altLang="en-US" sz="2000" b="1"/>
              <a:t>文件中。创建 </a:t>
            </a:r>
            <a:r>
              <a:rPr lang="en-US" altLang="zh-CN" sz="2000" b="1"/>
              <a:t>team </a:t>
            </a:r>
            <a:r>
              <a:rPr lang="zh-CN" altLang="en-US" sz="2000" b="1"/>
              <a:t>用户时用了 /</a:t>
            </a:r>
            <a:r>
              <a:rPr lang="en-US" altLang="zh-CN" sz="2000" b="1"/>
              <a:t>sbin/nologin，</a:t>
            </a:r>
            <a:r>
              <a:rPr lang="zh-CN" altLang="en-US" sz="2000" b="1"/>
              <a:t>这个 </a:t>
            </a:r>
            <a:r>
              <a:rPr lang="en-US" altLang="zh-CN" sz="2000" b="1"/>
              <a:t>shell </a:t>
            </a:r>
            <a:r>
              <a:rPr lang="zh-CN" altLang="en-US" sz="2000" b="1"/>
              <a:t>默认不在 /</a:t>
            </a:r>
            <a:r>
              <a:rPr lang="en-US" altLang="zh-CN" sz="2000" b="1"/>
              <a:t>etc/shells </a:t>
            </a:r>
            <a:r>
              <a:rPr lang="zh-CN" altLang="en-US" sz="2000" b="1"/>
              <a:t>里，所以直接拒绝登录，因此注释掉它。</a:t>
            </a:r>
            <a:endParaRPr lang="zh-CN" altLang="en-US" sz="2000"/>
          </a:p>
          <a:p>
            <a:r>
              <a:rPr lang="zh-CN" altLang="en-US" sz="2800"/>
              <a:t>重新启动：</a:t>
            </a:r>
            <a:endParaRPr lang="zh-CN" altLang="en-US" sz="2800"/>
          </a:p>
          <a:p>
            <a:r>
              <a:rPr lang="en-US" altLang="zh-CN" sz="2800"/>
              <a:t>systemctl restart vsftpd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7395" y="3333750"/>
            <a:ext cx="469265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9235" y="140970"/>
            <a:ext cx="1085532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Linux</a:t>
            </a:r>
            <a:r>
              <a:rPr lang="zh-CN" altLang="en-US" sz="2400" b="1"/>
              <a:t>中的可插拔认证模块（</a:t>
            </a:r>
            <a:r>
              <a:rPr lang="en-US" altLang="zh-CN" sz="2400" b="1"/>
              <a:t>PAM）</a:t>
            </a:r>
            <a:endParaRPr lang="en-US" altLang="zh-CN" sz="2400" b="1"/>
          </a:p>
          <a:p>
            <a:r>
              <a:rPr lang="en-US" altLang="zh-CN" sz="2400"/>
              <a:t>PAM</a:t>
            </a:r>
            <a:r>
              <a:rPr lang="zh-CN" altLang="en-US" sz="2400"/>
              <a:t>就像</a:t>
            </a:r>
            <a:r>
              <a:rPr lang="en-US" altLang="zh-CN" sz="2400"/>
              <a:t>Linux</a:t>
            </a:r>
            <a:r>
              <a:rPr lang="zh-CN" altLang="en-US" sz="2400"/>
              <a:t>系统身份认证的“万能插件平台”。它把“用户是谁”（认证）和“能不能用”（授权）这些安全检查，从具体的应用程序（如登录、</a:t>
            </a:r>
            <a:r>
              <a:rPr lang="en-US" altLang="zh-CN" sz="2400"/>
              <a:t>SSH）</a:t>
            </a:r>
            <a:r>
              <a:rPr lang="zh-CN" altLang="en-US" sz="2400"/>
              <a:t>里抽了出来，形成了一套独立的模块化框架。</a:t>
            </a:r>
            <a:endParaRPr lang="en-US" altLang="zh-CN" sz="2400"/>
          </a:p>
          <a:p>
            <a:r>
              <a:rPr lang="zh-CN" altLang="en-US" sz="2400"/>
              <a:t>这样做的好处是，你想改动某个系统的认证方式（比如要求更复杂的密码，或增加双重认证），只需要调整</a:t>
            </a:r>
            <a:r>
              <a:rPr lang="en-US" altLang="zh-CN" sz="2400"/>
              <a:t>PAM</a:t>
            </a:r>
            <a:r>
              <a:rPr lang="zh-CN" altLang="en-US" sz="2400"/>
              <a:t>的配置就行，完全不用去修改程序代码本身。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pam_shells.so </a:t>
            </a:r>
            <a:r>
              <a:rPr lang="zh-CN" altLang="en-US" sz="2400"/>
              <a:t>是 </a:t>
            </a:r>
            <a:r>
              <a:rPr lang="en-US" altLang="zh-CN" sz="2400"/>
              <a:t>PAM </a:t>
            </a:r>
            <a:r>
              <a:rPr lang="zh-CN" altLang="en-US" sz="2400"/>
              <a:t>模块大家庭中重要的一员，它专门用来管理和限制用户的登录 </a:t>
            </a:r>
            <a:r>
              <a:rPr lang="en-US" altLang="zh-CN" sz="2400"/>
              <a:t>Shell</a:t>
            </a:r>
            <a:r>
              <a:rPr lang="zh-CN" altLang="en-US" sz="2400"/>
              <a:t>，只允许登录 </a:t>
            </a:r>
            <a:r>
              <a:rPr lang="en-US" altLang="zh-CN" sz="2400"/>
              <a:t>Shell </a:t>
            </a:r>
            <a:r>
              <a:rPr lang="zh-CN" altLang="en-US" sz="2400"/>
              <a:t>存在于 /</a:t>
            </a:r>
            <a:r>
              <a:rPr lang="en-US" altLang="zh-CN" sz="2400"/>
              <a:t>etc/shells </a:t>
            </a:r>
            <a:r>
              <a:rPr lang="zh-CN" altLang="en-US" sz="2400"/>
              <a:t>文件中的用户访问系统。</a:t>
            </a:r>
            <a:endParaRPr lang="en-US" altLang="zh-CN" sz="2400"/>
          </a:p>
          <a:p>
            <a:r>
              <a:rPr lang="zh-CN" altLang="en-US" sz="2400"/>
              <a:t>简单来说，就是系统管理员通过维护 /</a:t>
            </a:r>
            <a:r>
              <a:rPr lang="en-US" altLang="zh-CN" sz="2400"/>
              <a:t>etc/shells </a:t>
            </a:r>
            <a:r>
              <a:rPr lang="zh-CN" altLang="en-US" sz="2400"/>
              <a:t>这个白名单，来控制哪些 </a:t>
            </a:r>
            <a:r>
              <a:rPr lang="en-US" altLang="zh-CN" sz="2400"/>
              <a:t>Shell（</a:t>
            </a:r>
            <a:r>
              <a:rPr lang="zh-CN" altLang="en-US" sz="2400"/>
              <a:t>如 /</a:t>
            </a:r>
            <a:r>
              <a:rPr lang="en-US" altLang="zh-CN" sz="2400"/>
              <a:t>bin/bash, /bin/zsh）</a:t>
            </a:r>
            <a:r>
              <a:rPr lang="zh-CN" altLang="en-US" sz="2400"/>
              <a:t>是允许用户登录的。如果一个用户被分配了不在这个列表里的 </a:t>
            </a:r>
            <a:r>
              <a:rPr lang="en-US" altLang="zh-CN" sz="2400"/>
              <a:t>Shell，</a:t>
            </a:r>
            <a:r>
              <a:rPr lang="zh-CN" altLang="en-US" sz="2400"/>
              <a:t>就会被 </a:t>
            </a:r>
            <a:r>
              <a:rPr lang="en-US" altLang="zh-CN" sz="2400"/>
              <a:t>PAM </a:t>
            </a:r>
            <a:r>
              <a:rPr lang="zh-CN" altLang="en-US" sz="2400"/>
              <a:t>拒绝登录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当你创建一个“不登录用户”，通常会将它的登录 </a:t>
            </a:r>
            <a:r>
              <a:rPr lang="en-US" altLang="zh-CN" sz="2400"/>
              <a:t>Shell </a:t>
            </a:r>
            <a:r>
              <a:rPr lang="zh-CN" altLang="en-US" sz="2400"/>
              <a:t>指定为 /</a:t>
            </a:r>
            <a:r>
              <a:rPr lang="en-US" altLang="zh-CN" sz="2400"/>
              <a:t>sbin/nologin </a:t>
            </a:r>
            <a:r>
              <a:rPr lang="zh-CN" altLang="en-US" sz="2400"/>
              <a:t>或 /</a:t>
            </a:r>
            <a:r>
              <a:rPr lang="en-US" altLang="zh-CN" sz="2400"/>
              <a:t>bin/false。</a:t>
            </a:r>
            <a:r>
              <a:rPr lang="zh-CN" altLang="en-US" sz="2400"/>
              <a:t>这些特殊 </a:t>
            </a:r>
            <a:r>
              <a:rPr lang="en-US" altLang="zh-CN" sz="2400"/>
              <a:t>Shell </a:t>
            </a:r>
            <a:r>
              <a:rPr lang="zh-CN" altLang="en-US" sz="2400"/>
              <a:t>的路径不在 /</a:t>
            </a:r>
            <a:r>
              <a:rPr lang="en-US" altLang="zh-CN" sz="2400"/>
              <a:t>etc/shells </a:t>
            </a:r>
            <a:r>
              <a:rPr lang="zh-CN" altLang="en-US" sz="2400"/>
              <a:t>这个“合法登录 </a:t>
            </a:r>
            <a:r>
              <a:rPr lang="en-US" altLang="zh-CN" sz="2400"/>
              <a:t>Shell </a:t>
            </a:r>
            <a:r>
              <a:rPr lang="zh-CN" altLang="en-US" sz="2400"/>
              <a:t>白名单”中。因此，当用户尝试任何需要</a:t>
            </a:r>
            <a:r>
              <a:rPr lang="en-US" altLang="zh-CN" sz="2400"/>
              <a:t>PAM</a:t>
            </a:r>
            <a:r>
              <a:rPr lang="zh-CN" altLang="en-US" sz="2400"/>
              <a:t>认证的操作时，</a:t>
            </a:r>
            <a:r>
              <a:rPr lang="en-US" altLang="zh-CN" sz="2400"/>
              <a:t>pam_shells.so </a:t>
            </a:r>
            <a:r>
              <a:rPr lang="zh-CN" altLang="en-US" sz="2400"/>
              <a:t>模块校验失败，直接拒绝访问。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2580" y="426720"/>
            <a:ext cx="9628505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测试：</a:t>
            </a:r>
            <a:endParaRPr lang="zh-CN" altLang="en-US" sz="3200" b="1"/>
          </a:p>
          <a:p>
            <a:r>
              <a:rPr lang="zh-CN" altLang="en-US" sz="3200"/>
              <a:t>在</a:t>
            </a:r>
            <a:r>
              <a:rPr lang="en-US" altLang="zh-CN" sz="3200"/>
              <a:t>windows</a:t>
            </a:r>
            <a:r>
              <a:rPr lang="zh-CN" altLang="en-US" sz="3200"/>
              <a:t>中</a:t>
            </a:r>
            <a:endParaRPr lang="zh-CN" altLang="en-US" sz="3200"/>
          </a:p>
          <a:p>
            <a:r>
              <a:rPr lang="zh-CN" altLang="en-US" sz="3200"/>
              <a:t>输入</a:t>
            </a:r>
            <a:r>
              <a:rPr lang="en-US" altLang="zh-CN" sz="3200"/>
              <a:t>cd Desktop</a:t>
            </a:r>
            <a:endParaRPr lang="en-US" altLang="zh-CN" sz="3200"/>
          </a:p>
          <a:p>
            <a:r>
              <a:rPr lang="zh-CN" altLang="en-US" sz="3200"/>
              <a:t>然后</a:t>
            </a:r>
            <a:r>
              <a:rPr lang="en-US" altLang="zh-CN" sz="3200"/>
              <a:t> ftp 192.168.113.128</a:t>
            </a:r>
            <a:endParaRPr lang="en-US" altLang="zh-CN" sz="3200"/>
          </a:p>
          <a:p>
            <a:r>
              <a:rPr lang="zh-CN" altLang="en-US" sz="3200"/>
              <a:t>然后输入用户名</a:t>
            </a:r>
            <a:r>
              <a:rPr lang="en-US" altLang="zh-CN" sz="3200"/>
              <a:t>temp</a:t>
            </a:r>
            <a:endParaRPr lang="en-US" altLang="zh-CN" sz="3200"/>
          </a:p>
          <a:p>
            <a:r>
              <a:rPr lang="zh-CN" altLang="en-US" sz="3200"/>
              <a:t>然后输入密码</a:t>
            </a:r>
            <a:r>
              <a:rPr lang="en-US" altLang="zh-CN" sz="3200"/>
              <a:t>123</a:t>
            </a:r>
            <a:endParaRPr lang="en-US" altLang="zh-CN" sz="3200"/>
          </a:p>
          <a:p>
            <a:r>
              <a:rPr lang="zh-CN" altLang="en-US" sz="3200"/>
              <a:t>然后</a:t>
            </a:r>
            <a:r>
              <a:rPr lang="en-US" altLang="zh-CN" sz="3200"/>
              <a:t> cd upload  </a:t>
            </a:r>
            <a:r>
              <a:rPr lang="zh-CN" altLang="en-US" sz="3200"/>
              <a:t>进入到共享目录</a:t>
            </a:r>
            <a:endParaRPr lang="zh-CN" altLang="en-US" sz="3200"/>
          </a:p>
          <a:p>
            <a:r>
              <a:rPr lang="en-US" altLang="zh-CN" sz="3200"/>
              <a:t>put yys.txt </a:t>
            </a:r>
            <a:r>
              <a:rPr lang="zh-CN" altLang="en-US" sz="3200"/>
              <a:t>上传</a:t>
            </a:r>
            <a:r>
              <a:rPr lang="en-US" altLang="zh-CN" sz="3200"/>
              <a:t>  </a:t>
            </a:r>
            <a:r>
              <a:rPr lang="zh-CN" altLang="en-US" sz="3200"/>
              <a:t>发现上传到</a:t>
            </a:r>
            <a:r>
              <a:rPr lang="en-US" altLang="zh-CN" sz="3200"/>
              <a:t>upload</a:t>
            </a:r>
            <a:r>
              <a:rPr lang="zh-CN" altLang="en-US" sz="3200"/>
              <a:t>中</a:t>
            </a:r>
            <a:endParaRPr lang="en-US" altLang="zh-CN" sz="3200"/>
          </a:p>
          <a:p>
            <a:r>
              <a:rPr lang="zh-CN" altLang="en-US" sz="3200"/>
              <a:t>在</a:t>
            </a:r>
            <a:r>
              <a:rPr lang="en-US" altLang="zh-CN" sz="3200">
                <a:sym typeface="+mn-ea"/>
              </a:rPr>
              <a:t>/var/www/html/upload</a:t>
            </a:r>
            <a:r>
              <a:rPr lang="zh-CN" altLang="en-US" sz="3200">
                <a:sym typeface="+mn-ea"/>
              </a:rPr>
              <a:t>里创建一个文件</a:t>
            </a:r>
            <a:r>
              <a:rPr lang="en-US" altLang="zh-CN" sz="3200">
                <a:sym typeface="+mn-ea"/>
              </a:rPr>
              <a:t>qwer.txt</a:t>
            </a:r>
            <a:endParaRPr lang="en-US" altLang="zh-CN" sz="3200">
              <a:sym typeface="+mn-ea"/>
            </a:endParaRPr>
          </a:p>
          <a:p>
            <a:r>
              <a:rPr lang="en-US" altLang="zh-CN" sz="3200">
                <a:sym typeface="+mn-ea"/>
              </a:rPr>
              <a:t>get qwer.txt </a:t>
            </a:r>
            <a:r>
              <a:rPr lang="zh-CN" altLang="en-US" sz="3200">
                <a:sym typeface="+mn-ea"/>
              </a:rPr>
              <a:t>发现下载到桌面</a:t>
            </a:r>
            <a:endParaRPr lang="en-US" altLang="zh-CN" sz="3200"/>
          </a:p>
          <a:p>
            <a:endParaRPr lang="en-US" altLang="zh-CN" sz="3200"/>
          </a:p>
          <a:p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635" y="464185"/>
            <a:ext cx="989393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ym typeface="+mn-ea"/>
              </a:rPr>
              <a:t>拓展：</a:t>
            </a:r>
            <a:r>
              <a:rPr lang="en-US" altLang="zh-CN" sz="2800" b="1">
                <a:sym typeface="+mn-ea"/>
              </a:rPr>
              <a:t>lftp</a:t>
            </a:r>
            <a:endParaRPr lang="en-US" altLang="zh-CN" sz="2800" b="1"/>
          </a:p>
          <a:p>
            <a:endParaRPr lang="en-US" altLang="zh-CN" sz="2800"/>
          </a:p>
          <a:p>
            <a:r>
              <a:rPr lang="en-US" altLang="zh-CN" sz="2800"/>
              <a:t>vsFTP</a:t>
            </a:r>
            <a:r>
              <a:rPr lang="zh-CN" altLang="en-US" sz="2800"/>
              <a:t>是</a:t>
            </a:r>
            <a:r>
              <a:rPr lang="en-US" altLang="zh-CN" sz="2800"/>
              <a:t>Linux</a:t>
            </a:r>
            <a:r>
              <a:rPr lang="zh-CN" altLang="en-US" sz="2800"/>
              <a:t>当服务端，其实</a:t>
            </a:r>
            <a:r>
              <a:rPr lang="en-US" altLang="zh-CN" sz="2800"/>
              <a:t>Linux</a:t>
            </a:r>
            <a:r>
              <a:rPr lang="zh-CN" altLang="en-US" sz="2800"/>
              <a:t>也可以当</a:t>
            </a:r>
            <a:r>
              <a:rPr lang="zh-CN" altLang="en-US" sz="2800" b="1"/>
              <a:t>客户端</a:t>
            </a:r>
            <a:endParaRPr lang="zh-CN" altLang="en-US" sz="2800" b="1"/>
          </a:p>
          <a:p>
            <a:r>
              <a:rPr lang="en-US" altLang="zh-CN" sz="2800"/>
              <a:t>lftp：Linux</a:t>
            </a:r>
            <a:r>
              <a:rPr lang="zh-CN" altLang="en-US" sz="2800"/>
              <a:t>当客户端的工具</a:t>
            </a:r>
            <a:endParaRPr lang="zh-CN" altLang="en-US" sz="2800"/>
          </a:p>
          <a:p>
            <a:r>
              <a:rPr lang="zh-CN" altLang="en-US" sz="2800"/>
              <a:t>磁盘挂载：</a:t>
            </a:r>
            <a:endParaRPr lang="zh-CN" altLang="en-US" sz="2800"/>
          </a:p>
          <a:p>
            <a:r>
              <a:rPr lang="en-US" altLang="zh-CN" sz="2800">
                <a:sym typeface="+mn-ea"/>
              </a:rPr>
              <a:t>mkdir -p /mnt/cdrom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mount /dev/sr1 /mnt/cdrom</a:t>
            </a:r>
            <a:endParaRPr lang="en-US" altLang="zh-CN" sz="2800"/>
          </a:p>
          <a:p>
            <a:endParaRPr lang="zh-CN" altLang="en-US" sz="2800"/>
          </a:p>
          <a:p>
            <a:r>
              <a:rPr lang="zh-CN" altLang="en-US" sz="2800"/>
              <a:t>安装</a:t>
            </a:r>
            <a:r>
              <a:rPr lang="en-US" altLang="zh-CN" sz="2800"/>
              <a:t>lftp</a:t>
            </a:r>
            <a:endParaRPr lang="en-US" altLang="zh-CN" sz="2800"/>
          </a:p>
          <a:p>
            <a:r>
              <a:rPr lang="en-US" altLang="zh-CN" sz="2800"/>
              <a:t>rpm -ivh /mnt/cdrom/Packages/lftp*.rpm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注：</a:t>
            </a:r>
            <a:r>
              <a:rPr lang="en-US" altLang="zh-CN" sz="2800"/>
              <a:t>Linux</a:t>
            </a:r>
            <a:r>
              <a:rPr lang="zh-CN" altLang="en-US" sz="2800"/>
              <a:t>客户端：</a:t>
            </a:r>
            <a:r>
              <a:rPr lang="en-US" altLang="zh-CN" sz="2800"/>
              <a:t>lftp </a:t>
            </a:r>
            <a:r>
              <a:rPr lang="zh-CN" altLang="en-US" sz="2800"/>
              <a:t>是一个功能强大的下载工具，它支持访问文件的协议：</a:t>
            </a:r>
            <a:r>
              <a:rPr lang="en-US" altLang="zh-CN" sz="2800"/>
              <a:t>ftp, ftps, http, https, hftp, fish. （</a:t>
            </a:r>
            <a:r>
              <a:rPr lang="zh-CN" altLang="en-US" sz="2800"/>
              <a:t>其中</a:t>
            </a:r>
            <a:r>
              <a:rPr lang="en-US" altLang="zh-CN" sz="2800"/>
              <a:t>ftps </a:t>
            </a:r>
            <a:r>
              <a:rPr lang="zh-CN" altLang="en-US" sz="2800"/>
              <a:t>和</a:t>
            </a:r>
            <a:r>
              <a:rPr lang="en-US" altLang="zh-CN" sz="2800"/>
              <a:t>https</a:t>
            </a:r>
            <a:r>
              <a:rPr lang="zh-CN" altLang="en-US" sz="2800"/>
              <a:t>需要在编译的时候包含</a:t>
            </a:r>
            <a:r>
              <a:rPr lang="en-US" altLang="zh-CN" sz="2800"/>
              <a:t>openssl</a:t>
            </a:r>
            <a:r>
              <a:rPr lang="zh-CN" altLang="en-US" sz="2800"/>
              <a:t>库)。</a:t>
            </a:r>
            <a:endParaRPr lang="zh-CN" altLang="en-US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9890" y="151765"/>
            <a:ext cx="1146492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Linux</a:t>
            </a:r>
            <a:r>
              <a:rPr lang="zh-CN" altLang="en-US" sz="2800"/>
              <a:t>中</a:t>
            </a:r>
            <a:r>
              <a:rPr lang="en-US" altLang="zh-CN" sz="2800"/>
              <a:t>FTP</a:t>
            </a:r>
            <a:r>
              <a:rPr lang="zh-CN" altLang="en-US" sz="2800"/>
              <a:t>客户端的使用方法</a:t>
            </a:r>
            <a:endParaRPr lang="zh-CN" altLang="en-US" sz="2800"/>
          </a:p>
          <a:p>
            <a:r>
              <a:rPr lang="zh-CN" altLang="en-US" sz="2800"/>
              <a:t>在</a:t>
            </a:r>
            <a:r>
              <a:rPr lang="en-US" altLang="zh-CN" sz="2800"/>
              <a:t>Linux</a:t>
            </a:r>
            <a:r>
              <a:rPr lang="zh-CN" altLang="en-US" sz="2800"/>
              <a:t>终端中：</a:t>
            </a:r>
            <a:endParaRPr lang="zh-CN" altLang="en-US" sz="2800"/>
          </a:p>
          <a:p>
            <a:r>
              <a:rPr lang="zh-CN" altLang="en-US" sz="2800"/>
              <a:t>匿名登录：</a:t>
            </a:r>
            <a:endParaRPr lang="zh-CN" altLang="en-US" sz="2800"/>
          </a:p>
          <a:p>
            <a:r>
              <a:rPr lang="en-US" altLang="zh-CN" sz="2800"/>
              <a:t>lftp 192.168.xxx.xxx</a:t>
            </a:r>
            <a:endParaRPr lang="en-US" altLang="zh-CN" sz="2800"/>
          </a:p>
          <a:p>
            <a:r>
              <a:rPr lang="zh-CN" altLang="en-US" sz="2800"/>
              <a:t>账号登录</a:t>
            </a:r>
            <a:endParaRPr lang="zh-CN" altLang="en-US" sz="2800"/>
          </a:p>
          <a:p>
            <a:r>
              <a:rPr lang="en-US" altLang="zh-CN" sz="2800"/>
              <a:t>lftp </a:t>
            </a:r>
            <a:r>
              <a:rPr lang="zh-CN" altLang="en-US" sz="2800"/>
              <a:t>用户名@服务器</a:t>
            </a:r>
            <a:r>
              <a:rPr lang="en-US" altLang="zh-CN" sz="2800"/>
              <a:t>IP                 </a:t>
            </a:r>
            <a:r>
              <a:rPr lang="zh-CN" altLang="en-US" sz="2800"/>
              <a:t>登录之前看一下自己所在位置</a:t>
            </a:r>
            <a:r>
              <a:rPr lang="en-US" altLang="zh-CN" sz="2800"/>
              <a:t>pwd</a:t>
            </a:r>
            <a:endParaRPr lang="en-US" altLang="zh-CN" sz="2800"/>
          </a:p>
          <a:p>
            <a:r>
              <a:rPr lang="zh-CN" altLang="en-US" sz="2800"/>
              <a:t>示例：</a:t>
            </a:r>
            <a:endParaRPr lang="zh-CN" altLang="en-US" sz="2800"/>
          </a:p>
          <a:p>
            <a:r>
              <a:rPr lang="en-US" altLang="zh-CN" sz="2800"/>
              <a:t>lftp team@192.168.xxx.xxx(</a:t>
            </a:r>
            <a:r>
              <a:rPr lang="zh-CN" altLang="en-US" sz="2800"/>
              <a:t>服务器端</a:t>
            </a:r>
            <a:r>
              <a:rPr lang="en-US" altLang="zh-CN" sz="2800"/>
              <a:t>ip) ，</a:t>
            </a:r>
            <a:r>
              <a:rPr lang="zh-CN" altLang="en-US" sz="2800"/>
              <a:t>输入用户密码登录</a:t>
            </a:r>
            <a:endParaRPr lang="zh-CN" altLang="en-US" sz="2800"/>
          </a:p>
          <a:p>
            <a:r>
              <a:rPr lang="en-US" altLang="zh-CN" sz="2800"/>
              <a:t>1.ls ：</a:t>
            </a:r>
            <a:r>
              <a:rPr lang="zh-CN" altLang="en-US" sz="2800"/>
              <a:t>查看服务器里的文件</a:t>
            </a:r>
            <a:endParaRPr lang="zh-CN" altLang="en-US" sz="2800"/>
          </a:p>
          <a:p>
            <a:r>
              <a:rPr lang="en-US" altLang="zh-CN" sz="2800"/>
              <a:t>2.  get </a:t>
            </a:r>
            <a:r>
              <a:rPr lang="zh-CN" altLang="en-US" sz="2800"/>
              <a:t>文件名 ：下载服务器文件到本地</a:t>
            </a:r>
            <a:r>
              <a:rPr lang="en-US" altLang="zh-CN" sz="2800"/>
              <a:t>Linux</a:t>
            </a:r>
            <a:endParaRPr lang="en-US" altLang="zh-CN" sz="2800"/>
          </a:p>
          <a:p>
            <a:r>
              <a:rPr lang="en-US" altLang="zh-CN" sz="2800"/>
              <a:t>3.  put </a:t>
            </a:r>
            <a:r>
              <a:rPr lang="zh-CN" altLang="en-US" sz="2800"/>
              <a:t>文件名 ：上传本地</a:t>
            </a:r>
            <a:r>
              <a:rPr lang="en-US" altLang="zh-CN" sz="2800"/>
              <a:t>Linux</a:t>
            </a:r>
            <a:r>
              <a:rPr lang="zh-CN" altLang="en-US" sz="2800"/>
              <a:t>文件到</a:t>
            </a:r>
            <a:r>
              <a:rPr lang="en-US" altLang="zh-CN" sz="2800"/>
              <a:t>FTP</a:t>
            </a:r>
            <a:r>
              <a:rPr lang="zh-CN" altLang="en-US" sz="2800"/>
              <a:t>服务器</a:t>
            </a:r>
            <a:endParaRPr lang="zh-CN" altLang="en-US" sz="2800"/>
          </a:p>
          <a:p>
            <a:r>
              <a:rPr lang="en-US" altLang="zh-CN" sz="2800"/>
              <a:t>4.  mkdir </a:t>
            </a:r>
            <a:r>
              <a:rPr lang="zh-CN" altLang="en-US" sz="2800"/>
              <a:t>文件夹名 ：在服务器新建文件夹</a:t>
            </a:r>
            <a:endParaRPr lang="zh-CN" altLang="en-US" sz="2800"/>
          </a:p>
          <a:p>
            <a:r>
              <a:rPr lang="en-US" altLang="zh-CN" sz="2800"/>
              <a:t>5.  rm </a:t>
            </a:r>
            <a:r>
              <a:rPr lang="zh-CN" altLang="en-US" sz="2800"/>
              <a:t>文件名 ：删除服务器文件</a:t>
            </a:r>
            <a:endParaRPr lang="zh-CN" altLang="en-US" sz="2800"/>
          </a:p>
          <a:p>
            <a:r>
              <a:rPr lang="en-US" altLang="zh-CN" sz="2800"/>
              <a:t>6.  pwd ：</a:t>
            </a:r>
            <a:r>
              <a:rPr lang="zh-CN" altLang="en-US" sz="2800"/>
              <a:t>查看当前在服务器的哪个目录</a:t>
            </a:r>
            <a:endParaRPr lang="zh-CN" altLang="en-US" sz="2800"/>
          </a:p>
          <a:p>
            <a:r>
              <a:rPr lang="en-US" altLang="zh-CN" sz="2800"/>
              <a:t>7.  exit  /  quit/bye ：</a:t>
            </a:r>
            <a:r>
              <a:rPr lang="zh-CN" altLang="en-US" sz="2800"/>
              <a:t>退出</a:t>
            </a:r>
            <a:r>
              <a:rPr lang="en-US" altLang="zh-CN" sz="2800"/>
              <a:t>FTP</a:t>
            </a:r>
            <a:r>
              <a:rPr lang="zh-CN" altLang="en-US" sz="2800"/>
              <a:t>客户端</a:t>
            </a:r>
            <a:endParaRPr lang="zh-CN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10401</Words>
  <Application>WPS 演示</Application>
  <PresentationFormat>宽屏</PresentationFormat>
  <Paragraphs>448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于耀淞</dc:creator>
  <cp:lastModifiedBy>Administrator</cp:lastModifiedBy>
  <cp:revision>20</cp:revision>
  <dcterms:created xsi:type="dcterms:W3CDTF">2023-08-09T12:44:00Z</dcterms:created>
  <dcterms:modified xsi:type="dcterms:W3CDTF">2026-05-19T07:11:53Z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305F32F108A64987A908D0D135E400B5_12</vt:lpwstr>
  </property>
</Properties>
</file>